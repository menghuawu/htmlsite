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46"/>
  </p:notesMasterIdLst>
  <p:sldIdLst>
    <p:sldId id="256" r:id="rId3"/>
    <p:sldId id="314" r:id="rId4"/>
    <p:sldId id="316" r:id="rId5"/>
    <p:sldId id="317" r:id="rId6"/>
    <p:sldId id="357" r:id="rId7"/>
    <p:sldId id="318" r:id="rId8"/>
    <p:sldId id="319" r:id="rId9"/>
    <p:sldId id="322" r:id="rId10"/>
    <p:sldId id="320" r:id="rId11"/>
    <p:sldId id="328" r:id="rId12"/>
    <p:sldId id="324" r:id="rId13"/>
    <p:sldId id="326" r:id="rId14"/>
    <p:sldId id="327" r:id="rId15"/>
    <p:sldId id="360" r:id="rId16"/>
    <p:sldId id="325" r:id="rId17"/>
    <p:sldId id="329" r:id="rId18"/>
    <p:sldId id="330" r:id="rId19"/>
    <p:sldId id="331" r:id="rId20"/>
    <p:sldId id="332" r:id="rId21"/>
    <p:sldId id="333" r:id="rId22"/>
    <p:sldId id="359" r:id="rId23"/>
    <p:sldId id="335" r:id="rId24"/>
    <p:sldId id="346" r:id="rId25"/>
    <p:sldId id="355" r:id="rId26"/>
    <p:sldId id="348" r:id="rId27"/>
    <p:sldId id="352" r:id="rId28"/>
    <p:sldId id="334" r:id="rId29"/>
    <p:sldId id="354" r:id="rId30"/>
    <p:sldId id="343" r:id="rId31"/>
    <p:sldId id="336" r:id="rId32"/>
    <p:sldId id="353" r:id="rId33"/>
    <p:sldId id="337" r:id="rId34"/>
    <p:sldId id="356" r:id="rId35"/>
    <p:sldId id="344" r:id="rId36"/>
    <p:sldId id="350" r:id="rId37"/>
    <p:sldId id="351" r:id="rId38"/>
    <p:sldId id="338" r:id="rId39"/>
    <p:sldId id="340" r:id="rId40"/>
    <p:sldId id="347" r:id="rId41"/>
    <p:sldId id="358" r:id="rId42"/>
    <p:sldId id="315" r:id="rId43"/>
    <p:sldId id="361" r:id="rId44"/>
    <p:sldId id="260" r:id="rId45"/>
  </p:sldIdLst>
  <p:sldSz cx="9144000" cy="6858000" type="screen4x3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8F0374"/>
    <a:srgbClr val="0000FF"/>
    <a:srgbClr val="FFFF00"/>
    <a:srgbClr val="0033CC"/>
    <a:srgbClr val="CC00CC"/>
    <a:srgbClr val="453CF2"/>
    <a:srgbClr val="B4C6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51" autoAdjust="0"/>
  </p:normalViewPr>
  <p:slideViewPr>
    <p:cSldViewPr>
      <p:cViewPr varScale="1">
        <p:scale>
          <a:sx n="93" d="100"/>
          <a:sy n="93" d="100"/>
        </p:scale>
        <p:origin x="163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76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BFDF20A0-5FE7-D3AD-0F4D-DE076091A0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28874F8-562D-ACA7-38DE-9BF5FC6151A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716B8A24-D3E3-420E-9CFA-5684DD819169}" type="datetimeFigureOut">
              <a:rPr lang="zh-TW" altLang="en-US"/>
              <a:pPr>
                <a:defRPr/>
              </a:pPr>
              <a:t>2024/12/3</a:t>
            </a:fld>
            <a:endParaRPr lang="zh-TW" alt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E4194057-F445-19C4-4F11-69AD24C791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DF099662-945F-DFBD-4588-70371AEF1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56C111-AABE-0898-224F-F1B1EA2215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505209-387B-7CCC-4A1A-5FAF910F2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36BD6D1D-14DA-4B77-AD79-7F523FED25E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圖像版面配置區 1">
            <a:extLst>
              <a:ext uri="{FF2B5EF4-FFF2-40B4-BE49-F238E27FC236}">
                <a16:creationId xmlns:a16="http://schemas.microsoft.com/office/drawing/2014/main" id="{692DCBAB-0A79-563C-6F1D-4DAF8263BB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備忘稿版面配置區 2">
            <a:extLst>
              <a:ext uri="{FF2B5EF4-FFF2-40B4-BE49-F238E27FC236}">
                <a16:creationId xmlns:a16="http://schemas.microsoft.com/office/drawing/2014/main" id="{C4991B74-9D75-E8BA-AD46-AA6F081EB7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5124" name="投影片編號版面配置區 3">
            <a:extLst>
              <a:ext uri="{FF2B5EF4-FFF2-40B4-BE49-F238E27FC236}">
                <a16:creationId xmlns:a16="http://schemas.microsoft.com/office/drawing/2014/main" id="{A1C6AA5E-F184-7E65-9651-AABD25AE3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3A9CD4E1-C882-4F1F-A071-C55726DEEF51}" type="slidenum">
              <a:rPr lang="zh-TW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BD6D1D-14DA-4B77-AD79-7F523FED25EC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65067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BD6D1D-14DA-4B77-AD79-7F523FED25EC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555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BD6D1D-14DA-4B77-AD79-7F523FED25EC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1160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投影片影像版面配置區 1">
            <a:extLst>
              <a:ext uri="{FF2B5EF4-FFF2-40B4-BE49-F238E27FC236}">
                <a16:creationId xmlns:a16="http://schemas.microsoft.com/office/drawing/2014/main" id="{34FAE79B-A3EC-690F-4B37-BC82E4BD5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備忘稿版面配置區 2">
            <a:extLst>
              <a:ext uri="{FF2B5EF4-FFF2-40B4-BE49-F238E27FC236}">
                <a16:creationId xmlns:a16="http://schemas.microsoft.com/office/drawing/2014/main" id="{C6258422-A10C-D0E5-1160-26E9BF903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9940" name="投影片編號版面配置區 3">
            <a:extLst>
              <a:ext uri="{FF2B5EF4-FFF2-40B4-BE49-F238E27FC236}">
                <a16:creationId xmlns:a16="http://schemas.microsoft.com/office/drawing/2014/main" id="{A4C9B1E8-0A34-5F37-9DB2-9F989BD450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fld id="{61D6561E-5D55-4A46-9489-A8D083A5EC45}" type="slidenum">
              <a:rPr lang="zh-TW" altLang="en-US" sz="1200" b="0" smtClean="0">
                <a:ea typeface="新細明體" panose="02020500000000000000" pitchFamily="18" charset="-120"/>
              </a:rPr>
              <a:pPr/>
              <a:t>34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影像版面配置區 1">
            <a:extLst>
              <a:ext uri="{FF2B5EF4-FFF2-40B4-BE49-F238E27FC236}">
                <a16:creationId xmlns:a16="http://schemas.microsoft.com/office/drawing/2014/main" id="{6783B62E-FCDB-A02F-5935-CDF62E6020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備忘稿版面配置區 2">
            <a:extLst>
              <a:ext uri="{FF2B5EF4-FFF2-40B4-BE49-F238E27FC236}">
                <a16:creationId xmlns:a16="http://schemas.microsoft.com/office/drawing/2014/main" id="{BBD1E974-A597-A900-0695-D98F9C08B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8132" name="投影片編號版面配置區 3">
            <a:extLst>
              <a:ext uri="{FF2B5EF4-FFF2-40B4-BE49-F238E27FC236}">
                <a16:creationId xmlns:a16="http://schemas.microsoft.com/office/drawing/2014/main" id="{6167AA63-2D2D-B999-0F92-8627213C94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fld id="{26C4D27B-FBE6-445D-AECD-490E92435B0B}" type="slidenum">
              <a:rPr lang="zh-TW" altLang="en-US" sz="1200" b="0" smtClean="0">
                <a:ea typeface="新細明體" panose="02020500000000000000" pitchFamily="18" charset="-120"/>
              </a:rPr>
              <a:pPr/>
              <a:t>41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影像版面配置區 1">
            <a:extLst>
              <a:ext uri="{FF2B5EF4-FFF2-40B4-BE49-F238E27FC236}">
                <a16:creationId xmlns:a16="http://schemas.microsoft.com/office/drawing/2014/main" id="{6783B62E-FCDB-A02F-5935-CDF62E6020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備忘稿版面配置區 2">
            <a:extLst>
              <a:ext uri="{FF2B5EF4-FFF2-40B4-BE49-F238E27FC236}">
                <a16:creationId xmlns:a16="http://schemas.microsoft.com/office/drawing/2014/main" id="{BBD1E974-A597-A900-0695-D98F9C08B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8132" name="投影片編號版面配置區 3">
            <a:extLst>
              <a:ext uri="{FF2B5EF4-FFF2-40B4-BE49-F238E27FC236}">
                <a16:creationId xmlns:a16="http://schemas.microsoft.com/office/drawing/2014/main" id="{6167AA63-2D2D-B999-0F92-8627213C94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fld id="{26C4D27B-FBE6-445D-AECD-490E92435B0B}" type="slidenum">
              <a:rPr lang="zh-TW" altLang="en-US" sz="1200" b="0" smtClean="0">
                <a:ea typeface="新細明體" panose="02020500000000000000" pitchFamily="18" charset="-120"/>
              </a:rPr>
              <a:pPr/>
              <a:t>42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9649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21549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90983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912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021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8917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63582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29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8161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2814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8352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5873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765337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57224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4076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87450" y="908050"/>
            <a:ext cx="3902075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41925" y="908050"/>
            <a:ext cx="3902075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7400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53468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011804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6782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203489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23829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25812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54863" y="0"/>
            <a:ext cx="1989137" cy="64516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87450" y="0"/>
            <a:ext cx="5815013" cy="64516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23206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1187450" y="0"/>
            <a:ext cx="7956550" cy="6451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576842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87450" y="0"/>
            <a:ext cx="7956550" cy="7651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187450" y="908050"/>
            <a:ext cx="7956550" cy="554355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08745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F5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7" descr="1206-a1 copy">
            <a:extLst>
              <a:ext uri="{FF2B5EF4-FFF2-40B4-BE49-F238E27FC236}">
                <a16:creationId xmlns:a16="http://schemas.microsoft.com/office/drawing/2014/main" id="{E992651B-3870-56E9-1CB8-0B63B0936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1484313"/>
            <a:ext cx="9172576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6" descr="MAP copy">
            <a:extLst>
              <a:ext uri="{FF2B5EF4-FFF2-40B4-BE49-F238E27FC236}">
                <a16:creationId xmlns:a16="http://schemas.microsoft.com/office/drawing/2014/main" id="{D0A5D690-0996-4392-05FB-D10A5D868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637088"/>
            <a:ext cx="3240087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8" name="Group 9">
            <a:extLst>
              <a:ext uri="{FF2B5EF4-FFF2-40B4-BE49-F238E27FC236}">
                <a16:creationId xmlns:a16="http://schemas.microsoft.com/office/drawing/2014/main" id="{B3FCAD01-0B25-789E-FF0D-0A1FA19D56E7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884238"/>
            <a:ext cx="904875" cy="935037"/>
            <a:chOff x="173" y="28"/>
            <a:chExt cx="394" cy="408"/>
          </a:xfrm>
        </p:grpSpPr>
        <p:sp>
          <p:nvSpPr>
            <p:cNvPr id="1048" name="Freeform 10">
              <a:extLst>
                <a:ext uri="{FF2B5EF4-FFF2-40B4-BE49-F238E27FC236}">
                  <a16:creationId xmlns:a16="http://schemas.microsoft.com/office/drawing/2014/main" id="{5C4A50C9-0012-2193-F201-1383254622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" y="28"/>
              <a:ext cx="284" cy="327"/>
            </a:xfrm>
            <a:custGeom>
              <a:avLst/>
              <a:gdLst>
                <a:gd name="T0" fmla="*/ 0 w 11331"/>
                <a:gd name="T1" fmla="*/ 0 h 13074"/>
                <a:gd name="T2" fmla="*/ 0 w 11331"/>
                <a:gd name="T3" fmla="*/ 0 h 13074"/>
                <a:gd name="T4" fmla="*/ 0 w 11331"/>
                <a:gd name="T5" fmla="*/ 0 h 13074"/>
                <a:gd name="T6" fmla="*/ 0 w 11331"/>
                <a:gd name="T7" fmla="*/ 0 h 13074"/>
                <a:gd name="T8" fmla="*/ 0 w 11331"/>
                <a:gd name="T9" fmla="*/ 0 h 13074"/>
                <a:gd name="T10" fmla="*/ 0 w 11331"/>
                <a:gd name="T11" fmla="*/ 0 h 13074"/>
                <a:gd name="T12" fmla="*/ 0 w 11331"/>
                <a:gd name="T13" fmla="*/ 0 h 13074"/>
                <a:gd name="T14" fmla="*/ 0 w 11331"/>
                <a:gd name="T15" fmla="*/ 0 h 13074"/>
                <a:gd name="T16" fmla="*/ 0 w 11331"/>
                <a:gd name="T17" fmla="*/ 0 h 13074"/>
                <a:gd name="T18" fmla="*/ 0 w 11331"/>
                <a:gd name="T19" fmla="*/ 0 h 13074"/>
                <a:gd name="T20" fmla="*/ 0 w 11331"/>
                <a:gd name="T21" fmla="*/ 0 h 13074"/>
                <a:gd name="T22" fmla="*/ 0 w 11331"/>
                <a:gd name="T23" fmla="*/ 0 h 13074"/>
                <a:gd name="T24" fmla="*/ 0 w 11331"/>
                <a:gd name="T25" fmla="*/ 0 h 13074"/>
                <a:gd name="T26" fmla="*/ 0 w 11331"/>
                <a:gd name="T27" fmla="*/ 0 h 13074"/>
                <a:gd name="T28" fmla="*/ 0 w 11331"/>
                <a:gd name="T29" fmla="*/ 0 h 13074"/>
                <a:gd name="T30" fmla="*/ 0 w 11331"/>
                <a:gd name="T31" fmla="*/ 0 h 13074"/>
                <a:gd name="T32" fmla="*/ 0 w 11331"/>
                <a:gd name="T33" fmla="*/ 0 h 13074"/>
                <a:gd name="T34" fmla="*/ 0 w 11331"/>
                <a:gd name="T35" fmla="*/ 0 h 13074"/>
                <a:gd name="T36" fmla="*/ 0 w 11331"/>
                <a:gd name="T37" fmla="*/ 0 h 13074"/>
                <a:gd name="T38" fmla="*/ 0 w 11331"/>
                <a:gd name="T39" fmla="*/ 0 h 13074"/>
                <a:gd name="T40" fmla="*/ 0 w 11331"/>
                <a:gd name="T41" fmla="*/ 0 h 13074"/>
                <a:gd name="T42" fmla="*/ 0 w 11331"/>
                <a:gd name="T43" fmla="*/ 0 h 13074"/>
                <a:gd name="T44" fmla="*/ 0 w 11331"/>
                <a:gd name="T45" fmla="*/ 0 h 13074"/>
                <a:gd name="T46" fmla="*/ 0 w 11331"/>
                <a:gd name="T47" fmla="*/ 0 h 13074"/>
                <a:gd name="T48" fmla="*/ 0 w 11331"/>
                <a:gd name="T49" fmla="*/ 0 h 13074"/>
                <a:gd name="T50" fmla="*/ 0 w 11331"/>
                <a:gd name="T51" fmla="*/ 0 h 13074"/>
                <a:gd name="T52" fmla="*/ 0 w 11331"/>
                <a:gd name="T53" fmla="*/ 0 h 13074"/>
                <a:gd name="T54" fmla="*/ 0 w 11331"/>
                <a:gd name="T55" fmla="*/ 0 h 13074"/>
                <a:gd name="T56" fmla="*/ 0 w 11331"/>
                <a:gd name="T57" fmla="*/ 0 h 13074"/>
                <a:gd name="T58" fmla="*/ 0 w 11331"/>
                <a:gd name="T59" fmla="*/ 0 h 13074"/>
                <a:gd name="T60" fmla="*/ 0 w 11331"/>
                <a:gd name="T61" fmla="*/ 0 h 13074"/>
                <a:gd name="T62" fmla="*/ 0 w 11331"/>
                <a:gd name="T63" fmla="*/ 0 h 13074"/>
                <a:gd name="T64" fmla="*/ 0 w 11331"/>
                <a:gd name="T65" fmla="*/ 0 h 13074"/>
                <a:gd name="T66" fmla="*/ 0 w 11331"/>
                <a:gd name="T67" fmla="*/ 0 h 13074"/>
                <a:gd name="T68" fmla="*/ 0 w 11331"/>
                <a:gd name="T69" fmla="*/ 0 h 13074"/>
                <a:gd name="T70" fmla="*/ 0 w 11331"/>
                <a:gd name="T71" fmla="*/ 0 h 13074"/>
                <a:gd name="T72" fmla="*/ 0 w 11331"/>
                <a:gd name="T73" fmla="*/ 0 h 13074"/>
                <a:gd name="T74" fmla="*/ 0 w 11331"/>
                <a:gd name="T75" fmla="*/ 0 h 13074"/>
                <a:gd name="T76" fmla="*/ 0 w 11331"/>
                <a:gd name="T77" fmla="*/ 0 h 13074"/>
                <a:gd name="T78" fmla="*/ 0 w 11331"/>
                <a:gd name="T79" fmla="*/ 0 h 13074"/>
                <a:gd name="T80" fmla="*/ 0 w 11331"/>
                <a:gd name="T81" fmla="*/ 0 h 13074"/>
                <a:gd name="T82" fmla="*/ 0 w 11331"/>
                <a:gd name="T83" fmla="*/ 0 h 13074"/>
                <a:gd name="T84" fmla="*/ 0 w 11331"/>
                <a:gd name="T85" fmla="*/ 0 h 13074"/>
                <a:gd name="T86" fmla="*/ 0 w 11331"/>
                <a:gd name="T87" fmla="*/ 0 h 13074"/>
                <a:gd name="T88" fmla="*/ 0 w 11331"/>
                <a:gd name="T89" fmla="*/ 0 h 13074"/>
                <a:gd name="T90" fmla="*/ 0 w 11331"/>
                <a:gd name="T91" fmla="*/ 0 h 13074"/>
                <a:gd name="T92" fmla="*/ 0 w 11331"/>
                <a:gd name="T93" fmla="*/ 0 h 13074"/>
                <a:gd name="T94" fmla="*/ 0 w 11331"/>
                <a:gd name="T95" fmla="*/ 0 h 13074"/>
                <a:gd name="T96" fmla="*/ 0 w 11331"/>
                <a:gd name="T97" fmla="*/ 0 h 13074"/>
                <a:gd name="T98" fmla="*/ 0 w 11331"/>
                <a:gd name="T99" fmla="*/ 0 h 13074"/>
                <a:gd name="T100" fmla="*/ 0 w 11331"/>
                <a:gd name="T101" fmla="*/ 0 h 13074"/>
                <a:gd name="T102" fmla="*/ 0 w 11331"/>
                <a:gd name="T103" fmla="*/ 0 h 13074"/>
                <a:gd name="T104" fmla="*/ 0 w 11331"/>
                <a:gd name="T105" fmla="*/ 0 h 13074"/>
                <a:gd name="T106" fmla="*/ 0 w 11331"/>
                <a:gd name="T107" fmla="*/ 0 h 13074"/>
                <a:gd name="T108" fmla="*/ 0 w 11331"/>
                <a:gd name="T109" fmla="*/ 0 h 13074"/>
                <a:gd name="T110" fmla="*/ 0 w 11331"/>
                <a:gd name="T111" fmla="*/ 0 h 13074"/>
                <a:gd name="T112" fmla="*/ 0 w 11331"/>
                <a:gd name="T113" fmla="*/ 0 h 13074"/>
                <a:gd name="T114" fmla="*/ 0 w 11331"/>
                <a:gd name="T115" fmla="*/ 0 h 13074"/>
                <a:gd name="T116" fmla="*/ 0 w 11331"/>
                <a:gd name="T117" fmla="*/ 0 h 13074"/>
                <a:gd name="T118" fmla="*/ 0 w 11331"/>
                <a:gd name="T119" fmla="*/ 0 h 13074"/>
                <a:gd name="T120" fmla="*/ 0 w 11331"/>
                <a:gd name="T121" fmla="*/ 0 h 13074"/>
                <a:gd name="T122" fmla="*/ 0 w 11331"/>
                <a:gd name="T123" fmla="*/ 0 h 13074"/>
                <a:gd name="T124" fmla="*/ 0 w 11331"/>
                <a:gd name="T125" fmla="*/ 0 h 1307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1331" h="13074">
                  <a:moveTo>
                    <a:pt x="837" y="972"/>
                  </a:moveTo>
                  <a:lnTo>
                    <a:pt x="782" y="950"/>
                  </a:lnTo>
                  <a:lnTo>
                    <a:pt x="729" y="928"/>
                  </a:lnTo>
                  <a:lnTo>
                    <a:pt x="676" y="910"/>
                  </a:lnTo>
                  <a:lnTo>
                    <a:pt x="624" y="891"/>
                  </a:lnTo>
                  <a:lnTo>
                    <a:pt x="573" y="875"/>
                  </a:lnTo>
                  <a:lnTo>
                    <a:pt x="522" y="860"/>
                  </a:lnTo>
                  <a:lnTo>
                    <a:pt x="471" y="846"/>
                  </a:lnTo>
                  <a:lnTo>
                    <a:pt x="421" y="832"/>
                  </a:lnTo>
                  <a:lnTo>
                    <a:pt x="371" y="821"/>
                  </a:lnTo>
                  <a:lnTo>
                    <a:pt x="320" y="811"/>
                  </a:lnTo>
                  <a:lnTo>
                    <a:pt x="269" y="801"/>
                  </a:lnTo>
                  <a:lnTo>
                    <a:pt x="218" y="793"/>
                  </a:lnTo>
                  <a:lnTo>
                    <a:pt x="165" y="785"/>
                  </a:lnTo>
                  <a:lnTo>
                    <a:pt x="111" y="779"/>
                  </a:lnTo>
                  <a:lnTo>
                    <a:pt x="56" y="774"/>
                  </a:lnTo>
                  <a:lnTo>
                    <a:pt x="0" y="769"/>
                  </a:lnTo>
                  <a:lnTo>
                    <a:pt x="17" y="789"/>
                  </a:lnTo>
                  <a:lnTo>
                    <a:pt x="33" y="810"/>
                  </a:lnTo>
                  <a:lnTo>
                    <a:pt x="48" y="829"/>
                  </a:lnTo>
                  <a:lnTo>
                    <a:pt x="61" y="849"/>
                  </a:lnTo>
                  <a:lnTo>
                    <a:pt x="75" y="868"/>
                  </a:lnTo>
                  <a:lnTo>
                    <a:pt x="87" y="887"/>
                  </a:lnTo>
                  <a:lnTo>
                    <a:pt x="98" y="906"/>
                  </a:lnTo>
                  <a:lnTo>
                    <a:pt x="108" y="925"/>
                  </a:lnTo>
                  <a:lnTo>
                    <a:pt x="129" y="964"/>
                  </a:lnTo>
                  <a:lnTo>
                    <a:pt x="147" y="1004"/>
                  </a:lnTo>
                  <a:lnTo>
                    <a:pt x="165" y="1044"/>
                  </a:lnTo>
                  <a:lnTo>
                    <a:pt x="181" y="1087"/>
                  </a:lnTo>
                  <a:lnTo>
                    <a:pt x="837" y="972"/>
                  </a:lnTo>
                  <a:close/>
                  <a:moveTo>
                    <a:pt x="3215" y="678"/>
                  </a:moveTo>
                  <a:lnTo>
                    <a:pt x="3149" y="645"/>
                  </a:lnTo>
                  <a:lnTo>
                    <a:pt x="3084" y="613"/>
                  </a:lnTo>
                  <a:lnTo>
                    <a:pt x="3020" y="584"/>
                  </a:lnTo>
                  <a:lnTo>
                    <a:pt x="2957" y="558"/>
                  </a:lnTo>
                  <a:lnTo>
                    <a:pt x="2894" y="534"/>
                  </a:lnTo>
                  <a:lnTo>
                    <a:pt x="2833" y="512"/>
                  </a:lnTo>
                  <a:lnTo>
                    <a:pt x="2771" y="492"/>
                  </a:lnTo>
                  <a:lnTo>
                    <a:pt x="2709" y="473"/>
                  </a:lnTo>
                  <a:lnTo>
                    <a:pt x="2647" y="457"/>
                  </a:lnTo>
                  <a:lnTo>
                    <a:pt x="2585" y="443"/>
                  </a:lnTo>
                  <a:lnTo>
                    <a:pt x="2522" y="429"/>
                  </a:lnTo>
                  <a:lnTo>
                    <a:pt x="2458" y="418"/>
                  </a:lnTo>
                  <a:lnTo>
                    <a:pt x="2392" y="408"/>
                  </a:lnTo>
                  <a:lnTo>
                    <a:pt x="2325" y="399"/>
                  </a:lnTo>
                  <a:lnTo>
                    <a:pt x="2256" y="392"/>
                  </a:lnTo>
                  <a:lnTo>
                    <a:pt x="2186" y="385"/>
                  </a:lnTo>
                  <a:lnTo>
                    <a:pt x="2222" y="435"/>
                  </a:lnTo>
                  <a:lnTo>
                    <a:pt x="2256" y="486"/>
                  </a:lnTo>
                  <a:lnTo>
                    <a:pt x="2288" y="537"/>
                  </a:lnTo>
                  <a:lnTo>
                    <a:pt x="2320" y="590"/>
                  </a:lnTo>
                  <a:lnTo>
                    <a:pt x="2349" y="644"/>
                  </a:lnTo>
                  <a:lnTo>
                    <a:pt x="2379" y="699"/>
                  </a:lnTo>
                  <a:lnTo>
                    <a:pt x="2409" y="756"/>
                  </a:lnTo>
                  <a:lnTo>
                    <a:pt x="2437" y="815"/>
                  </a:lnTo>
                  <a:lnTo>
                    <a:pt x="3215" y="678"/>
                  </a:lnTo>
                  <a:close/>
                  <a:moveTo>
                    <a:pt x="4694" y="544"/>
                  </a:moveTo>
                  <a:lnTo>
                    <a:pt x="4753" y="533"/>
                  </a:lnTo>
                  <a:lnTo>
                    <a:pt x="4813" y="522"/>
                  </a:lnTo>
                  <a:lnTo>
                    <a:pt x="4874" y="512"/>
                  </a:lnTo>
                  <a:lnTo>
                    <a:pt x="4934" y="501"/>
                  </a:lnTo>
                  <a:lnTo>
                    <a:pt x="4995" y="491"/>
                  </a:lnTo>
                  <a:lnTo>
                    <a:pt x="5056" y="479"/>
                  </a:lnTo>
                  <a:lnTo>
                    <a:pt x="5116" y="469"/>
                  </a:lnTo>
                  <a:lnTo>
                    <a:pt x="5177" y="459"/>
                  </a:lnTo>
                  <a:lnTo>
                    <a:pt x="5237" y="448"/>
                  </a:lnTo>
                  <a:lnTo>
                    <a:pt x="5297" y="438"/>
                  </a:lnTo>
                  <a:lnTo>
                    <a:pt x="5356" y="427"/>
                  </a:lnTo>
                  <a:lnTo>
                    <a:pt x="5415" y="416"/>
                  </a:lnTo>
                  <a:lnTo>
                    <a:pt x="5473" y="406"/>
                  </a:lnTo>
                  <a:lnTo>
                    <a:pt x="5530" y="397"/>
                  </a:lnTo>
                  <a:lnTo>
                    <a:pt x="5586" y="387"/>
                  </a:lnTo>
                  <a:lnTo>
                    <a:pt x="5642" y="376"/>
                  </a:lnTo>
                  <a:lnTo>
                    <a:pt x="5607" y="355"/>
                  </a:lnTo>
                  <a:lnTo>
                    <a:pt x="5572" y="334"/>
                  </a:lnTo>
                  <a:lnTo>
                    <a:pt x="5537" y="313"/>
                  </a:lnTo>
                  <a:lnTo>
                    <a:pt x="5501" y="294"/>
                  </a:lnTo>
                  <a:lnTo>
                    <a:pt x="5466" y="274"/>
                  </a:lnTo>
                  <a:lnTo>
                    <a:pt x="5429" y="256"/>
                  </a:lnTo>
                  <a:lnTo>
                    <a:pt x="5392" y="238"/>
                  </a:lnTo>
                  <a:lnTo>
                    <a:pt x="5355" y="220"/>
                  </a:lnTo>
                  <a:lnTo>
                    <a:pt x="5318" y="204"/>
                  </a:lnTo>
                  <a:lnTo>
                    <a:pt x="5281" y="189"/>
                  </a:lnTo>
                  <a:lnTo>
                    <a:pt x="5243" y="173"/>
                  </a:lnTo>
                  <a:lnTo>
                    <a:pt x="5205" y="158"/>
                  </a:lnTo>
                  <a:lnTo>
                    <a:pt x="5166" y="144"/>
                  </a:lnTo>
                  <a:lnTo>
                    <a:pt x="5127" y="131"/>
                  </a:lnTo>
                  <a:lnTo>
                    <a:pt x="5088" y="118"/>
                  </a:lnTo>
                  <a:lnTo>
                    <a:pt x="5049" y="106"/>
                  </a:lnTo>
                  <a:lnTo>
                    <a:pt x="5009" y="95"/>
                  </a:lnTo>
                  <a:lnTo>
                    <a:pt x="4969" y="84"/>
                  </a:lnTo>
                  <a:lnTo>
                    <a:pt x="4928" y="73"/>
                  </a:lnTo>
                  <a:lnTo>
                    <a:pt x="4888" y="64"/>
                  </a:lnTo>
                  <a:lnTo>
                    <a:pt x="4846" y="55"/>
                  </a:lnTo>
                  <a:lnTo>
                    <a:pt x="4805" y="47"/>
                  </a:lnTo>
                  <a:lnTo>
                    <a:pt x="4763" y="40"/>
                  </a:lnTo>
                  <a:lnTo>
                    <a:pt x="4721" y="33"/>
                  </a:lnTo>
                  <a:lnTo>
                    <a:pt x="4678" y="27"/>
                  </a:lnTo>
                  <a:lnTo>
                    <a:pt x="4635" y="20"/>
                  </a:lnTo>
                  <a:lnTo>
                    <a:pt x="4593" y="15"/>
                  </a:lnTo>
                  <a:lnTo>
                    <a:pt x="4550" y="11"/>
                  </a:lnTo>
                  <a:lnTo>
                    <a:pt x="4506" y="7"/>
                  </a:lnTo>
                  <a:lnTo>
                    <a:pt x="4462" y="4"/>
                  </a:lnTo>
                  <a:lnTo>
                    <a:pt x="4417" y="2"/>
                  </a:lnTo>
                  <a:lnTo>
                    <a:pt x="4373" y="0"/>
                  </a:lnTo>
                  <a:lnTo>
                    <a:pt x="4389" y="15"/>
                  </a:lnTo>
                  <a:lnTo>
                    <a:pt x="4404" y="32"/>
                  </a:lnTo>
                  <a:lnTo>
                    <a:pt x="4420" y="48"/>
                  </a:lnTo>
                  <a:lnTo>
                    <a:pt x="4435" y="65"/>
                  </a:lnTo>
                  <a:lnTo>
                    <a:pt x="4463" y="99"/>
                  </a:lnTo>
                  <a:lnTo>
                    <a:pt x="4487" y="133"/>
                  </a:lnTo>
                  <a:lnTo>
                    <a:pt x="4511" y="168"/>
                  </a:lnTo>
                  <a:lnTo>
                    <a:pt x="4532" y="203"/>
                  </a:lnTo>
                  <a:lnTo>
                    <a:pt x="4553" y="239"/>
                  </a:lnTo>
                  <a:lnTo>
                    <a:pt x="4571" y="274"/>
                  </a:lnTo>
                  <a:lnTo>
                    <a:pt x="4588" y="310"/>
                  </a:lnTo>
                  <a:lnTo>
                    <a:pt x="4605" y="345"/>
                  </a:lnTo>
                  <a:lnTo>
                    <a:pt x="4621" y="379"/>
                  </a:lnTo>
                  <a:lnTo>
                    <a:pt x="4635" y="414"/>
                  </a:lnTo>
                  <a:lnTo>
                    <a:pt x="4665" y="480"/>
                  </a:lnTo>
                  <a:lnTo>
                    <a:pt x="4694" y="544"/>
                  </a:lnTo>
                  <a:close/>
                  <a:moveTo>
                    <a:pt x="4757" y="1607"/>
                  </a:moveTo>
                  <a:lnTo>
                    <a:pt x="4717" y="1568"/>
                  </a:lnTo>
                  <a:lnTo>
                    <a:pt x="4677" y="1531"/>
                  </a:lnTo>
                  <a:lnTo>
                    <a:pt x="4638" y="1494"/>
                  </a:lnTo>
                  <a:lnTo>
                    <a:pt x="4599" y="1461"/>
                  </a:lnTo>
                  <a:lnTo>
                    <a:pt x="4560" y="1427"/>
                  </a:lnTo>
                  <a:lnTo>
                    <a:pt x="4521" y="1395"/>
                  </a:lnTo>
                  <a:lnTo>
                    <a:pt x="4481" y="1364"/>
                  </a:lnTo>
                  <a:lnTo>
                    <a:pt x="4442" y="1334"/>
                  </a:lnTo>
                  <a:lnTo>
                    <a:pt x="4403" y="1306"/>
                  </a:lnTo>
                  <a:lnTo>
                    <a:pt x="4364" y="1277"/>
                  </a:lnTo>
                  <a:lnTo>
                    <a:pt x="4324" y="1250"/>
                  </a:lnTo>
                  <a:lnTo>
                    <a:pt x="4284" y="1223"/>
                  </a:lnTo>
                  <a:lnTo>
                    <a:pt x="4203" y="1170"/>
                  </a:lnTo>
                  <a:lnTo>
                    <a:pt x="4120" y="1119"/>
                  </a:lnTo>
                  <a:lnTo>
                    <a:pt x="2735" y="1363"/>
                  </a:lnTo>
                  <a:lnTo>
                    <a:pt x="2757" y="1433"/>
                  </a:lnTo>
                  <a:lnTo>
                    <a:pt x="2782" y="1501"/>
                  </a:lnTo>
                  <a:lnTo>
                    <a:pt x="2805" y="1569"/>
                  </a:lnTo>
                  <a:lnTo>
                    <a:pt x="2830" y="1636"/>
                  </a:lnTo>
                  <a:lnTo>
                    <a:pt x="2841" y="1671"/>
                  </a:lnTo>
                  <a:lnTo>
                    <a:pt x="2853" y="1705"/>
                  </a:lnTo>
                  <a:lnTo>
                    <a:pt x="2865" y="1741"/>
                  </a:lnTo>
                  <a:lnTo>
                    <a:pt x="2875" y="1777"/>
                  </a:lnTo>
                  <a:lnTo>
                    <a:pt x="2885" y="1815"/>
                  </a:lnTo>
                  <a:lnTo>
                    <a:pt x="2894" y="1852"/>
                  </a:lnTo>
                  <a:lnTo>
                    <a:pt x="2903" y="1891"/>
                  </a:lnTo>
                  <a:lnTo>
                    <a:pt x="2911" y="1931"/>
                  </a:lnTo>
                  <a:lnTo>
                    <a:pt x="4757" y="1607"/>
                  </a:lnTo>
                  <a:close/>
                  <a:moveTo>
                    <a:pt x="7058" y="1303"/>
                  </a:moveTo>
                  <a:lnTo>
                    <a:pt x="7033" y="1271"/>
                  </a:lnTo>
                  <a:lnTo>
                    <a:pt x="7007" y="1241"/>
                  </a:lnTo>
                  <a:lnTo>
                    <a:pt x="6982" y="1211"/>
                  </a:lnTo>
                  <a:lnTo>
                    <a:pt x="6956" y="1181"/>
                  </a:lnTo>
                  <a:lnTo>
                    <a:pt x="6930" y="1152"/>
                  </a:lnTo>
                  <a:lnTo>
                    <a:pt x="6903" y="1122"/>
                  </a:lnTo>
                  <a:lnTo>
                    <a:pt x="6877" y="1093"/>
                  </a:lnTo>
                  <a:lnTo>
                    <a:pt x="6849" y="1066"/>
                  </a:lnTo>
                  <a:lnTo>
                    <a:pt x="6821" y="1038"/>
                  </a:lnTo>
                  <a:lnTo>
                    <a:pt x="6794" y="1011"/>
                  </a:lnTo>
                  <a:lnTo>
                    <a:pt x="6765" y="985"/>
                  </a:lnTo>
                  <a:lnTo>
                    <a:pt x="6736" y="959"/>
                  </a:lnTo>
                  <a:lnTo>
                    <a:pt x="6709" y="934"/>
                  </a:lnTo>
                  <a:lnTo>
                    <a:pt x="6680" y="910"/>
                  </a:lnTo>
                  <a:lnTo>
                    <a:pt x="6652" y="886"/>
                  </a:lnTo>
                  <a:lnTo>
                    <a:pt x="6623" y="863"/>
                  </a:lnTo>
                  <a:lnTo>
                    <a:pt x="6594" y="842"/>
                  </a:lnTo>
                  <a:lnTo>
                    <a:pt x="6566" y="820"/>
                  </a:lnTo>
                  <a:lnTo>
                    <a:pt x="6537" y="800"/>
                  </a:lnTo>
                  <a:lnTo>
                    <a:pt x="6508" y="780"/>
                  </a:lnTo>
                  <a:lnTo>
                    <a:pt x="6480" y="762"/>
                  </a:lnTo>
                  <a:lnTo>
                    <a:pt x="6452" y="744"/>
                  </a:lnTo>
                  <a:lnTo>
                    <a:pt x="6425" y="727"/>
                  </a:lnTo>
                  <a:lnTo>
                    <a:pt x="6397" y="712"/>
                  </a:lnTo>
                  <a:lnTo>
                    <a:pt x="6369" y="698"/>
                  </a:lnTo>
                  <a:lnTo>
                    <a:pt x="6342" y="684"/>
                  </a:lnTo>
                  <a:lnTo>
                    <a:pt x="6315" y="672"/>
                  </a:lnTo>
                  <a:lnTo>
                    <a:pt x="6289" y="661"/>
                  </a:lnTo>
                  <a:lnTo>
                    <a:pt x="6263" y="652"/>
                  </a:lnTo>
                  <a:lnTo>
                    <a:pt x="6238" y="644"/>
                  </a:lnTo>
                  <a:lnTo>
                    <a:pt x="6212" y="636"/>
                  </a:lnTo>
                  <a:lnTo>
                    <a:pt x="6187" y="630"/>
                  </a:lnTo>
                  <a:lnTo>
                    <a:pt x="4827" y="870"/>
                  </a:lnTo>
                  <a:lnTo>
                    <a:pt x="4849" y="921"/>
                  </a:lnTo>
                  <a:lnTo>
                    <a:pt x="4871" y="970"/>
                  </a:lnTo>
                  <a:lnTo>
                    <a:pt x="4890" y="1018"/>
                  </a:lnTo>
                  <a:lnTo>
                    <a:pt x="4909" y="1065"/>
                  </a:lnTo>
                  <a:lnTo>
                    <a:pt x="4927" y="1111"/>
                  </a:lnTo>
                  <a:lnTo>
                    <a:pt x="4944" y="1156"/>
                  </a:lnTo>
                  <a:lnTo>
                    <a:pt x="4962" y="1202"/>
                  </a:lnTo>
                  <a:lnTo>
                    <a:pt x="4978" y="1246"/>
                  </a:lnTo>
                  <a:lnTo>
                    <a:pt x="4994" y="1291"/>
                  </a:lnTo>
                  <a:lnTo>
                    <a:pt x="5010" y="1337"/>
                  </a:lnTo>
                  <a:lnTo>
                    <a:pt x="5026" y="1385"/>
                  </a:lnTo>
                  <a:lnTo>
                    <a:pt x="5042" y="1433"/>
                  </a:lnTo>
                  <a:lnTo>
                    <a:pt x="5060" y="1483"/>
                  </a:lnTo>
                  <a:lnTo>
                    <a:pt x="5077" y="1534"/>
                  </a:lnTo>
                  <a:lnTo>
                    <a:pt x="5096" y="1588"/>
                  </a:lnTo>
                  <a:lnTo>
                    <a:pt x="5114" y="1644"/>
                  </a:lnTo>
                  <a:lnTo>
                    <a:pt x="5234" y="1623"/>
                  </a:lnTo>
                  <a:lnTo>
                    <a:pt x="5353" y="1602"/>
                  </a:lnTo>
                  <a:lnTo>
                    <a:pt x="5474" y="1581"/>
                  </a:lnTo>
                  <a:lnTo>
                    <a:pt x="5596" y="1560"/>
                  </a:lnTo>
                  <a:lnTo>
                    <a:pt x="5717" y="1538"/>
                  </a:lnTo>
                  <a:lnTo>
                    <a:pt x="5840" y="1517"/>
                  </a:lnTo>
                  <a:lnTo>
                    <a:pt x="5963" y="1495"/>
                  </a:lnTo>
                  <a:lnTo>
                    <a:pt x="6086" y="1473"/>
                  </a:lnTo>
                  <a:lnTo>
                    <a:pt x="6209" y="1451"/>
                  </a:lnTo>
                  <a:lnTo>
                    <a:pt x="6332" y="1430"/>
                  </a:lnTo>
                  <a:lnTo>
                    <a:pt x="6454" y="1409"/>
                  </a:lnTo>
                  <a:lnTo>
                    <a:pt x="6576" y="1387"/>
                  </a:lnTo>
                  <a:lnTo>
                    <a:pt x="6698" y="1366"/>
                  </a:lnTo>
                  <a:lnTo>
                    <a:pt x="6818" y="1344"/>
                  </a:lnTo>
                  <a:lnTo>
                    <a:pt x="6939" y="1323"/>
                  </a:lnTo>
                  <a:lnTo>
                    <a:pt x="7058" y="1303"/>
                  </a:lnTo>
                  <a:close/>
                  <a:moveTo>
                    <a:pt x="6868" y="12705"/>
                  </a:moveTo>
                  <a:lnTo>
                    <a:pt x="6867" y="12729"/>
                  </a:lnTo>
                  <a:lnTo>
                    <a:pt x="6865" y="12752"/>
                  </a:lnTo>
                  <a:lnTo>
                    <a:pt x="6861" y="12774"/>
                  </a:lnTo>
                  <a:lnTo>
                    <a:pt x="6857" y="12797"/>
                  </a:lnTo>
                  <a:lnTo>
                    <a:pt x="6852" y="12819"/>
                  </a:lnTo>
                  <a:lnTo>
                    <a:pt x="6846" y="12842"/>
                  </a:lnTo>
                  <a:lnTo>
                    <a:pt x="6839" y="12864"/>
                  </a:lnTo>
                  <a:lnTo>
                    <a:pt x="6832" y="12887"/>
                  </a:lnTo>
                  <a:lnTo>
                    <a:pt x="6815" y="12933"/>
                  </a:lnTo>
                  <a:lnTo>
                    <a:pt x="6797" y="12978"/>
                  </a:lnTo>
                  <a:lnTo>
                    <a:pt x="6778" y="13025"/>
                  </a:lnTo>
                  <a:lnTo>
                    <a:pt x="6759" y="13074"/>
                  </a:lnTo>
                  <a:lnTo>
                    <a:pt x="6455" y="12779"/>
                  </a:lnTo>
                  <a:lnTo>
                    <a:pt x="6511" y="12768"/>
                  </a:lnTo>
                  <a:lnTo>
                    <a:pt x="6565" y="12759"/>
                  </a:lnTo>
                  <a:lnTo>
                    <a:pt x="6619" y="12750"/>
                  </a:lnTo>
                  <a:lnTo>
                    <a:pt x="6671" y="12740"/>
                  </a:lnTo>
                  <a:lnTo>
                    <a:pt x="6723" y="12731"/>
                  </a:lnTo>
                  <a:lnTo>
                    <a:pt x="6773" y="12722"/>
                  </a:lnTo>
                  <a:lnTo>
                    <a:pt x="6821" y="12713"/>
                  </a:lnTo>
                  <a:lnTo>
                    <a:pt x="6868" y="12705"/>
                  </a:lnTo>
                  <a:close/>
                  <a:moveTo>
                    <a:pt x="6950" y="11891"/>
                  </a:moveTo>
                  <a:lnTo>
                    <a:pt x="6954" y="11867"/>
                  </a:lnTo>
                  <a:lnTo>
                    <a:pt x="6959" y="11843"/>
                  </a:lnTo>
                  <a:lnTo>
                    <a:pt x="6962" y="11819"/>
                  </a:lnTo>
                  <a:lnTo>
                    <a:pt x="6966" y="11795"/>
                  </a:lnTo>
                  <a:lnTo>
                    <a:pt x="6969" y="11771"/>
                  </a:lnTo>
                  <a:lnTo>
                    <a:pt x="6971" y="11747"/>
                  </a:lnTo>
                  <a:lnTo>
                    <a:pt x="6972" y="11724"/>
                  </a:lnTo>
                  <a:lnTo>
                    <a:pt x="6973" y="11700"/>
                  </a:lnTo>
                  <a:lnTo>
                    <a:pt x="6973" y="11677"/>
                  </a:lnTo>
                  <a:lnTo>
                    <a:pt x="6973" y="11654"/>
                  </a:lnTo>
                  <a:lnTo>
                    <a:pt x="6972" y="11630"/>
                  </a:lnTo>
                  <a:lnTo>
                    <a:pt x="6970" y="11607"/>
                  </a:lnTo>
                  <a:lnTo>
                    <a:pt x="6968" y="11584"/>
                  </a:lnTo>
                  <a:lnTo>
                    <a:pt x="6966" y="11561"/>
                  </a:lnTo>
                  <a:lnTo>
                    <a:pt x="6962" y="11538"/>
                  </a:lnTo>
                  <a:lnTo>
                    <a:pt x="6958" y="11515"/>
                  </a:lnTo>
                  <a:lnTo>
                    <a:pt x="5234" y="11819"/>
                  </a:lnTo>
                  <a:lnTo>
                    <a:pt x="5614" y="12126"/>
                  </a:lnTo>
                  <a:lnTo>
                    <a:pt x="5697" y="12111"/>
                  </a:lnTo>
                  <a:lnTo>
                    <a:pt x="5780" y="12097"/>
                  </a:lnTo>
                  <a:lnTo>
                    <a:pt x="5862" y="12083"/>
                  </a:lnTo>
                  <a:lnTo>
                    <a:pt x="5946" y="12068"/>
                  </a:lnTo>
                  <a:lnTo>
                    <a:pt x="6030" y="12053"/>
                  </a:lnTo>
                  <a:lnTo>
                    <a:pt x="6114" y="12039"/>
                  </a:lnTo>
                  <a:lnTo>
                    <a:pt x="6198" y="12024"/>
                  </a:lnTo>
                  <a:lnTo>
                    <a:pt x="6282" y="12009"/>
                  </a:lnTo>
                  <a:lnTo>
                    <a:pt x="6366" y="11994"/>
                  </a:lnTo>
                  <a:lnTo>
                    <a:pt x="6450" y="11980"/>
                  </a:lnTo>
                  <a:lnTo>
                    <a:pt x="6534" y="11965"/>
                  </a:lnTo>
                  <a:lnTo>
                    <a:pt x="6618" y="11950"/>
                  </a:lnTo>
                  <a:lnTo>
                    <a:pt x="6702" y="11935"/>
                  </a:lnTo>
                  <a:lnTo>
                    <a:pt x="6785" y="11921"/>
                  </a:lnTo>
                  <a:lnTo>
                    <a:pt x="6867" y="11905"/>
                  </a:lnTo>
                  <a:lnTo>
                    <a:pt x="6950" y="11891"/>
                  </a:lnTo>
                  <a:close/>
                  <a:moveTo>
                    <a:pt x="9130" y="11609"/>
                  </a:moveTo>
                  <a:lnTo>
                    <a:pt x="9133" y="11575"/>
                  </a:lnTo>
                  <a:lnTo>
                    <a:pt x="9135" y="11540"/>
                  </a:lnTo>
                  <a:lnTo>
                    <a:pt x="9137" y="11506"/>
                  </a:lnTo>
                  <a:lnTo>
                    <a:pt x="9138" y="11471"/>
                  </a:lnTo>
                  <a:lnTo>
                    <a:pt x="9140" y="11401"/>
                  </a:lnTo>
                  <a:lnTo>
                    <a:pt x="9139" y="11328"/>
                  </a:lnTo>
                  <a:lnTo>
                    <a:pt x="9138" y="11256"/>
                  </a:lnTo>
                  <a:lnTo>
                    <a:pt x="9135" y="11182"/>
                  </a:lnTo>
                  <a:lnTo>
                    <a:pt x="9132" y="11108"/>
                  </a:lnTo>
                  <a:lnTo>
                    <a:pt x="9128" y="11033"/>
                  </a:lnTo>
                  <a:lnTo>
                    <a:pt x="7354" y="11345"/>
                  </a:lnTo>
                  <a:lnTo>
                    <a:pt x="7939" y="11817"/>
                  </a:lnTo>
                  <a:lnTo>
                    <a:pt x="8011" y="11804"/>
                  </a:lnTo>
                  <a:lnTo>
                    <a:pt x="8086" y="11791"/>
                  </a:lnTo>
                  <a:lnTo>
                    <a:pt x="8160" y="11779"/>
                  </a:lnTo>
                  <a:lnTo>
                    <a:pt x="8234" y="11766"/>
                  </a:lnTo>
                  <a:lnTo>
                    <a:pt x="8309" y="11752"/>
                  </a:lnTo>
                  <a:lnTo>
                    <a:pt x="8384" y="11739"/>
                  </a:lnTo>
                  <a:lnTo>
                    <a:pt x="8459" y="11726"/>
                  </a:lnTo>
                  <a:lnTo>
                    <a:pt x="8534" y="11713"/>
                  </a:lnTo>
                  <a:lnTo>
                    <a:pt x="8609" y="11699"/>
                  </a:lnTo>
                  <a:lnTo>
                    <a:pt x="8684" y="11686"/>
                  </a:lnTo>
                  <a:lnTo>
                    <a:pt x="8759" y="11673"/>
                  </a:lnTo>
                  <a:lnTo>
                    <a:pt x="8834" y="11660"/>
                  </a:lnTo>
                  <a:lnTo>
                    <a:pt x="8908" y="11647"/>
                  </a:lnTo>
                  <a:lnTo>
                    <a:pt x="8983" y="11634"/>
                  </a:lnTo>
                  <a:lnTo>
                    <a:pt x="9056" y="11621"/>
                  </a:lnTo>
                  <a:lnTo>
                    <a:pt x="9130" y="11609"/>
                  </a:lnTo>
                  <a:close/>
                  <a:moveTo>
                    <a:pt x="9009" y="12204"/>
                  </a:moveTo>
                  <a:lnTo>
                    <a:pt x="8450" y="12302"/>
                  </a:lnTo>
                  <a:lnTo>
                    <a:pt x="8495" y="12350"/>
                  </a:lnTo>
                  <a:lnTo>
                    <a:pt x="8539" y="12399"/>
                  </a:lnTo>
                  <a:lnTo>
                    <a:pt x="8581" y="12449"/>
                  </a:lnTo>
                  <a:lnTo>
                    <a:pt x="8623" y="12500"/>
                  </a:lnTo>
                  <a:lnTo>
                    <a:pt x="8666" y="12552"/>
                  </a:lnTo>
                  <a:lnTo>
                    <a:pt x="8709" y="12605"/>
                  </a:lnTo>
                  <a:lnTo>
                    <a:pt x="8753" y="12659"/>
                  </a:lnTo>
                  <a:lnTo>
                    <a:pt x="8800" y="12716"/>
                  </a:lnTo>
                  <a:lnTo>
                    <a:pt x="8821" y="12684"/>
                  </a:lnTo>
                  <a:lnTo>
                    <a:pt x="8842" y="12652"/>
                  </a:lnTo>
                  <a:lnTo>
                    <a:pt x="8862" y="12620"/>
                  </a:lnTo>
                  <a:lnTo>
                    <a:pt x="8880" y="12589"/>
                  </a:lnTo>
                  <a:lnTo>
                    <a:pt x="8897" y="12557"/>
                  </a:lnTo>
                  <a:lnTo>
                    <a:pt x="8913" y="12526"/>
                  </a:lnTo>
                  <a:lnTo>
                    <a:pt x="8928" y="12494"/>
                  </a:lnTo>
                  <a:lnTo>
                    <a:pt x="8943" y="12462"/>
                  </a:lnTo>
                  <a:lnTo>
                    <a:pt x="8955" y="12431"/>
                  </a:lnTo>
                  <a:lnTo>
                    <a:pt x="8966" y="12399"/>
                  </a:lnTo>
                  <a:lnTo>
                    <a:pt x="8977" y="12368"/>
                  </a:lnTo>
                  <a:lnTo>
                    <a:pt x="8986" y="12335"/>
                  </a:lnTo>
                  <a:lnTo>
                    <a:pt x="8993" y="12303"/>
                  </a:lnTo>
                  <a:lnTo>
                    <a:pt x="9000" y="12271"/>
                  </a:lnTo>
                  <a:lnTo>
                    <a:pt x="9005" y="12237"/>
                  </a:lnTo>
                  <a:lnTo>
                    <a:pt x="9009" y="12204"/>
                  </a:lnTo>
                  <a:close/>
                  <a:moveTo>
                    <a:pt x="11223" y="11689"/>
                  </a:moveTo>
                  <a:lnTo>
                    <a:pt x="11218" y="11745"/>
                  </a:lnTo>
                  <a:lnTo>
                    <a:pt x="11211" y="11798"/>
                  </a:lnTo>
                  <a:lnTo>
                    <a:pt x="11203" y="11849"/>
                  </a:lnTo>
                  <a:lnTo>
                    <a:pt x="11194" y="11897"/>
                  </a:lnTo>
                  <a:lnTo>
                    <a:pt x="11183" y="11944"/>
                  </a:lnTo>
                  <a:lnTo>
                    <a:pt x="11170" y="11989"/>
                  </a:lnTo>
                  <a:lnTo>
                    <a:pt x="11155" y="12032"/>
                  </a:lnTo>
                  <a:lnTo>
                    <a:pt x="11140" y="12073"/>
                  </a:lnTo>
                  <a:lnTo>
                    <a:pt x="11123" y="12113"/>
                  </a:lnTo>
                  <a:lnTo>
                    <a:pt x="11104" y="12150"/>
                  </a:lnTo>
                  <a:lnTo>
                    <a:pt x="11085" y="12188"/>
                  </a:lnTo>
                  <a:lnTo>
                    <a:pt x="11063" y="12224"/>
                  </a:lnTo>
                  <a:lnTo>
                    <a:pt x="11041" y="12258"/>
                  </a:lnTo>
                  <a:lnTo>
                    <a:pt x="11017" y="12293"/>
                  </a:lnTo>
                  <a:lnTo>
                    <a:pt x="10992" y="12327"/>
                  </a:lnTo>
                  <a:lnTo>
                    <a:pt x="10965" y="12359"/>
                  </a:lnTo>
                  <a:lnTo>
                    <a:pt x="10494" y="11818"/>
                  </a:lnTo>
                  <a:lnTo>
                    <a:pt x="10540" y="11810"/>
                  </a:lnTo>
                  <a:lnTo>
                    <a:pt x="10585" y="11801"/>
                  </a:lnTo>
                  <a:lnTo>
                    <a:pt x="10631" y="11794"/>
                  </a:lnTo>
                  <a:lnTo>
                    <a:pt x="10676" y="11786"/>
                  </a:lnTo>
                  <a:lnTo>
                    <a:pt x="10722" y="11778"/>
                  </a:lnTo>
                  <a:lnTo>
                    <a:pt x="10767" y="11770"/>
                  </a:lnTo>
                  <a:lnTo>
                    <a:pt x="10813" y="11762"/>
                  </a:lnTo>
                  <a:lnTo>
                    <a:pt x="10859" y="11753"/>
                  </a:lnTo>
                  <a:lnTo>
                    <a:pt x="10904" y="11745"/>
                  </a:lnTo>
                  <a:lnTo>
                    <a:pt x="10950" y="11738"/>
                  </a:lnTo>
                  <a:lnTo>
                    <a:pt x="10995" y="11730"/>
                  </a:lnTo>
                  <a:lnTo>
                    <a:pt x="11041" y="11722"/>
                  </a:lnTo>
                  <a:lnTo>
                    <a:pt x="11086" y="11714"/>
                  </a:lnTo>
                  <a:lnTo>
                    <a:pt x="11132" y="11706"/>
                  </a:lnTo>
                  <a:lnTo>
                    <a:pt x="11177" y="11697"/>
                  </a:lnTo>
                  <a:lnTo>
                    <a:pt x="11223" y="11689"/>
                  </a:lnTo>
                  <a:close/>
                  <a:moveTo>
                    <a:pt x="11317" y="10523"/>
                  </a:moveTo>
                  <a:lnTo>
                    <a:pt x="9447" y="10853"/>
                  </a:lnTo>
                  <a:lnTo>
                    <a:pt x="10123" y="11559"/>
                  </a:lnTo>
                  <a:lnTo>
                    <a:pt x="11265" y="11358"/>
                  </a:lnTo>
                  <a:lnTo>
                    <a:pt x="11278" y="11308"/>
                  </a:lnTo>
                  <a:lnTo>
                    <a:pt x="11290" y="11257"/>
                  </a:lnTo>
                  <a:lnTo>
                    <a:pt x="11300" y="11206"/>
                  </a:lnTo>
                  <a:lnTo>
                    <a:pt x="11309" y="11154"/>
                  </a:lnTo>
                  <a:lnTo>
                    <a:pt x="11316" y="11102"/>
                  </a:lnTo>
                  <a:lnTo>
                    <a:pt x="11322" y="11050"/>
                  </a:lnTo>
                  <a:lnTo>
                    <a:pt x="11326" y="10997"/>
                  </a:lnTo>
                  <a:lnTo>
                    <a:pt x="11329" y="10944"/>
                  </a:lnTo>
                  <a:lnTo>
                    <a:pt x="11330" y="10891"/>
                  </a:lnTo>
                  <a:lnTo>
                    <a:pt x="11331" y="10836"/>
                  </a:lnTo>
                  <a:lnTo>
                    <a:pt x="11330" y="10784"/>
                  </a:lnTo>
                  <a:lnTo>
                    <a:pt x="11329" y="10731"/>
                  </a:lnTo>
                  <a:lnTo>
                    <a:pt x="11327" y="10678"/>
                  </a:lnTo>
                  <a:lnTo>
                    <a:pt x="11324" y="10626"/>
                  </a:lnTo>
                  <a:lnTo>
                    <a:pt x="11321" y="10574"/>
                  </a:lnTo>
                  <a:lnTo>
                    <a:pt x="11317" y="10523"/>
                  </a:lnTo>
                  <a:close/>
                  <a:moveTo>
                    <a:pt x="11043" y="9397"/>
                  </a:moveTo>
                  <a:lnTo>
                    <a:pt x="8274" y="9885"/>
                  </a:lnTo>
                  <a:lnTo>
                    <a:pt x="8388" y="9964"/>
                  </a:lnTo>
                  <a:lnTo>
                    <a:pt x="6225" y="10345"/>
                  </a:lnTo>
                  <a:lnTo>
                    <a:pt x="6345" y="10449"/>
                  </a:lnTo>
                  <a:lnTo>
                    <a:pt x="4158" y="10833"/>
                  </a:lnTo>
                  <a:lnTo>
                    <a:pt x="4534" y="11117"/>
                  </a:lnTo>
                  <a:lnTo>
                    <a:pt x="6672" y="10741"/>
                  </a:lnTo>
                  <a:lnTo>
                    <a:pt x="6790" y="10845"/>
                  </a:lnTo>
                  <a:lnTo>
                    <a:pt x="8952" y="10464"/>
                  </a:lnTo>
                  <a:lnTo>
                    <a:pt x="9095" y="10564"/>
                  </a:lnTo>
                  <a:lnTo>
                    <a:pt x="11257" y="10185"/>
                  </a:lnTo>
                  <a:lnTo>
                    <a:pt x="11247" y="10131"/>
                  </a:lnTo>
                  <a:lnTo>
                    <a:pt x="11237" y="10079"/>
                  </a:lnTo>
                  <a:lnTo>
                    <a:pt x="11227" y="10028"/>
                  </a:lnTo>
                  <a:lnTo>
                    <a:pt x="11216" y="9979"/>
                  </a:lnTo>
                  <a:lnTo>
                    <a:pt x="11204" y="9930"/>
                  </a:lnTo>
                  <a:lnTo>
                    <a:pt x="11193" y="9882"/>
                  </a:lnTo>
                  <a:lnTo>
                    <a:pt x="11181" y="9835"/>
                  </a:lnTo>
                  <a:lnTo>
                    <a:pt x="11169" y="9788"/>
                  </a:lnTo>
                  <a:lnTo>
                    <a:pt x="11155" y="9741"/>
                  </a:lnTo>
                  <a:lnTo>
                    <a:pt x="11141" y="9694"/>
                  </a:lnTo>
                  <a:lnTo>
                    <a:pt x="11127" y="9646"/>
                  </a:lnTo>
                  <a:lnTo>
                    <a:pt x="11111" y="9598"/>
                  </a:lnTo>
                  <a:lnTo>
                    <a:pt x="11095" y="9550"/>
                  </a:lnTo>
                  <a:lnTo>
                    <a:pt x="11079" y="9500"/>
                  </a:lnTo>
                  <a:lnTo>
                    <a:pt x="11061" y="9449"/>
                  </a:lnTo>
                  <a:lnTo>
                    <a:pt x="11043" y="9397"/>
                  </a:lnTo>
                  <a:close/>
                  <a:moveTo>
                    <a:pt x="10521" y="8290"/>
                  </a:moveTo>
                  <a:lnTo>
                    <a:pt x="7485" y="8824"/>
                  </a:lnTo>
                  <a:lnTo>
                    <a:pt x="7531" y="8940"/>
                  </a:lnTo>
                  <a:lnTo>
                    <a:pt x="5344" y="9325"/>
                  </a:lnTo>
                  <a:lnTo>
                    <a:pt x="5439" y="9433"/>
                  </a:lnTo>
                  <a:lnTo>
                    <a:pt x="3277" y="9813"/>
                  </a:lnTo>
                  <a:lnTo>
                    <a:pt x="3309" y="9859"/>
                  </a:lnTo>
                  <a:lnTo>
                    <a:pt x="3337" y="9897"/>
                  </a:lnTo>
                  <a:lnTo>
                    <a:pt x="3361" y="9930"/>
                  </a:lnTo>
                  <a:lnTo>
                    <a:pt x="3384" y="9960"/>
                  </a:lnTo>
                  <a:lnTo>
                    <a:pt x="3410" y="9992"/>
                  </a:lnTo>
                  <a:lnTo>
                    <a:pt x="3441" y="10028"/>
                  </a:lnTo>
                  <a:lnTo>
                    <a:pt x="3480" y="10068"/>
                  </a:lnTo>
                  <a:lnTo>
                    <a:pt x="3530" y="10118"/>
                  </a:lnTo>
                  <a:lnTo>
                    <a:pt x="5693" y="9739"/>
                  </a:lnTo>
                  <a:lnTo>
                    <a:pt x="5783" y="9823"/>
                  </a:lnTo>
                  <a:lnTo>
                    <a:pt x="7897" y="9451"/>
                  </a:lnTo>
                  <a:lnTo>
                    <a:pt x="7966" y="9564"/>
                  </a:lnTo>
                  <a:lnTo>
                    <a:pt x="8149" y="9532"/>
                  </a:lnTo>
                  <a:lnTo>
                    <a:pt x="8332" y="9499"/>
                  </a:lnTo>
                  <a:lnTo>
                    <a:pt x="8517" y="9467"/>
                  </a:lnTo>
                  <a:lnTo>
                    <a:pt x="8703" y="9434"/>
                  </a:lnTo>
                  <a:lnTo>
                    <a:pt x="8888" y="9401"/>
                  </a:lnTo>
                  <a:lnTo>
                    <a:pt x="9074" y="9369"/>
                  </a:lnTo>
                  <a:lnTo>
                    <a:pt x="9260" y="9336"/>
                  </a:lnTo>
                  <a:lnTo>
                    <a:pt x="9445" y="9303"/>
                  </a:lnTo>
                  <a:lnTo>
                    <a:pt x="9631" y="9271"/>
                  </a:lnTo>
                  <a:lnTo>
                    <a:pt x="9816" y="9238"/>
                  </a:lnTo>
                  <a:lnTo>
                    <a:pt x="10000" y="9207"/>
                  </a:lnTo>
                  <a:lnTo>
                    <a:pt x="10184" y="9174"/>
                  </a:lnTo>
                  <a:lnTo>
                    <a:pt x="10366" y="9141"/>
                  </a:lnTo>
                  <a:lnTo>
                    <a:pt x="10547" y="9110"/>
                  </a:lnTo>
                  <a:lnTo>
                    <a:pt x="10728" y="9078"/>
                  </a:lnTo>
                  <a:lnTo>
                    <a:pt x="10906" y="9046"/>
                  </a:lnTo>
                  <a:lnTo>
                    <a:pt x="10887" y="8994"/>
                  </a:lnTo>
                  <a:lnTo>
                    <a:pt x="10868" y="8943"/>
                  </a:lnTo>
                  <a:lnTo>
                    <a:pt x="10847" y="8893"/>
                  </a:lnTo>
                  <a:lnTo>
                    <a:pt x="10827" y="8843"/>
                  </a:lnTo>
                  <a:lnTo>
                    <a:pt x="10807" y="8795"/>
                  </a:lnTo>
                  <a:lnTo>
                    <a:pt x="10784" y="8748"/>
                  </a:lnTo>
                  <a:lnTo>
                    <a:pt x="10763" y="8701"/>
                  </a:lnTo>
                  <a:lnTo>
                    <a:pt x="10739" y="8654"/>
                  </a:lnTo>
                  <a:lnTo>
                    <a:pt x="10716" y="8608"/>
                  </a:lnTo>
                  <a:lnTo>
                    <a:pt x="10691" y="8563"/>
                  </a:lnTo>
                  <a:lnTo>
                    <a:pt x="10664" y="8517"/>
                  </a:lnTo>
                  <a:lnTo>
                    <a:pt x="10639" y="8471"/>
                  </a:lnTo>
                  <a:lnTo>
                    <a:pt x="10610" y="8426"/>
                  </a:lnTo>
                  <a:lnTo>
                    <a:pt x="10582" y="8380"/>
                  </a:lnTo>
                  <a:lnTo>
                    <a:pt x="10552" y="8335"/>
                  </a:lnTo>
                  <a:lnTo>
                    <a:pt x="10521" y="8290"/>
                  </a:lnTo>
                  <a:close/>
                  <a:moveTo>
                    <a:pt x="9952" y="7190"/>
                  </a:moveTo>
                  <a:lnTo>
                    <a:pt x="9978" y="7237"/>
                  </a:lnTo>
                  <a:lnTo>
                    <a:pt x="10006" y="7285"/>
                  </a:lnTo>
                  <a:lnTo>
                    <a:pt x="10033" y="7333"/>
                  </a:lnTo>
                  <a:lnTo>
                    <a:pt x="10060" y="7381"/>
                  </a:lnTo>
                  <a:lnTo>
                    <a:pt x="10088" y="7430"/>
                  </a:lnTo>
                  <a:lnTo>
                    <a:pt x="10115" y="7479"/>
                  </a:lnTo>
                  <a:lnTo>
                    <a:pt x="10142" y="7528"/>
                  </a:lnTo>
                  <a:lnTo>
                    <a:pt x="10170" y="7577"/>
                  </a:lnTo>
                  <a:lnTo>
                    <a:pt x="10197" y="7626"/>
                  </a:lnTo>
                  <a:lnTo>
                    <a:pt x="10225" y="7674"/>
                  </a:lnTo>
                  <a:lnTo>
                    <a:pt x="10252" y="7723"/>
                  </a:lnTo>
                  <a:lnTo>
                    <a:pt x="10280" y="7772"/>
                  </a:lnTo>
                  <a:lnTo>
                    <a:pt x="10307" y="7820"/>
                  </a:lnTo>
                  <a:lnTo>
                    <a:pt x="10334" y="7868"/>
                  </a:lnTo>
                  <a:lnTo>
                    <a:pt x="10362" y="7916"/>
                  </a:lnTo>
                  <a:lnTo>
                    <a:pt x="10388" y="7963"/>
                  </a:lnTo>
                  <a:lnTo>
                    <a:pt x="6017" y="8732"/>
                  </a:lnTo>
                  <a:lnTo>
                    <a:pt x="5874" y="8632"/>
                  </a:lnTo>
                  <a:lnTo>
                    <a:pt x="3978" y="8966"/>
                  </a:lnTo>
                  <a:lnTo>
                    <a:pt x="3836" y="8866"/>
                  </a:lnTo>
                  <a:lnTo>
                    <a:pt x="3708" y="8888"/>
                  </a:lnTo>
                  <a:lnTo>
                    <a:pt x="3573" y="8912"/>
                  </a:lnTo>
                  <a:lnTo>
                    <a:pt x="3431" y="8937"/>
                  </a:lnTo>
                  <a:lnTo>
                    <a:pt x="3283" y="8963"/>
                  </a:lnTo>
                  <a:lnTo>
                    <a:pt x="3131" y="8990"/>
                  </a:lnTo>
                  <a:lnTo>
                    <a:pt x="2975" y="9017"/>
                  </a:lnTo>
                  <a:lnTo>
                    <a:pt x="2817" y="9045"/>
                  </a:lnTo>
                  <a:lnTo>
                    <a:pt x="2657" y="9073"/>
                  </a:lnTo>
                  <a:lnTo>
                    <a:pt x="2498" y="9101"/>
                  </a:lnTo>
                  <a:lnTo>
                    <a:pt x="2340" y="9129"/>
                  </a:lnTo>
                  <a:lnTo>
                    <a:pt x="2184" y="9157"/>
                  </a:lnTo>
                  <a:lnTo>
                    <a:pt x="2031" y="9183"/>
                  </a:lnTo>
                  <a:lnTo>
                    <a:pt x="1884" y="9210"/>
                  </a:lnTo>
                  <a:lnTo>
                    <a:pt x="1742" y="9234"/>
                  </a:lnTo>
                  <a:lnTo>
                    <a:pt x="1606" y="9258"/>
                  </a:lnTo>
                  <a:lnTo>
                    <a:pt x="1479" y="9280"/>
                  </a:lnTo>
                  <a:lnTo>
                    <a:pt x="1454" y="9270"/>
                  </a:lnTo>
                  <a:lnTo>
                    <a:pt x="1429" y="9258"/>
                  </a:lnTo>
                  <a:lnTo>
                    <a:pt x="1405" y="9244"/>
                  </a:lnTo>
                  <a:lnTo>
                    <a:pt x="1380" y="9229"/>
                  </a:lnTo>
                  <a:lnTo>
                    <a:pt x="1357" y="9213"/>
                  </a:lnTo>
                  <a:lnTo>
                    <a:pt x="1332" y="9195"/>
                  </a:lnTo>
                  <a:lnTo>
                    <a:pt x="1309" y="9177"/>
                  </a:lnTo>
                  <a:lnTo>
                    <a:pt x="1285" y="9159"/>
                  </a:lnTo>
                  <a:lnTo>
                    <a:pt x="1239" y="9119"/>
                  </a:lnTo>
                  <a:lnTo>
                    <a:pt x="1193" y="9078"/>
                  </a:lnTo>
                  <a:lnTo>
                    <a:pt x="1148" y="9036"/>
                  </a:lnTo>
                  <a:lnTo>
                    <a:pt x="1103" y="8996"/>
                  </a:lnTo>
                  <a:lnTo>
                    <a:pt x="3557" y="8565"/>
                  </a:lnTo>
                  <a:lnTo>
                    <a:pt x="3389" y="8469"/>
                  </a:lnTo>
                  <a:lnTo>
                    <a:pt x="5430" y="8110"/>
                  </a:lnTo>
                  <a:lnTo>
                    <a:pt x="5336" y="8002"/>
                  </a:lnTo>
                  <a:lnTo>
                    <a:pt x="5627" y="7951"/>
                  </a:lnTo>
                  <a:lnTo>
                    <a:pt x="5917" y="7900"/>
                  </a:lnTo>
                  <a:lnTo>
                    <a:pt x="6206" y="7849"/>
                  </a:lnTo>
                  <a:lnTo>
                    <a:pt x="6494" y="7799"/>
                  </a:lnTo>
                  <a:lnTo>
                    <a:pt x="6782" y="7748"/>
                  </a:lnTo>
                  <a:lnTo>
                    <a:pt x="7070" y="7697"/>
                  </a:lnTo>
                  <a:lnTo>
                    <a:pt x="7357" y="7647"/>
                  </a:lnTo>
                  <a:lnTo>
                    <a:pt x="7643" y="7596"/>
                  </a:lnTo>
                  <a:lnTo>
                    <a:pt x="7931" y="7546"/>
                  </a:lnTo>
                  <a:lnTo>
                    <a:pt x="8218" y="7495"/>
                  </a:lnTo>
                  <a:lnTo>
                    <a:pt x="8505" y="7445"/>
                  </a:lnTo>
                  <a:lnTo>
                    <a:pt x="8794" y="7394"/>
                  </a:lnTo>
                  <a:lnTo>
                    <a:pt x="9082" y="7343"/>
                  </a:lnTo>
                  <a:lnTo>
                    <a:pt x="9370" y="7292"/>
                  </a:lnTo>
                  <a:lnTo>
                    <a:pt x="9660" y="7241"/>
                  </a:lnTo>
                  <a:lnTo>
                    <a:pt x="9952" y="7190"/>
                  </a:lnTo>
                  <a:close/>
                  <a:moveTo>
                    <a:pt x="9782" y="5946"/>
                  </a:moveTo>
                  <a:lnTo>
                    <a:pt x="9767" y="5963"/>
                  </a:lnTo>
                  <a:lnTo>
                    <a:pt x="9753" y="5982"/>
                  </a:lnTo>
                  <a:lnTo>
                    <a:pt x="9740" y="6003"/>
                  </a:lnTo>
                  <a:lnTo>
                    <a:pt x="9728" y="6023"/>
                  </a:lnTo>
                  <a:lnTo>
                    <a:pt x="9718" y="6046"/>
                  </a:lnTo>
                  <a:lnTo>
                    <a:pt x="9709" y="6070"/>
                  </a:lnTo>
                  <a:lnTo>
                    <a:pt x="9700" y="6095"/>
                  </a:lnTo>
                  <a:lnTo>
                    <a:pt x="9694" y="6120"/>
                  </a:lnTo>
                  <a:lnTo>
                    <a:pt x="9688" y="6147"/>
                  </a:lnTo>
                  <a:lnTo>
                    <a:pt x="9683" y="6173"/>
                  </a:lnTo>
                  <a:lnTo>
                    <a:pt x="9680" y="6202"/>
                  </a:lnTo>
                  <a:lnTo>
                    <a:pt x="9677" y="6230"/>
                  </a:lnTo>
                  <a:lnTo>
                    <a:pt x="9675" y="6260"/>
                  </a:lnTo>
                  <a:lnTo>
                    <a:pt x="9674" y="6290"/>
                  </a:lnTo>
                  <a:lnTo>
                    <a:pt x="9674" y="6321"/>
                  </a:lnTo>
                  <a:lnTo>
                    <a:pt x="9675" y="6352"/>
                  </a:lnTo>
                  <a:lnTo>
                    <a:pt x="9677" y="6383"/>
                  </a:lnTo>
                  <a:lnTo>
                    <a:pt x="9680" y="6416"/>
                  </a:lnTo>
                  <a:lnTo>
                    <a:pt x="9683" y="6447"/>
                  </a:lnTo>
                  <a:lnTo>
                    <a:pt x="9688" y="6480"/>
                  </a:lnTo>
                  <a:lnTo>
                    <a:pt x="9693" y="6513"/>
                  </a:lnTo>
                  <a:lnTo>
                    <a:pt x="9698" y="6545"/>
                  </a:lnTo>
                  <a:lnTo>
                    <a:pt x="9705" y="6579"/>
                  </a:lnTo>
                  <a:lnTo>
                    <a:pt x="9713" y="6612"/>
                  </a:lnTo>
                  <a:lnTo>
                    <a:pt x="9721" y="6644"/>
                  </a:lnTo>
                  <a:lnTo>
                    <a:pt x="9729" y="6677"/>
                  </a:lnTo>
                  <a:lnTo>
                    <a:pt x="9739" y="6710"/>
                  </a:lnTo>
                  <a:lnTo>
                    <a:pt x="9748" y="6742"/>
                  </a:lnTo>
                  <a:lnTo>
                    <a:pt x="9760" y="6774"/>
                  </a:lnTo>
                  <a:lnTo>
                    <a:pt x="9771" y="6805"/>
                  </a:lnTo>
                  <a:lnTo>
                    <a:pt x="9782" y="6837"/>
                  </a:lnTo>
                  <a:lnTo>
                    <a:pt x="9794" y="6868"/>
                  </a:lnTo>
                  <a:lnTo>
                    <a:pt x="5082" y="7697"/>
                  </a:lnTo>
                  <a:lnTo>
                    <a:pt x="5040" y="7604"/>
                  </a:lnTo>
                  <a:lnTo>
                    <a:pt x="3000" y="7963"/>
                  </a:lnTo>
                  <a:lnTo>
                    <a:pt x="2955" y="7847"/>
                  </a:lnTo>
                  <a:lnTo>
                    <a:pt x="2813" y="7871"/>
                  </a:lnTo>
                  <a:lnTo>
                    <a:pt x="2669" y="7897"/>
                  </a:lnTo>
                  <a:lnTo>
                    <a:pt x="2526" y="7921"/>
                  </a:lnTo>
                  <a:lnTo>
                    <a:pt x="2382" y="7947"/>
                  </a:lnTo>
                  <a:lnTo>
                    <a:pt x="2237" y="7972"/>
                  </a:lnTo>
                  <a:lnTo>
                    <a:pt x="2092" y="7998"/>
                  </a:lnTo>
                  <a:lnTo>
                    <a:pt x="1946" y="8023"/>
                  </a:lnTo>
                  <a:lnTo>
                    <a:pt x="1800" y="8050"/>
                  </a:lnTo>
                  <a:lnTo>
                    <a:pt x="1654" y="8075"/>
                  </a:lnTo>
                  <a:lnTo>
                    <a:pt x="1509" y="8101"/>
                  </a:lnTo>
                  <a:lnTo>
                    <a:pt x="1364" y="8126"/>
                  </a:lnTo>
                  <a:lnTo>
                    <a:pt x="1219" y="8152"/>
                  </a:lnTo>
                  <a:lnTo>
                    <a:pt x="1075" y="8177"/>
                  </a:lnTo>
                  <a:lnTo>
                    <a:pt x="930" y="8202"/>
                  </a:lnTo>
                  <a:lnTo>
                    <a:pt x="788" y="8227"/>
                  </a:lnTo>
                  <a:lnTo>
                    <a:pt x="646" y="8252"/>
                  </a:lnTo>
                  <a:lnTo>
                    <a:pt x="640" y="8223"/>
                  </a:lnTo>
                  <a:lnTo>
                    <a:pt x="632" y="8192"/>
                  </a:lnTo>
                  <a:lnTo>
                    <a:pt x="622" y="8158"/>
                  </a:lnTo>
                  <a:lnTo>
                    <a:pt x="611" y="8124"/>
                  </a:lnTo>
                  <a:lnTo>
                    <a:pt x="601" y="8092"/>
                  </a:lnTo>
                  <a:lnTo>
                    <a:pt x="592" y="8061"/>
                  </a:lnTo>
                  <a:lnTo>
                    <a:pt x="584" y="8036"/>
                  </a:lnTo>
                  <a:lnTo>
                    <a:pt x="580" y="8014"/>
                  </a:lnTo>
                  <a:lnTo>
                    <a:pt x="572" y="7972"/>
                  </a:lnTo>
                  <a:lnTo>
                    <a:pt x="567" y="7948"/>
                  </a:lnTo>
                  <a:lnTo>
                    <a:pt x="564" y="7933"/>
                  </a:lnTo>
                  <a:lnTo>
                    <a:pt x="562" y="7917"/>
                  </a:lnTo>
                  <a:lnTo>
                    <a:pt x="2870" y="7511"/>
                  </a:lnTo>
                  <a:lnTo>
                    <a:pt x="2824" y="7395"/>
                  </a:lnTo>
                  <a:lnTo>
                    <a:pt x="2956" y="7372"/>
                  </a:lnTo>
                  <a:lnTo>
                    <a:pt x="3087" y="7348"/>
                  </a:lnTo>
                  <a:lnTo>
                    <a:pt x="3215" y="7326"/>
                  </a:lnTo>
                  <a:lnTo>
                    <a:pt x="3344" y="7303"/>
                  </a:lnTo>
                  <a:lnTo>
                    <a:pt x="3472" y="7281"/>
                  </a:lnTo>
                  <a:lnTo>
                    <a:pt x="3600" y="7258"/>
                  </a:lnTo>
                  <a:lnTo>
                    <a:pt x="3727" y="7236"/>
                  </a:lnTo>
                  <a:lnTo>
                    <a:pt x="3853" y="7213"/>
                  </a:lnTo>
                  <a:lnTo>
                    <a:pt x="3980" y="7191"/>
                  </a:lnTo>
                  <a:lnTo>
                    <a:pt x="4106" y="7170"/>
                  </a:lnTo>
                  <a:lnTo>
                    <a:pt x="4232" y="7147"/>
                  </a:lnTo>
                  <a:lnTo>
                    <a:pt x="4358" y="7125"/>
                  </a:lnTo>
                  <a:lnTo>
                    <a:pt x="4484" y="7102"/>
                  </a:lnTo>
                  <a:lnTo>
                    <a:pt x="4611" y="7080"/>
                  </a:lnTo>
                  <a:lnTo>
                    <a:pt x="4738" y="7058"/>
                  </a:lnTo>
                  <a:lnTo>
                    <a:pt x="4865" y="7036"/>
                  </a:lnTo>
                  <a:lnTo>
                    <a:pt x="4859" y="7009"/>
                  </a:lnTo>
                  <a:lnTo>
                    <a:pt x="4852" y="6985"/>
                  </a:lnTo>
                  <a:lnTo>
                    <a:pt x="4843" y="6962"/>
                  </a:lnTo>
                  <a:lnTo>
                    <a:pt x="4835" y="6938"/>
                  </a:lnTo>
                  <a:lnTo>
                    <a:pt x="4826" y="6913"/>
                  </a:lnTo>
                  <a:lnTo>
                    <a:pt x="4817" y="6886"/>
                  </a:lnTo>
                  <a:lnTo>
                    <a:pt x="4812" y="6871"/>
                  </a:lnTo>
                  <a:lnTo>
                    <a:pt x="4809" y="6855"/>
                  </a:lnTo>
                  <a:lnTo>
                    <a:pt x="4805" y="6839"/>
                  </a:lnTo>
                  <a:lnTo>
                    <a:pt x="4802" y="6822"/>
                  </a:lnTo>
                  <a:lnTo>
                    <a:pt x="9782" y="5946"/>
                  </a:lnTo>
                  <a:close/>
                  <a:moveTo>
                    <a:pt x="9600" y="4778"/>
                  </a:moveTo>
                  <a:lnTo>
                    <a:pt x="4888" y="5607"/>
                  </a:lnTo>
                  <a:lnTo>
                    <a:pt x="4860" y="5736"/>
                  </a:lnTo>
                  <a:lnTo>
                    <a:pt x="4738" y="5758"/>
                  </a:lnTo>
                  <a:lnTo>
                    <a:pt x="4614" y="5780"/>
                  </a:lnTo>
                  <a:lnTo>
                    <a:pt x="4491" y="5802"/>
                  </a:lnTo>
                  <a:lnTo>
                    <a:pt x="4368" y="5823"/>
                  </a:lnTo>
                  <a:lnTo>
                    <a:pt x="4245" y="5845"/>
                  </a:lnTo>
                  <a:lnTo>
                    <a:pt x="4121" y="5867"/>
                  </a:lnTo>
                  <a:lnTo>
                    <a:pt x="3998" y="5888"/>
                  </a:lnTo>
                  <a:lnTo>
                    <a:pt x="3874" y="5910"/>
                  </a:lnTo>
                  <a:lnTo>
                    <a:pt x="3749" y="5932"/>
                  </a:lnTo>
                  <a:lnTo>
                    <a:pt x="3624" y="5954"/>
                  </a:lnTo>
                  <a:lnTo>
                    <a:pt x="3500" y="5976"/>
                  </a:lnTo>
                  <a:lnTo>
                    <a:pt x="3375" y="5999"/>
                  </a:lnTo>
                  <a:lnTo>
                    <a:pt x="3249" y="6020"/>
                  </a:lnTo>
                  <a:lnTo>
                    <a:pt x="3122" y="6042"/>
                  </a:lnTo>
                  <a:lnTo>
                    <a:pt x="2996" y="6065"/>
                  </a:lnTo>
                  <a:lnTo>
                    <a:pt x="2869" y="6087"/>
                  </a:lnTo>
                  <a:lnTo>
                    <a:pt x="2870" y="6098"/>
                  </a:lnTo>
                  <a:lnTo>
                    <a:pt x="2869" y="6110"/>
                  </a:lnTo>
                  <a:lnTo>
                    <a:pt x="2867" y="6124"/>
                  </a:lnTo>
                  <a:lnTo>
                    <a:pt x="2865" y="6138"/>
                  </a:lnTo>
                  <a:lnTo>
                    <a:pt x="2863" y="6153"/>
                  </a:lnTo>
                  <a:lnTo>
                    <a:pt x="2862" y="6166"/>
                  </a:lnTo>
                  <a:lnTo>
                    <a:pt x="2861" y="6178"/>
                  </a:lnTo>
                  <a:lnTo>
                    <a:pt x="2862" y="6188"/>
                  </a:lnTo>
                  <a:lnTo>
                    <a:pt x="2704" y="6216"/>
                  </a:lnTo>
                  <a:lnTo>
                    <a:pt x="2551" y="6243"/>
                  </a:lnTo>
                  <a:lnTo>
                    <a:pt x="2402" y="6270"/>
                  </a:lnTo>
                  <a:lnTo>
                    <a:pt x="2254" y="6295"/>
                  </a:lnTo>
                  <a:lnTo>
                    <a:pt x="2110" y="6321"/>
                  </a:lnTo>
                  <a:lnTo>
                    <a:pt x="1968" y="6345"/>
                  </a:lnTo>
                  <a:lnTo>
                    <a:pt x="1827" y="6371"/>
                  </a:lnTo>
                  <a:lnTo>
                    <a:pt x="1686" y="6395"/>
                  </a:lnTo>
                  <a:lnTo>
                    <a:pt x="1546" y="6420"/>
                  </a:lnTo>
                  <a:lnTo>
                    <a:pt x="1406" y="6444"/>
                  </a:lnTo>
                  <a:lnTo>
                    <a:pt x="1265" y="6470"/>
                  </a:lnTo>
                  <a:lnTo>
                    <a:pt x="1123" y="6494"/>
                  </a:lnTo>
                  <a:lnTo>
                    <a:pt x="978" y="6520"/>
                  </a:lnTo>
                  <a:lnTo>
                    <a:pt x="831" y="6545"/>
                  </a:lnTo>
                  <a:lnTo>
                    <a:pt x="682" y="6572"/>
                  </a:lnTo>
                  <a:lnTo>
                    <a:pt x="530" y="6598"/>
                  </a:lnTo>
                  <a:lnTo>
                    <a:pt x="518" y="6616"/>
                  </a:lnTo>
                  <a:lnTo>
                    <a:pt x="507" y="6635"/>
                  </a:lnTo>
                  <a:lnTo>
                    <a:pt x="497" y="6657"/>
                  </a:lnTo>
                  <a:lnTo>
                    <a:pt x="488" y="6679"/>
                  </a:lnTo>
                  <a:lnTo>
                    <a:pt x="478" y="6702"/>
                  </a:lnTo>
                  <a:lnTo>
                    <a:pt x="470" y="6728"/>
                  </a:lnTo>
                  <a:lnTo>
                    <a:pt x="462" y="6753"/>
                  </a:lnTo>
                  <a:lnTo>
                    <a:pt x="455" y="6780"/>
                  </a:lnTo>
                  <a:lnTo>
                    <a:pt x="449" y="6807"/>
                  </a:lnTo>
                  <a:lnTo>
                    <a:pt x="443" y="6835"/>
                  </a:lnTo>
                  <a:lnTo>
                    <a:pt x="438" y="6863"/>
                  </a:lnTo>
                  <a:lnTo>
                    <a:pt x="432" y="6890"/>
                  </a:lnTo>
                  <a:lnTo>
                    <a:pt x="429" y="6917"/>
                  </a:lnTo>
                  <a:lnTo>
                    <a:pt x="426" y="6942"/>
                  </a:lnTo>
                  <a:lnTo>
                    <a:pt x="424" y="6968"/>
                  </a:lnTo>
                  <a:lnTo>
                    <a:pt x="424" y="6992"/>
                  </a:lnTo>
                  <a:lnTo>
                    <a:pt x="574" y="6966"/>
                  </a:lnTo>
                  <a:lnTo>
                    <a:pt x="723" y="6939"/>
                  </a:lnTo>
                  <a:lnTo>
                    <a:pt x="872" y="6914"/>
                  </a:lnTo>
                  <a:lnTo>
                    <a:pt x="1021" y="6887"/>
                  </a:lnTo>
                  <a:lnTo>
                    <a:pt x="1170" y="6861"/>
                  </a:lnTo>
                  <a:lnTo>
                    <a:pt x="1318" y="6835"/>
                  </a:lnTo>
                  <a:lnTo>
                    <a:pt x="1466" y="6809"/>
                  </a:lnTo>
                  <a:lnTo>
                    <a:pt x="1613" y="6783"/>
                  </a:lnTo>
                  <a:lnTo>
                    <a:pt x="1762" y="6756"/>
                  </a:lnTo>
                  <a:lnTo>
                    <a:pt x="1910" y="6731"/>
                  </a:lnTo>
                  <a:lnTo>
                    <a:pt x="2058" y="6704"/>
                  </a:lnTo>
                  <a:lnTo>
                    <a:pt x="2206" y="6679"/>
                  </a:lnTo>
                  <a:lnTo>
                    <a:pt x="2356" y="6652"/>
                  </a:lnTo>
                  <a:lnTo>
                    <a:pt x="2505" y="6626"/>
                  </a:lnTo>
                  <a:lnTo>
                    <a:pt x="2654" y="6599"/>
                  </a:lnTo>
                  <a:lnTo>
                    <a:pt x="2804" y="6574"/>
                  </a:lnTo>
                  <a:lnTo>
                    <a:pt x="2798" y="6592"/>
                  </a:lnTo>
                  <a:lnTo>
                    <a:pt x="2791" y="6609"/>
                  </a:lnTo>
                  <a:lnTo>
                    <a:pt x="2784" y="6624"/>
                  </a:lnTo>
                  <a:lnTo>
                    <a:pt x="2775" y="6638"/>
                  </a:lnTo>
                  <a:lnTo>
                    <a:pt x="2765" y="6650"/>
                  </a:lnTo>
                  <a:lnTo>
                    <a:pt x="2753" y="6663"/>
                  </a:lnTo>
                  <a:lnTo>
                    <a:pt x="2739" y="6675"/>
                  </a:lnTo>
                  <a:lnTo>
                    <a:pt x="2724" y="6687"/>
                  </a:lnTo>
                  <a:lnTo>
                    <a:pt x="4789" y="6324"/>
                  </a:lnTo>
                  <a:lnTo>
                    <a:pt x="4786" y="6449"/>
                  </a:lnTo>
                  <a:lnTo>
                    <a:pt x="10811" y="5390"/>
                  </a:lnTo>
                  <a:lnTo>
                    <a:pt x="10773" y="5321"/>
                  </a:lnTo>
                  <a:lnTo>
                    <a:pt x="10752" y="5288"/>
                  </a:lnTo>
                  <a:lnTo>
                    <a:pt x="10730" y="5254"/>
                  </a:lnTo>
                  <a:lnTo>
                    <a:pt x="10705" y="5222"/>
                  </a:lnTo>
                  <a:lnTo>
                    <a:pt x="10681" y="5191"/>
                  </a:lnTo>
                  <a:lnTo>
                    <a:pt x="10653" y="5159"/>
                  </a:lnTo>
                  <a:lnTo>
                    <a:pt x="10626" y="5130"/>
                  </a:lnTo>
                  <a:lnTo>
                    <a:pt x="10596" y="5100"/>
                  </a:lnTo>
                  <a:lnTo>
                    <a:pt x="10566" y="5071"/>
                  </a:lnTo>
                  <a:lnTo>
                    <a:pt x="10535" y="5044"/>
                  </a:lnTo>
                  <a:lnTo>
                    <a:pt x="10502" y="5017"/>
                  </a:lnTo>
                  <a:lnTo>
                    <a:pt x="10469" y="4992"/>
                  </a:lnTo>
                  <a:lnTo>
                    <a:pt x="10434" y="4967"/>
                  </a:lnTo>
                  <a:lnTo>
                    <a:pt x="10400" y="4945"/>
                  </a:lnTo>
                  <a:lnTo>
                    <a:pt x="10365" y="4923"/>
                  </a:lnTo>
                  <a:lnTo>
                    <a:pt x="10328" y="4901"/>
                  </a:lnTo>
                  <a:lnTo>
                    <a:pt x="10292" y="4882"/>
                  </a:lnTo>
                  <a:lnTo>
                    <a:pt x="10255" y="4862"/>
                  </a:lnTo>
                  <a:lnTo>
                    <a:pt x="10218" y="4845"/>
                  </a:lnTo>
                  <a:lnTo>
                    <a:pt x="10180" y="4830"/>
                  </a:lnTo>
                  <a:lnTo>
                    <a:pt x="10142" y="4814"/>
                  </a:lnTo>
                  <a:lnTo>
                    <a:pt x="10103" y="4801"/>
                  </a:lnTo>
                  <a:lnTo>
                    <a:pt x="10065" y="4790"/>
                  </a:lnTo>
                  <a:lnTo>
                    <a:pt x="10028" y="4780"/>
                  </a:lnTo>
                  <a:lnTo>
                    <a:pt x="9990" y="4771"/>
                  </a:lnTo>
                  <a:lnTo>
                    <a:pt x="9951" y="4763"/>
                  </a:lnTo>
                  <a:lnTo>
                    <a:pt x="9914" y="4758"/>
                  </a:lnTo>
                  <a:lnTo>
                    <a:pt x="9876" y="4754"/>
                  </a:lnTo>
                  <a:lnTo>
                    <a:pt x="9839" y="4752"/>
                  </a:lnTo>
                  <a:lnTo>
                    <a:pt x="9803" y="4751"/>
                  </a:lnTo>
                  <a:lnTo>
                    <a:pt x="9767" y="4752"/>
                  </a:lnTo>
                  <a:lnTo>
                    <a:pt x="9732" y="4756"/>
                  </a:lnTo>
                  <a:lnTo>
                    <a:pt x="9697" y="4760"/>
                  </a:lnTo>
                  <a:lnTo>
                    <a:pt x="9600" y="4778"/>
                  </a:lnTo>
                  <a:close/>
                  <a:moveTo>
                    <a:pt x="8739" y="4580"/>
                  </a:moveTo>
                  <a:lnTo>
                    <a:pt x="8724" y="4558"/>
                  </a:lnTo>
                  <a:lnTo>
                    <a:pt x="8709" y="4538"/>
                  </a:lnTo>
                  <a:lnTo>
                    <a:pt x="8695" y="4516"/>
                  </a:lnTo>
                  <a:lnTo>
                    <a:pt x="8681" y="4494"/>
                  </a:lnTo>
                  <a:lnTo>
                    <a:pt x="8668" y="4472"/>
                  </a:lnTo>
                  <a:lnTo>
                    <a:pt x="8655" y="4449"/>
                  </a:lnTo>
                  <a:lnTo>
                    <a:pt x="8643" y="4426"/>
                  </a:lnTo>
                  <a:lnTo>
                    <a:pt x="8631" y="4402"/>
                  </a:lnTo>
                  <a:lnTo>
                    <a:pt x="8608" y="4355"/>
                  </a:lnTo>
                  <a:lnTo>
                    <a:pt x="8588" y="4306"/>
                  </a:lnTo>
                  <a:lnTo>
                    <a:pt x="8569" y="4257"/>
                  </a:lnTo>
                  <a:lnTo>
                    <a:pt x="8551" y="4206"/>
                  </a:lnTo>
                  <a:lnTo>
                    <a:pt x="8534" y="4155"/>
                  </a:lnTo>
                  <a:lnTo>
                    <a:pt x="8518" y="4103"/>
                  </a:lnTo>
                  <a:lnTo>
                    <a:pt x="8504" y="4051"/>
                  </a:lnTo>
                  <a:lnTo>
                    <a:pt x="8492" y="3997"/>
                  </a:lnTo>
                  <a:lnTo>
                    <a:pt x="8480" y="3944"/>
                  </a:lnTo>
                  <a:lnTo>
                    <a:pt x="8468" y="3890"/>
                  </a:lnTo>
                  <a:lnTo>
                    <a:pt x="8457" y="3836"/>
                  </a:lnTo>
                  <a:lnTo>
                    <a:pt x="8448" y="3781"/>
                  </a:lnTo>
                  <a:lnTo>
                    <a:pt x="5605" y="4282"/>
                  </a:lnTo>
                  <a:lnTo>
                    <a:pt x="5651" y="4398"/>
                  </a:lnTo>
                  <a:lnTo>
                    <a:pt x="3465" y="4783"/>
                  </a:lnTo>
                  <a:lnTo>
                    <a:pt x="3486" y="4904"/>
                  </a:lnTo>
                  <a:lnTo>
                    <a:pt x="3349" y="4928"/>
                  </a:lnTo>
                  <a:lnTo>
                    <a:pt x="3212" y="4952"/>
                  </a:lnTo>
                  <a:lnTo>
                    <a:pt x="3076" y="4977"/>
                  </a:lnTo>
                  <a:lnTo>
                    <a:pt x="2939" y="5000"/>
                  </a:lnTo>
                  <a:lnTo>
                    <a:pt x="2803" y="5025"/>
                  </a:lnTo>
                  <a:lnTo>
                    <a:pt x="2666" y="5048"/>
                  </a:lnTo>
                  <a:lnTo>
                    <a:pt x="2529" y="5072"/>
                  </a:lnTo>
                  <a:lnTo>
                    <a:pt x="2393" y="5096"/>
                  </a:lnTo>
                  <a:lnTo>
                    <a:pt x="2256" y="5120"/>
                  </a:lnTo>
                  <a:lnTo>
                    <a:pt x="2119" y="5145"/>
                  </a:lnTo>
                  <a:lnTo>
                    <a:pt x="1983" y="5168"/>
                  </a:lnTo>
                  <a:lnTo>
                    <a:pt x="1846" y="5193"/>
                  </a:lnTo>
                  <a:lnTo>
                    <a:pt x="1709" y="5216"/>
                  </a:lnTo>
                  <a:lnTo>
                    <a:pt x="1573" y="5241"/>
                  </a:lnTo>
                  <a:lnTo>
                    <a:pt x="1436" y="5264"/>
                  </a:lnTo>
                  <a:lnTo>
                    <a:pt x="1299" y="5289"/>
                  </a:lnTo>
                  <a:lnTo>
                    <a:pt x="1299" y="5312"/>
                  </a:lnTo>
                  <a:lnTo>
                    <a:pt x="1300" y="5335"/>
                  </a:lnTo>
                  <a:lnTo>
                    <a:pt x="1303" y="5356"/>
                  </a:lnTo>
                  <a:lnTo>
                    <a:pt x="1306" y="5377"/>
                  </a:lnTo>
                  <a:lnTo>
                    <a:pt x="1309" y="5399"/>
                  </a:lnTo>
                  <a:lnTo>
                    <a:pt x="1313" y="5419"/>
                  </a:lnTo>
                  <a:lnTo>
                    <a:pt x="1318" y="5440"/>
                  </a:lnTo>
                  <a:lnTo>
                    <a:pt x="1324" y="5459"/>
                  </a:lnTo>
                  <a:lnTo>
                    <a:pt x="1336" y="5500"/>
                  </a:lnTo>
                  <a:lnTo>
                    <a:pt x="1351" y="5540"/>
                  </a:lnTo>
                  <a:lnTo>
                    <a:pt x="1367" y="5580"/>
                  </a:lnTo>
                  <a:lnTo>
                    <a:pt x="1384" y="5623"/>
                  </a:lnTo>
                  <a:lnTo>
                    <a:pt x="3595" y="5235"/>
                  </a:lnTo>
                  <a:lnTo>
                    <a:pt x="3640" y="5352"/>
                  </a:lnTo>
                  <a:lnTo>
                    <a:pt x="5779" y="4976"/>
                  </a:lnTo>
                  <a:lnTo>
                    <a:pt x="5824" y="5093"/>
                  </a:lnTo>
                  <a:lnTo>
                    <a:pt x="8739" y="4580"/>
                  </a:lnTo>
                  <a:close/>
                  <a:moveTo>
                    <a:pt x="8052" y="2676"/>
                  </a:moveTo>
                  <a:lnTo>
                    <a:pt x="5331" y="3155"/>
                  </a:lnTo>
                  <a:lnTo>
                    <a:pt x="5328" y="3280"/>
                  </a:lnTo>
                  <a:lnTo>
                    <a:pt x="3166" y="3661"/>
                  </a:lnTo>
                  <a:lnTo>
                    <a:pt x="3211" y="3777"/>
                  </a:lnTo>
                  <a:lnTo>
                    <a:pt x="3067" y="3803"/>
                  </a:lnTo>
                  <a:lnTo>
                    <a:pt x="2926" y="3828"/>
                  </a:lnTo>
                  <a:lnTo>
                    <a:pt x="2788" y="3853"/>
                  </a:lnTo>
                  <a:lnTo>
                    <a:pt x="2651" y="3876"/>
                  </a:lnTo>
                  <a:lnTo>
                    <a:pt x="2517" y="3900"/>
                  </a:lnTo>
                  <a:lnTo>
                    <a:pt x="2383" y="3924"/>
                  </a:lnTo>
                  <a:lnTo>
                    <a:pt x="2250" y="3947"/>
                  </a:lnTo>
                  <a:lnTo>
                    <a:pt x="2118" y="3970"/>
                  </a:lnTo>
                  <a:lnTo>
                    <a:pt x="1987" y="3993"/>
                  </a:lnTo>
                  <a:lnTo>
                    <a:pt x="1854" y="4017"/>
                  </a:lnTo>
                  <a:lnTo>
                    <a:pt x="1721" y="4040"/>
                  </a:lnTo>
                  <a:lnTo>
                    <a:pt x="1586" y="4064"/>
                  </a:lnTo>
                  <a:lnTo>
                    <a:pt x="1449" y="4088"/>
                  </a:lnTo>
                  <a:lnTo>
                    <a:pt x="1311" y="4113"/>
                  </a:lnTo>
                  <a:lnTo>
                    <a:pt x="1170" y="4137"/>
                  </a:lnTo>
                  <a:lnTo>
                    <a:pt x="1025" y="4163"/>
                  </a:lnTo>
                  <a:lnTo>
                    <a:pt x="1034" y="4205"/>
                  </a:lnTo>
                  <a:lnTo>
                    <a:pt x="1044" y="4245"/>
                  </a:lnTo>
                  <a:lnTo>
                    <a:pt x="1055" y="4283"/>
                  </a:lnTo>
                  <a:lnTo>
                    <a:pt x="1066" y="4321"/>
                  </a:lnTo>
                  <a:lnTo>
                    <a:pt x="1078" y="4359"/>
                  </a:lnTo>
                  <a:lnTo>
                    <a:pt x="1089" y="4400"/>
                  </a:lnTo>
                  <a:lnTo>
                    <a:pt x="1099" y="4446"/>
                  </a:lnTo>
                  <a:lnTo>
                    <a:pt x="1109" y="4497"/>
                  </a:lnTo>
                  <a:lnTo>
                    <a:pt x="3272" y="4117"/>
                  </a:lnTo>
                  <a:lnTo>
                    <a:pt x="3293" y="4238"/>
                  </a:lnTo>
                  <a:lnTo>
                    <a:pt x="5455" y="3858"/>
                  </a:lnTo>
                  <a:lnTo>
                    <a:pt x="5496" y="3950"/>
                  </a:lnTo>
                  <a:lnTo>
                    <a:pt x="8339" y="3451"/>
                  </a:lnTo>
                  <a:lnTo>
                    <a:pt x="8325" y="3402"/>
                  </a:lnTo>
                  <a:lnTo>
                    <a:pt x="8311" y="3354"/>
                  </a:lnTo>
                  <a:lnTo>
                    <a:pt x="8297" y="3306"/>
                  </a:lnTo>
                  <a:lnTo>
                    <a:pt x="8281" y="3258"/>
                  </a:lnTo>
                  <a:lnTo>
                    <a:pt x="8266" y="3211"/>
                  </a:lnTo>
                  <a:lnTo>
                    <a:pt x="8250" y="3164"/>
                  </a:lnTo>
                  <a:lnTo>
                    <a:pt x="8232" y="3117"/>
                  </a:lnTo>
                  <a:lnTo>
                    <a:pt x="8215" y="3069"/>
                  </a:lnTo>
                  <a:lnTo>
                    <a:pt x="8196" y="3022"/>
                  </a:lnTo>
                  <a:lnTo>
                    <a:pt x="8178" y="2974"/>
                  </a:lnTo>
                  <a:lnTo>
                    <a:pt x="8159" y="2926"/>
                  </a:lnTo>
                  <a:lnTo>
                    <a:pt x="8139" y="2877"/>
                  </a:lnTo>
                  <a:lnTo>
                    <a:pt x="8118" y="2828"/>
                  </a:lnTo>
                  <a:lnTo>
                    <a:pt x="8097" y="2778"/>
                  </a:lnTo>
                  <a:lnTo>
                    <a:pt x="8075" y="2729"/>
                  </a:lnTo>
                  <a:lnTo>
                    <a:pt x="8052" y="2676"/>
                  </a:lnTo>
                  <a:close/>
                  <a:moveTo>
                    <a:pt x="3055" y="2606"/>
                  </a:moveTo>
                  <a:lnTo>
                    <a:pt x="3060" y="2588"/>
                  </a:lnTo>
                  <a:lnTo>
                    <a:pt x="3063" y="2571"/>
                  </a:lnTo>
                  <a:lnTo>
                    <a:pt x="3065" y="2556"/>
                  </a:lnTo>
                  <a:lnTo>
                    <a:pt x="3065" y="2542"/>
                  </a:lnTo>
                  <a:lnTo>
                    <a:pt x="3064" y="2528"/>
                  </a:lnTo>
                  <a:lnTo>
                    <a:pt x="3063" y="2513"/>
                  </a:lnTo>
                  <a:lnTo>
                    <a:pt x="3061" y="2498"/>
                  </a:lnTo>
                  <a:lnTo>
                    <a:pt x="3058" y="2481"/>
                  </a:lnTo>
                  <a:lnTo>
                    <a:pt x="3194" y="2456"/>
                  </a:lnTo>
                  <a:lnTo>
                    <a:pt x="3331" y="2433"/>
                  </a:lnTo>
                  <a:lnTo>
                    <a:pt x="3468" y="2408"/>
                  </a:lnTo>
                  <a:lnTo>
                    <a:pt x="3604" y="2385"/>
                  </a:lnTo>
                  <a:lnTo>
                    <a:pt x="3741" y="2360"/>
                  </a:lnTo>
                  <a:lnTo>
                    <a:pt x="3878" y="2337"/>
                  </a:lnTo>
                  <a:lnTo>
                    <a:pt x="4014" y="2312"/>
                  </a:lnTo>
                  <a:lnTo>
                    <a:pt x="4151" y="2288"/>
                  </a:lnTo>
                  <a:lnTo>
                    <a:pt x="4288" y="2264"/>
                  </a:lnTo>
                  <a:lnTo>
                    <a:pt x="4424" y="2240"/>
                  </a:lnTo>
                  <a:lnTo>
                    <a:pt x="4561" y="2216"/>
                  </a:lnTo>
                  <a:lnTo>
                    <a:pt x="4698" y="2192"/>
                  </a:lnTo>
                  <a:lnTo>
                    <a:pt x="4834" y="2169"/>
                  </a:lnTo>
                  <a:lnTo>
                    <a:pt x="4971" y="2144"/>
                  </a:lnTo>
                  <a:lnTo>
                    <a:pt x="5108" y="2120"/>
                  </a:lnTo>
                  <a:lnTo>
                    <a:pt x="5244" y="2096"/>
                  </a:lnTo>
                  <a:lnTo>
                    <a:pt x="5240" y="2074"/>
                  </a:lnTo>
                  <a:lnTo>
                    <a:pt x="5236" y="2047"/>
                  </a:lnTo>
                  <a:lnTo>
                    <a:pt x="5231" y="2021"/>
                  </a:lnTo>
                  <a:lnTo>
                    <a:pt x="5226" y="1999"/>
                  </a:lnTo>
                  <a:lnTo>
                    <a:pt x="7341" y="1627"/>
                  </a:lnTo>
                  <a:lnTo>
                    <a:pt x="7380" y="1663"/>
                  </a:lnTo>
                  <a:lnTo>
                    <a:pt x="7417" y="1701"/>
                  </a:lnTo>
                  <a:lnTo>
                    <a:pt x="7456" y="1740"/>
                  </a:lnTo>
                  <a:lnTo>
                    <a:pt x="7494" y="1782"/>
                  </a:lnTo>
                  <a:lnTo>
                    <a:pt x="7531" y="1824"/>
                  </a:lnTo>
                  <a:lnTo>
                    <a:pt x="7568" y="1868"/>
                  </a:lnTo>
                  <a:lnTo>
                    <a:pt x="7604" y="1913"/>
                  </a:lnTo>
                  <a:lnTo>
                    <a:pt x="7640" y="1958"/>
                  </a:lnTo>
                  <a:lnTo>
                    <a:pt x="7675" y="2005"/>
                  </a:lnTo>
                  <a:lnTo>
                    <a:pt x="7709" y="2053"/>
                  </a:lnTo>
                  <a:lnTo>
                    <a:pt x="7743" y="2102"/>
                  </a:lnTo>
                  <a:lnTo>
                    <a:pt x="7774" y="2151"/>
                  </a:lnTo>
                  <a:lnTo>
                    <a:pt x="7806" y="2202"/>
                  </a:lnTo>
                  <a:lnTo>
                    <a:pt x="7837" y="2252"/>
                  </a:lnTo>
                  <a:lnTo>
                    <a:pt x="7866" y="2303"/>
                  </a:lnTo>
                  <a:lnTo>
                    <a:pt x="7895" y="2354"/>
                  </a:lnTo>
                  <a:lnTo>
                    <a:pt x="7730" y="2383"/>
                  </a:lnTo>
                  <a:lnTo>
                    <a:pt x="7567" y="2412"/>
                  </a:lnTo>
                  <a:lnTo>
                    <a:pt x="7403" y="2441"/>
                  </a:lnTo>
                  <a:lnTo>
                    <a:pt x="7238" y="2469"/>
                  </a:lnTo>
                  <a:lnTo>
                    <a:pt x="7075" y="2499"/>
                  </a:lnTo>
                  <a:lnTo>
                    <a:pt x="6911" y="2528"/>
                  </a:lnTo>
                  <a:lnTo>
                    <a:pt x="6747" y="2556"/>
                  </a:lnTo>
                  <a:lnTo>
                    <a:pt x="6583" y="2585"/>
                  </a:lnTo>
                  <a:lnTo>
                    <a:pt x="6419" y="2614"/>
                  </a:lnTo>
                  <a:lnTo>
                    <a:pt x="6255" y="2643"/>
                  </a:lnTo>
                  <a:lnTo>
                    <a:pt x="6091" y="2671"/>
                  </a:lnTo>
                  <a:lnTo>
                    <a:pt x="5927" y="2701"/>
                  </a:lnTo>
                  <a:lnTo>
                    <a:pt x="5763" y="2730"/>
                  </a:lnTo>
                  <a:lnTo>
                    <a:pt x="5599" y="2758"/>
                  </a:lnTo>
                  <a:lnTo>
                    <a:pt x="5435" y="2787"/>
                  </a:lnTo>
                  <a:lnTo>
                    <a:pt x="5270" y="2816"/>
                  </a:lnTo>
                  <a:lnTo>
                    <a:pt x="5276" y="2797"/>
                  </a:lnTo>
                  <a:lnTo>
                    <a:pt x="5279" y="2781"/>
                  </a:lnTo>
                  <a:lnTo>
                    <a:pt x="5281" y="2766"/>
                  </a:lnTo>
                  <a:lnTo>
                    <a:pt x="5282" y="2752"/>
                  </a:lnTo>
                  <a:lnTo>
                    <a:pt x="5281" y="2738"/>
                  </a:lnTo>
                  <a:lnTo>
                    <a:pt x="5280" y="2723"/>
                  </a:lnTo>
                  <a:lnTo>
                    <a:pt x="5277" y="2707"/>
                  </a:lnTo>
                  <a:lnTo>
                    <a:pt x="5274" y="2690"/>
                  </a:lnTo>
                  <a:lnTo>
                    <a:pt x="5137" y="2714"/>
                  </a:lnTo>
                  <a:lnTo>
                    <a:pt x="5000" y="2739"/>
                  </a:lnTo>
                  <a:lnTo>
                    <a:pt x="4865" y="2762"/>
                  </a:lnTo>
                  <a:lnTo>
                    <a:pt x="4728" y="2787"/>
                  </a:lnTo>
                  <a:lnTo>
                    <a:pt x="4591" y="2810"/>
                  </a:lnTo>
                  <a:lnTo>
                    <a:pt x="4455" y="2835"/>
                  </a:lnTo>
                  <a:lnTo>
                    <a:pt x="4318" y="2859"/>
                  </a:lnTo>
                  <a:lnTo>
                    <a:pt x="4181" y="2883"/>
                  </a:lnTo>
                  <a:lnTo>
                    <a:pt x="4045" y="2907"/>
                  </a:lnTo>
                  <a:lnTo>
                    <a:pt x="3908" y="2930"/>
                  </a:lnTo>
                  <a:lnTo>
                    <a:pt x="3771" y="2955"/>
                  </a:lnTo>
                  <a:lnTo>
                    <a:pt x="3635" y="2978"/>
                  </a:lnTo>
                  <a:lnTo>
                    <a:pt x="3498" y="3003"/>
                  </a:lnTo>
                  <a:lnTo>
                    <a:pt x="3361" y="3026"/>
                  </a:lnTo>
                  <a:lnTo>
                    <a:pt x="3224" y="3051"/>
                  </a:lnTo>
                  <a:lnTo>
                    <a:pt x="3088" y="3075"/>
                  </a:lnTo>
                  <a:lnTo>
                    <a:pt x="3093" y="3056"/>
                  </a:lnTo>
                  <a:lnTo>
                    <a:pt x="3096" y="3040"/>
                  </a:lnTo>
                  <a:lnTo>
                    <a:pt x="3098" y="3024"/>
                  </a:lnTo>
                  <a:lnTo>
                    <a:pt x="3098" y="3010"/>
                  </a:lnTo>
                  <a:lnTo>
                    <a:pt x="3098" y="2997"/>
                  </a:lnTo>
                  <a:lnTo>
                    <a:pt x="3096" y="2982"/>
                  </a:lnTo>
                  <a:lnTo>
                    <a:pt x="3094" y="2966"/>
                  </a:lnTo>
                  <a:lnTo>
                    <a:pt x="3091" y="2950"/>
                  </a:lnTo>
                  <a:lnTo>
                    <a:pt x="2965" y="2971"/>
                  </a:lnTo>
                  <a:lnTo>
                    <a:pt x="2834" y="2995"/>
                  </a:lnTo>
                  <a:lnTo>
                    <a:pt x="2699" y="3018"/>
                  </a:lnTo>
                  <a:lnTo>
                    <a:pt x="2561" y="3043"/>
                  </a:lnTo>
                  <a:lnTo>
                    <a:pt x="2419" y="3067"/>
                  </a:lnTo>
                  <a:lnTo>
                    <a:pt x="2276" y="3093"/>
                  </a:lnTo>
                  <a:lnTo>
                    <a:pt x="2131" y="3118"/>
                  </a:lnTo>
                  <a:lnTo>
                    <a:pt x="1985" y="3144"/>
                  </a:lnTo>
                  <a:lnTo>
                    <a:pt x="1839" y="3169"/>
                  </a:lnTo>
                  <a:lnTo>
                    <a:pt x="1694" y="3195"/>
                  </a:lnTo>
                  <a:lnTo>
                    <a:pt x="1551" y="3220"/>
                  </a:lnTo>
                  <a:lnTo>
                    <a:pt x="1410" y="3245"/>
                  </a:lnTo>
                  <a:lnTo>
                    <a:pt x="1271" y="3269"/>
                  </a:lnTo>
                  <a:lnTo>
                    <a:pt x="1136" y="3294"/>
                  </a:lnTo>
                  <a:lnTo>
                    <a:pt x="1005" y="3316"/>
                  </a:lnTo>
                  <a:lnTo>
                    <a:pt x="880" y="3338"/>
                  </a:lnTo>
                  <a:lnTo>
                    <a:pt x="880" y="3319"/>
                  </a:lnTo>
                  <a:lnTo>
                    <a:pt x="881" y="3300"/>
                  </a:lnTo>
                  <a:lnTo>
                    <a:pt x="881" y="3279"/>
                  </a:lnTo>
                  <a:lnTo>
                    <a:pt x="880" y="3259"/>
                  </a:lnTo>
                  <a:lnTo>
                    <a:pt x="877" y="3217"/>
                  </a:lnTo>
                  <a:lnTo>
                    <a:pt x="873" y="3174"/>
                  </a:lnTo>
                  <a:lnTo>
                    <a:pt x="867" y="3130"/>
                  </a:lnTo>
                  <a:lnTo>
                    <a:pt x="860" y="3086"/>
                  </a:lnTo>
                  <a:lnTo>
                    <a:pt x="853" y="3041"/>
                  </a:lnTo>
                  <a:lnTo>
                    <a:pt x="845" y="2995"/>
                  </a:lnTo>
                  <a:lnTo>
                    <a:pt x="970" y="2972"/>
                  </a:lnTo>
                  <a:lnTo>
                    <a:pt x="1101" y="2950"/>
                  </a:lnTo>
                  <a:lnTo>
                    <a:pt x="1235" y="2926"/>
                  </a:lnTo>
                  <a:lnTo>
                    <a:pt x="1374" y="2902"/>
                  </a:lnTo>
                  <a:lnTo>
                    <a:pt x="1515" y="2876"/>
                  </a:lnTo>
                  <a:lnTo>
                    <a:pt x="1659" y="2852"/>
                  </a:lnTo>
                  <a:lnTo>
                    <a:pt x="1804" y="2826"/>
                  </a:lnTo>
                  <a:lnTo>
                    <a:pt x="1950" y="2800"/>
                  </a:lnTo>
                  <a:lnTo>
                    <a:pt x="2095" y="2774"/>
                  </a:lnTo>
                  <a:lnTo>
                    <a:pt x="2240" y="2749"/>
                  </a:lnTo>
                  <a:lnTo>
                    <a:pt x="2383" y="2724"/>
                  </a:lnTo>
                  <a:lnTo>
                    <a:pt x="2525" y="2699"/>
                  </a:lnTo>
                  <a:lnTo>
                    <a:pt x="2663" y="2674"/>
                  </a:lnTo>
                  <a:lnTo>
                    <a:pt x="2798" y="2651"/>
                  </a:lnTo>
                  <a:lnTo>
                    <a:pt x="2929" y="2629"/>
                  </a:lnTo>
                  <a:lnTo>
                    <a:pt x="3055" y="2606"/>
                  </a:lnTo>
                  <a:close/>
                  <a:moveTo>
                    <a:pt x="2453" y="1887"/>
                  </a:moveTo>
                  <a:lnTo>
                    <a:pt x="2391" y="1837"/>
                  </a:lnTo>
                  <a:lnTo>
                    <a:pt x="2338" y="1793"/>
                  </a:lnTo>
                  <a:lnTo>
                    <a:pt x="2292" y="1754"/>
                  </a:lnTo>
                  <a:lnTo>
                    <a:pt x="2250" y="1720"/>
                  </a:lnTo>
                  <a:lnTo>
                    <a:pt x="2209" y="1689"/>
                  </a:lnTo>
                  <a:lnTo>
                    <a:pt x="2168" y="1660"/>
                  </a:lnTo>
                  <a:lnTo>
                    <a:pt x="2147" y="1645"/>
                  </a:lnTo>
                  <a:lnTo>
                    <a:pt x="2125" y="1632"/>
                  </a:lnTo>
                  <a:lnTo>
                    <a:pt x="2101" y="1618"/>
                  </a:lnTo>
                  <a:lnTo>
                    <a:pt x="2076" y="1603"/>
                  </a:lnTo>
                  <a:lnTo>
                    <a:pt x="571" y="1869"/>
                  </a:lnTo>
                  <a:lnTo>
                    <a:pt x="621" y="2009"/>
                  </a:lnTo>
                  <a:lnTo>
                    <a:pt x="679" y="2199"/>
                  </a:lnTo>
                  <a:lnTo>
                    <a:pt x="784" y="2181"/>
                  </a:lnTo>
                  <a:lnTo>
                    <a:pt x="893" y="2161"/>
                  </a:lnTo>
                  <a:lnTo>
                    <a:pt x="1002" y="2142"/>
                  </a:lnTo>
                  <a:lnTo>
                    <a:pt x="1112" y="2123"/>
                  </a:lnTo>
                  <a:lnTo>
                    <a:pt x="1225" y="2103"/>
                  </a:lnTo>
                  <a:lnTo>
                    <a:pt x="1338" y="2083"/>
                  </a:lnTo>
                  <a:lnTo>
                    <a:pt x="1452" y="2063"/>
                  </a:lnTo>
                  <a:lnTo>
                    <a:pt x="1565" y="2043"/>
                  </a:lnTo>
                  <a:lnTo>
                    <a:pt x="1679" y="2024"/>
                  </a:lnTo>
                  <a:lnTo>
                    <a:pt x="1792" y="2003"/>
                  </a:lnTo>
                  <a:lnTo>
                    <a:pt x="1906" y="1984"/>
                  </a:lnTo>
                  <a:lnTo>
                    <a:pt x="2018" y="1964"/>
                  </a:lnTo>
                  <a:lnTo>
                    <a:pt x="2129" y="1944"/>
                  </a:lnTo>
                  <a:lnTo>
                    <a:pt x="2238" y="1925"/>
                  </a:lnTo>
                  <a:lnTo>
                    <a:pt x="2346" y="1905"/>
                  </a:lnTo>
                  <a:lnTo>
                    <a:pt x="2453" y="18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9" name="Freeform 11">
              <a:extLst>
                <a:ext uri="{FF2B5EF4-FFF2-40B4-BE49-F238E27FC236}">
                  <a16:creationId xmlns:a16="http://schemas.microsoft.com/office/drawing/2014/main" id="{9DE70D3E-C628-3A46-74B9-03403D061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" y="76"/>
              <a:ext cx="394" cy="230"/>
            </a:xfrm>
            <a:custGeom>
              <a:avLst/>
              <a:gdLst>
                <a:gd name="T0" fmla="*/ 0 w 15726"/>
                <a:gd name="T1" fmla="*/ 0 h 9184"/>
                <a:gd name="T2" fmla="*/ 0 w 15726"/>
                <a:gd name="T3" fmla="*/ 0 h 9184"/>
                <a:gd name="T4" fmla="*/ 0 w 15726"/>
                <a:gd name="T5" fmla="*/ 0 h 9184"/>
                <a:gd name="T6" fmla="*/ 0 w 15726"/>
                <a:gd name="T7" fmla="*/ 0 h 9184"/>
                <a:gd name="T8" fmla="*/ 0 w 15726"/>
                <a:gd name="T9" fmla="*/ 0 h 9184"/>
                <a:gd name="T10" fmla="*/ 0 w 15726"/>
                <a:gd name="T11" fmla="*/ 0 h 9184"/>
                <a:gd name="T12" fmla="*/ 0 w 15726"/>
                <a:gd name="T13" fmla="*/ 0 h 9184"/>
                <a:gd name="T14" fmla="*/ 0 w 15726"/>
                <a:gd name="T15" fmla="*/ 0 h 9184"/>
                <a:gd name="T16" fmla="*/ 0 w 15726"/>
                <a:gd name="T17" fmla="*/ 0 h 9184"/>
                <a:gd name="T18" fmla="*/ 0 w 15726"/>
                <a:gd name="T19" fmla="*/ 0 h 9184"/>
                <a:gd name="T20" fmla="*/ 0 w 15726"/>
                <a:gd name="T21" fmla="*/ 0 h 9184"/>
                <a:gd name="T22" fmla="*/ 0 w 15726"/>
                <a:gd name="T23" fmla="*/ 0 h 9184"/>
                <a:gd name="T24" fmla="*/ 0 w 15726"/>
                <a:gd name="T25" fmla="*/ 0 h 9184"/>
                <a:gd name="T26" fmla="*/ 0 w 15726"/>
                <a:gd name="T27" fmla="*/ 0 h 9184"/>
                <a:gd name="T28" fmla="*/ 0 w 15726"/>
                <a:gd name="T29" fmla="*/ 0 h 9184"/>
                <a:gd name="T30" fmla="*/ 0 w 15726"/>
                <a:gd name="T31" fmla="*/ 0 h 9184"/>
                <a:gd name="T32" fmla="*/ 0 w 15726"/>
                <a:gd name="T33" fmla="*/ 0 h 9184"/>
                <a:gd name="T34" fmla="*/ 0 w 15726"/>
                <a:gd name="T35" fmla="*/ 0 h 9184"/>
                <a:gd name="T36" fmla="*/ 0 w 15726"/>
                <a:gd name="T37" fmla="*/ 0 h 9184"/>
                <a:gd name="T38" fmla="*/ 0 w 15726"/>
                <a:gd name="T39" fmla="*/ 0 h 9184"/>
                <a:gd name="T40" fmla="*/ 0 w 15726"/>
                <a:gd name="T41" fmla="*/ 0 h 9184"/>
                <a:gd name="T42" fmla="*/ 0 w 15726"/>
                <a:gd name="T43" fmla="*/ 0 h 9184"/>
                <a:gd name="T44" fmla="*/ 0 w 15726"/>
                <a:gd name="T45" fmla="*/ 0 h 9184"/>
                <a:gd name="T46" fmla="*/ 0 w 15726"/>
                <a:gd name="T47" fmla="*/ 0 h 9184"/>
                <a:gd name="T48" fmla="*/ 0 w 15726"/>
                <a:gd name="T49" fmla="*/ 0 h 9184"/>
                <a:gd name="T50" fmla="*/ 0 w 15726"/>
                <a:gd name="T51" fmla="*/ 0 h 9184"/>
                <a:gd name="T52" fmla="*/ 0 w 15726"/>
                <a:gd name="T53" fmla="*/ 0 h 9184"/>
                <a:gd name="T54" fmla="*/ 0 w 15726"/>
                <a:gd name="T55" fmla="*/ 0 h 9184"/>
                <a:gd name="T56" fmla="*/ 0 w 15726"/>
                <a:gd name="T57" fmla="*/ 0 h 9184"/>
                <a:gd name="T58" fmla="*/ 0 w 15726"/>
                <a:gd name="T59" fmla="*/ 0 h 9184"/>
                <a:gd name="T60" fmla="*/ 0 w 15726"/>
                <a:gd name="T61" fmla="*/ 0 h 9184"/>
                <a:gd name="T62" fmla="*/ 0 w 15726"/>
                <a:gd name="T63" fmla="*/ 0 h 9184"/>
                <a:gd name="T64" fmla="*/ 0 w 15726"/>
                <a:gd name="T65" fmla="*/ 0 h 9184"/>
                <a:gd name="T66" fmla="*/ 0 w 15726"/>
                <a:gd name="T67" fmla="*/ 0 h 9184"/>
                <a:gd name="T68" fmla="*/ 0 w 15726"/>
                <a:gd name="T69" fmla="*/ 0 h 9184"/>
                <a:gd name="T70" fmla="*/ 0 w 15726"/>
                <a:gd name="T71" fmla="*/ 0 h 9184"/>
                <a:gd name="T72" fmla="*/ 0 w 15726"/>
                <a:gd name="T73" fmla="*/ 0 h 9184"/>
                <a:gd name="T74" fmla="*/ 0 w 15726"/>
                <a:gd name="T75" fmla="*/ 0 h 9184"/>
                <a:gd name="T76" fmla="*/ 0 w 15726"/>
                <a:gd name="T77" fmla="*/ 0 h 9184"/>
                <a:gd name="T78" fmla="*/ 0 w 15726"/>
                <a:gd name="T79" fmla="*/ 0 h 9184"/>
                <a:gd name="T80" fmla="*/ 0 w 15726"/>
                <a:gd name="T81" fmla="*/ 0 h 9184"/>
                <a:gd name="T82" fmla="*/ 0 w 15726"/>
                <a:gd name="T83" fmla="*/ 0 h 9184"/>
                <a:gd name="T84" fmla="*/ 0 w 15726"/>
                <a:gd name="T85" fmla="*/ 0 h 9184"/>
                <a:gd name="T86" fmla="*/ 0 w 15726"/>
                <a:gd name="T87" fmla="*/ 0 h 9184"/>
                <a:gd name="T88" fmla="*/ 0 w 15726"/>
                <a:gd name="T89" fmla="*/ 0 h 9184"/>
                <a:gd name="T90" fmla="*/ 0 w 15726"/>
                <a:gd name="T91" fmla="*/ 0 h 9184"/>
                <a:gd name="T92" fmla="*/ 0 w 15726"/>
                <a:gd name="T93" fmla="*/ 0 h 9184"/>
                <a:gd name="T94" fmla="*/ 0 w 15726"/>
                <a:gd name="T95" fmla="*/ 0 h 9184"/>
                <a:gd name="T96" fmla="*/ 0 w 15726"/>
                <a:gd name="T97" fmla="*/ 0 h 9184"/>
                <a:gd name="T98" fmla="*/ 0 w 15726"/>
                <a:gd name="T99" fmla="*/ 0 h 9184"/>
                <a:gd name="T100" fmla="*/ 0 w 15726"/>
                <a:gd name="T101" fmla="*/ 0 h 91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726" h="9184">
                  <a:moveTo>
                    <a:pt x="11747" y="352"/>
                  </a:moveTo>
                  <a:lnTo>
                    <a:pt x="11936" y="304"/>
                  </a:lnTo>
                  <a:lnTo>
                    <a:pt x="12122" y="260"/>
                  </a:lnTo>
                  <a:lnTo>
                    <a:pt x="12304" y="220"/>
                  </a:lnTo>
                  <a:lnTo>
                    <a:pt x="12483" y="182"/>
                  </a:lnTo>
                  <a:lnTo>
                    <a:pt x="12657" y="149"/>
                  </a:lnTo>
                  <a:lnTo>
                    <a:pt x="12829" y="118"/>
                  </a:lnTo>
                  <a:lnTo>
                    <a:pt x="12997" y="91"/>
                  </a:lnTo>
                  <a:lnTo>
                    <a:pt x="13161" y="68"/>
                  </a:lnTo>
                  <a:lnTo>
                    <a:pt x="13321" y="48"/>
                  </a:lnTo>
                  <a:lnTo>
                    <a:pt x="13476" y="31"/>
                  </a:lnTo>
                  <a:lnTo>
                    <a:pt x="13629" y="18"/>
                  </a:lnTo>
                  <a:lnTo>
                    <a:pt x="13775" y="8"/>
                  </a:lnTo>
                  <a:lnTo>
                    <a:pt x="13918" y="3"/>
                  </a:lnTo>
                  <a:lnTo>
                    <a:pt x="14056" y="0"/>
                  </a:lnTo>
                  <a:lnTo>
                    <a:pt x="14189" y="1"/>
                  </a:lnTo>
                  <a:lnTo>
                    <a:pt x="14318" y="6"/>
                  </a:lnTo>
                  <a:lnTo>
                    <a:pt x="14442" y="14"/>
                  </a:lnTo>
                  <a:lnTo>
                    <a:pt x="14560" y="26"/>
                  </a:lnTo>
                  <a:lnTo>
                    <a:pt x="14674" y="42"/>
                  </a:lnTo>
                  <a:lnTo>
                    <a:pt x="14782" y="62"/>
                  </a:lnTo>
                  <a:lnTo>
                    <a:pt x="14885" y="85"/>
                  </a:lnTo>
                  <a:lnTo>
                    <a:pt x="14982" y="112"/>
                  </a:lnTo>
                  <a:lnTo>
                    <a:pt x="15074" y="142"/>
                  </a:lnTo>
                  <a:lnTo>
                    <a:pt x="15160" y="177"/>
                  </a:lnTo>
                  <a:lnTo>
                    <a:pt x="15241" y="216"/>
                  </a:lnTo>
                  <a:lnTo>
                    <a:pt x="15315" y="258"/>
                  </a:lnTo>
                  <a:lnTo>
                    <a:pt x="15383" y="304"/>
                  </a:lnTo>
                  <a:lnTo>
                    <a:pt x="15445" y="354"/>
                  </a:lnTo>
                  <a:lnTo>
                    <a:pt x="15502" y="408"/>
                  </a:lnTo>
                  <a:lnTo>
                    <a:pt x="15552" y="466"/>
                  </a:lnTo>
                  <a:lnTo>
                    <a:pt x="15595" y="527"/>
                  </a:lnTo>
                  <a:lnTo>
                    <a:pt x="15632" y="592"/>
                  </a:lnTo>
                  <a:lnTo>
                    <a:pt x="15680" y="715"/>
                  </a:lnTo>
                  <a:lnTo>
                    <a:pt x="15711" y="845"/>
                  </a:lnTo>
                  <a:lnTo>
                    <a:pt x="15726" y="986"/>
                  </a:lnTo>
                  <a:lnTo>
                    <a:pt x="15724" y="1136"/>
                  </a:lnTo>
                  <a:lnTo>
                    <a:pt x="15705" y="1294"/>
                  </a:lnTo>
                  <a:lnTo>
                    <a:pt x="15670" y="1461"/>
                  </a:lnTo>
                  <a:lnTo>
                    <a:pt x="15619" y="1635"/>
                  </a:lnTo>
                  <a:lnTo>
                    <a:pt x="15553" y="1815"/>
                  </a:lnTo>
                  <a:lnTo>
                    <a:pt x="15470" y="2003"/>
                  </a:lnTo>
                  <a:lnTo>
                    <a:pt x="15372" y="2197"/>
                  </a:lnTo>
                  <a:lnTo>
                    <a:pt x="15257" y="2396"/>
                  </a:lnTo>
                  <a:lnTo>
                    <a:pt x="15129" y="2601"/>
                  </a:lnTo>
                  <a:lnTo>
                    <a:pt x="14985" y="2810"/>
                  </a:lnTo>
                  <a:lnTo>
                    <a:pt x="14826" y="3023"/>
                  </a:lnTo>
                  <a:lnTo>
                    <a:pt x="14652" y="3240"/>
                  </a:lnTo>
                  <a:lnTo>
                    <a:pt x="14464" y="3460"/>
                  </a:lnTo>
                  <a:lnTo>
                    <a:pt x="14262" y="3683"/>
                  </a:lnTo>
                  <a:lnTo>
                    <a:pt x="14046" y="3908"/>
                  </a:lnTo>
                  <a:lnTo>
                    <a:pt x="13815" y="4136"/>
                  </a:lnTo>
                  <a:lnTo>
                    <a:pt x="13570" y="4364"/>
                  </a:lnTo>
                  <a:lnTo>
                    <a:pt x="13313" y="4594"/>
                  </a:lnTo>
                  <a:lnTo>
                    <a:pt x="13041" y="4823"/>
                  </a:lnTo>
                  <a:lnTo>
                    <a:pt x="12757" y="5053"/>
                  </a:lnTo>
                  <a:lnTo>
                    <a:pt x="12459" y="5282"/>
                  </a:lnTo>
                  <a:lnTo>
                    <a:pt x="12148" y="5510"/>
                  </a:lnTo>
                  <a:lnTo>
                    <a:pt x="11825" y="5736"/>
                  </a:lnTo>
                  <a:lnTo>
                    <a:pt x="11489" y="5961"/>
                  </a:lnTo>
                  <a:lnTo>
                    <a:pt x="11141" y="6183"/>
                  </a:lnTo>
                  <a:lnTo>
                    <a:pt x="10780" y="6402"/>
                  </a:lnTo>
                  <a:lnTo>
                    <a:pt x="10408" y="6617"/>
                  </a:lnTo>
                  <a:lnTo>
                    <a:pt x="10025" y="6830"/>
                  </a:lnTo>
                  <a:lnTo>
                    <a:pt x="9629" y="7037"/>
                  </a:lnTo>
                  <a:lnTo>
                    <a:pt x="9226" y="7237"/>
                  </a:lnTo>
                  <a:lnTo>
                    <a:pt x="8823" y="7427"/>
                  </a:lnTo>
                  <a:lnTo>
                    <a:pt x="8418" y="7608"/>
                  </a:lnTo>
                  <a:lnTo>
                    <a:pt x="8014" y="7779"/>
                  </a:lnTo>
                  <a:lnTo>
                    <a:pt x="7610" y="7941"/>
                  </a:lnTo>
                  <a:lnTo>
                    <a:pt x="7209" y="8093"/>
                  </a:lnTo>
                  <a:lnTo>
                    <a:pt x="6810" y="8235"/>
                  </a:lnTo>
                  <a:lnTo>
                    <a:pt x="6416" y="8368"/>
                  </a:lnTo>
                  <a:lnTo>
                    <a:pt x="6024" y="8490"/>
                  </a:lnTo>
                  <a:lnTo>
                    <a:pt x="5639" y="8602"/>
                  </a:lnTo>
                  <a:lnTo>
                    <a:pt x="5258" y="8705"/>
                  </a:lnTo>
                  <a:lnTo>
                    <a:pt x="4885" y="8798"/>
                  </a:lnTo>
                  <a:lnTo>
                    <a:pt x="4520" y="8881"/>
                  </a:lnTo>
                  <a:lnTo>
                    <a:pt x="4162" y="8954"/>
                  </a:lnTo>
                  <a:lnTo>
                    <a:pt x="3814" y="9017"/>
                  </a:lnTo>
                  <a:lnTo>
                    <a:pt x="3476" y="9070"/>
                  </a:lnTo>
                  <a:lnTo>
                    <a:pt x="3148" y="9113"/>
                  </a:lnTo>
                  <a:lnTo>
                    <a:pt x="2832" y="9146"/>
                  </a:lnTo>
                  <a:lnTo>
                    <a:pt x="2530" y="9168"/>
                  </a:lnTo>
                  <a:lnTo>
                    <a:pt x="2239" y="9182"/>
                  </a:lnTo>
                  <a:lnTo>
                    <a:pt x="1962" y="9184"/>
                  </a:lnTo>
                  <a:lnTo>
                    <a:pt x="1702" y="9177"/>
                  </a:lnTo>
                  <a:lnTo>
                    <a:pt x="1455" y="9158"/>
                  </a:lnTo>
                  <a:lnTo>
                    <a:pt x="1226" y="9131"/>
                  </a:lnTo>
                  <a:lnTo>
                    <a:pt x="1014" y="9092"/>
                  </a:lnTo>
                  <a:lnTo>
                    <a:pt x="819" y="9043"/>
                  </a:lnTo>
                  <a:lnTo>
                    <a:pt x="644" y="8985"/>
                  </a:lnTo>
                  <a:lnTo>
                    <a:pt x="488" y="8914"/>
                  </a:lnTo>
                  <a:lnTo>
                    <a:pt x="353" y="8835"/>
                  </a:lnTo>
                  <a:lnTo>
                    <a:pt x="240" y="8745"/>
                  </a:lnTo>
                  <a:lnTo>
                    <a:pt x="148" y="8644"/>
                  </a:lnTo>
                  <a:lnTo>
                    <a:pt x="79" y="8533"/>
                  </a:lnTo>
                  <a:lnTo>
                    <a:pt x="59" y="8488"/>
                  </a:lnTo>
                  <a:lnTo>
                    <a:pt x="41" y="8441"/>
                  </a:lnTo>
                  <a:lnTo>
                    <a:pt x="27" y="8392"/>
                  </a:lnTo>
                  <a:lnTo>
                    <a:pt x="16" y="8343"/>
                  </a:lnTo>
                  <a:lnTo>
                    <a:pt x="8" y="8292"/>
                  </a:lnTo>
                  <a:lnTo>
                    <a:pt x="2" y="8239"/>
                  </a:lnTo>
                  <a:lnTo>
                    <a:pt x="0" y="8186"/>
                  </a:lnTo>
                  <a:lnTo>
                    <a:pt x="1" y="8131"/>
                  </a:lnTo>
                  <a:lnTo>
                    <a:pt x="4" y="8076"/>
                  </a:lnTo>
                  <a:lnTo>
                    <a:pt x="12" y="8019"/>
                  </a:lnTo>
                  <a:lnTo>
                    <a:pt x="21" y="7961"/>
                  </a:lnTo>
                  <a:lnTo>
                    <a:pt x="34" y="7902"/>
                  </a:lnTo>
                  <a:lnTo>
                    <a:pt x="49" y="7841"/>
                  </a:lnTo>
                  <a:lnTo>
                    <a:pt x="68" y="7780"/>
                  </a:lnTo>
                  <a:lnTo>
                    <a:pt x="89" y="7717"/>
                  </a:lnTo>
                  <a:lnTo>
                    <a:pt x="113" y="7654"/>
                  </a:lnTo>
                  <a:lnTo>
                    <a:pt x="139" y="7589"/>
                  </a:lnTo>
                  <a:lnTo>
                    <a:pt x="169" y="7524"/>
                  </a:lnTo>
                  <a:lnTo>
                    <a:pt x="202" y="7458"/>
                  </a:lnTo>
                  <a:lnTo>
                    <a:pt x="237" y="7391"/>
                  </a:lnTo>
                  <a:lnTo>
                    <a:pt x="274" y="7322"/>
                  </a:lnTo>
                  <a:lnTo>
                    <a:pt x="314" y="7253"/>
                  </a:lnTo>
                  <a:lnTo>
                    <a:pt x="357" y="7183"/>
                  </a:lnTo>
                  <a:lnTo>
                    <a:pt x="403" y="7112"/>
                  </a:lnTo>
                  <a:lnTo>
                    <a:pt x="451" y="7041"/>
                  </a:lnTo>
                  <a:lnTo>
                    <a:pt x="501" y="6968"/>
                  </a:lnTo>
                  <a:lnTo>
                    <a:pt x="555" y="6895"/>
                  </a:lnTo>
                  <a:lnTo>
                    <a:pt x="610" y="6821"/>
                  </a:lnTo>
                  <a:lnTo>
                    <a:pt x="668" y="6747"/>
                  </a:lnTo>
                  <a:lnTo>
                    <a:pt x="728" y="6671"/>
                  </a:lnTo>
                  <a:lnTo>
                    <a:pt x="792" y="6596"/>
                  </a:lnTo>
                  <a:lnTo>
                    <a:pt x="857" y="6518"/>
                  </a:lnTo>
                  <a:lnTo>
                    <a:pt x="838" y="6556"/>
                  </a:lnTo>
                  <a:lnTo>
                    <a:pt x="820" y="6594"/>
                  </a:lnTo>
                  <a:lnTo>
                    <a:pt x="803" y="6631"/>
                  </a:lnTo>
                  <a:lnTo>
                    <a:pt x="787" y="6667"/>
                  </a:lnTo>
                  <a:lnTo>
                    <a:pt x="771" y="6704"/>
                  </a:lnTo>
                  <a:lnTo>
                    <a:pt x="757" y="6740"/>
                  </a:lnTo>
                  <a:lnTo>
                    <a:pt x="743" y="6775"/>
                  </a:lnTo>
                  <a:lnTo>
                    <a:pt x="730" y="6811"/>
                  </a:lnTo>
                  <a:lnTo>
                    <a:pt x="719" y="6847"/>
                  </a:lnTo>
                  <a:lnTo>
                    <a:pt x="708" y="6882"/>
                  </a:lnTo>
                  <a:lnTo>
                    <a:pt x="699" y="6916"/>
                  </a:lnTo>
                  <a:lnTo>
                    <a:pt x="689" y="6950"/>
                  </a:lnTo>
                  <a:lnTo>
                    <a:pt x="681" y="6985"/>
                  </a:lnTo>
                  <a:lnTo>
                    <a:pt x="675" y="7018"/>
                  </a:lnTo>
                  <a:lnTo>
                    <a:pt x="669" y="7051"/>
                  </a:lnTo>
                  <a:lnTo>
                    <a:pt x="664" y="7085"/>
                  </a:lnTo>
                  <a:lnTo>
                    <a:pt x="661" y="7117"/>
                  </a:lnTo>
                  <a:lnTo>
                    <a:pt x="658" y="7149"/>
                  </a:lnTo>
                  <a:lnTo>
                    <a:pt x="656" y="7181"/>
                  </a:lnTo>
                  <a:lnTo>
                    <a:pt x="655" y="7212"/>
                  </a:lnTo>
                  <a:lnTo>
                    <a:pt x="655" y="7244"/>
                  </a:lnTo>
                  <a:lnTo>
                    <a:pt x="656" y="7274"/>
                  </a:lnTo>
                  <a:lnTo>
                    <a:pt x="659" y="7305"/>
                  </a:lnTo>
                  <a:lnTo>
                    <a:pt x="662" y="7335"/>
                  </a:lnTo>
                  <a:lnTo>
                    <a:pt x="666" y="7365"/>
                  </a:lnTo>
                  <a:lnTo>
                    <a:pt x="671" y="7395"/>
                  </a:lnTo>
                  <a:lnTo>
                    <a:pt x="677" y="7423"/>
                  </a:lnTo>
                  <a:lnTo>
                    <a:pt x="684" y="7452"/>
                  </a:lnTo>
                  <a:lnTo>
                    <a:pt x="694" y="7480"/>
                  </a:lnTo>
                  <a:lnTo>
                    <a:pt x="703" y="7508"/>
                  </a:lnTo>
                  <a:lnTo>
                    <a:pt x="713" y="7535"/>
                  </a:lnTo>
                  <a:lnTo>
                    <a:pt x="725" y="7562"/>
                  </a:lnTo>
                  <a:lnTo>
                    <a:pt x="786" y="7671"/>
                  </a:lnTo>
                  <a:lnTo>
                    <a:pt x="863" y="7769"/>
                  </a:lnTo>
                  <a:lnTo>
                    <a:pt x="958" y="7858"/>
                  </a:lnTo>
                  <a:lnTo>
                    <a:pt x="1071" y="7936"/>
                  </a:lnTo>
                  <a:lnTo>
                    <a:pt x="1199" y="8005"/>
                  </a:lnTo>
                  <a:lnTo>
                    <a:pt x="1342" y="8064"/>
                  </a:lnTo>
                  <a:lnTo>
                    <a:pt x="1500" y="8113"/>
                  </a:lnTo>
                  <a:lnTo>
                    <a:pt x="1673" y="8152"/>
                  </a:lnTo>
                  <a:lnTo>
                    <a:pt x="1860" y="8182"/>
                  </a:lnTo>
                  <a:lnTo>
                    <a:pt x="2060" y="8203"/>
                  </a:lnTo>
                  <a:lnTo>
                    <a:pt x="2274" y="8215"/>
                  </a:lnTo>
                  <a:lnTo>
                    <a:pt x="2500" y="8216"/>
                  </a:lnTo>
                  <a:lnTo>
                    <a:pt x="2738" y="8209"/>
                  </a:lnTo>
                  <a:lnTo>
                    <a:pt x="2988" y="8192"/>
                  </a:lnTo>
                  <a:lnTo>
                    <a:pt x="3247" y="8167"/>
                  </a:lnTo>
                  <a:lnTo>
                    <a:pt x="3518" y="8131"/>
                  </a:lnTo>
                  <a:lnTo>
                    <a:pt x="3799" y="8088"/>
                  </a:lnTo>
                  <a:lnTo>
                    <a:pt x="4089" y="8035"/>
                  </a:lnTo>
                  <a:lnTo>
                    <a:pt x="4387" y="7974"/>
                  </a:lnTo>
                  <a:lnTo>
                    <a:pt x="4695" y="7904"/>
                  </a:lnTo>
                  <a:lnTo>
                    <a:pt x="5010" y="7825"/>
                  </a:lnTo>
                  <a:lnTo>
                    <a:pt x="5332" y="7737"/>
                  </a:lnTo>
                  <a:lnTo>
                    <a:pt x="5660" y="7641"/>
                  </a:lnTo>
                  <a:lnTo>
                    <a:pt x="5996" y="7537"/>
                  </a:lnTo>
                  <a:lnTo>
                    <a:pt x="6337" y="7424"/>
                  </a:lnTo>
                  <a:lnTo>
                    <a:pt x="6683" y="7303"/>
                  </a:lnTo>
                  <a:lnTo>
                    <a:pt x="7033" y="7174"/>
                  </a:lnTo>
                  <a:lnTo>
                    <a:pt x="7389" y="7037"/>
                  </a:lnTo>
                  <a:lnTo>
                    <a:pt x="7747" y="6891"/>
                  </a:lnTo>
                  <a:lnTo>
                    <a:pt x="8109" y="6738"/>
                  </a:lnTo>
                  <a:lnTo>
                    <a:pt x="8474" y="6576"/>
                  </a:lnTo>
                  <a:lnTo>
                    <a:pt x="8841" y="6406"/>
                  </a:lnTo>
                  <a:lnTo>
                    <a:pt x="9205" y="6232"/>
                  </a:lnTo>
                  <a:lnTo>
                    <a:pt x="9562" y="6053"/>
                  </a:lnTo>
                  <a:lnTo>
                    <a:pt x="9910" y="5872"/>
                  </a:lnTo>
                  <a:lnTo>
                    <a:pt x="10252" y="5687"/>
                  </a:lnTo>
                  <a:lnTo>
                    <a:pt x="10584" y="5500"/>
                  </a:lnTo>
                  <a:lnTo>
                    <a:pt x="10908" y="5312"/>
                  </a:lnTo>
                  <a:lnTo>
                    <a:pt x="11223" y="5121"/>
                  </a:lnTo>
                  <a:lnTo>
                    <a:pt x="11528" y="4929"/>
                  </a:lnTo>
                  <a:lnTo>
                    <a:pt x="11823" y="4738"/>
                  </a:lnTo>
                  <a:lnTo>
                    <a:pt x="12107" y="4544"/>
                  </a:lnTo>
                  <a:lnTo>
                    <a:pt x="12381" y="4350"/>
                  </a:lnTo>
                  <a:lnTo>
                    <a:pt x="12644" y="4157"/>
                  </a:lnTo>
                  <a:lnTo>
                    <a:pt x="12896" y="3963"/>
                  </a:lnTo>
                  <a:lnTo>
                    <a:pt x="13135" y="3772"/>
                  </a:lnTo>
                  <a:lnTo>
                    <a:pt x="13362" y="3581"/>
                  </a:lnTo>
                  <a:lnTo>
                    <a:pt x="13577" y="3391"/>
                  </a:lnTo>
                  <a:lnTo>
                    <a:pt x="13778" y="3203"/>
                  </a:lnTo>
                  <a:lnTo>
                    <a:pt x="13966" y="3018"/>
                  </a:lnTo>
                  <a:lnTo>
                    <a:pt x="14140" y="2835"/>
                  </a:lnTo>
                  <a:lnTo>
                    <a:pt x="14299" y="2655"/>
                  </a:lnTo>
                  <a:lnTo>
                    <a:pt x="14445" y="2478"/>
                  </a:lnTo>
                  <a:lnTo>
                    <a:pt x="14574" y="2306"/>
                  </a:lnTo>
                  <a:lnTo>
                    <a:pt x="14689" y="2137"/>
                  </a:lnTo>
                  <a:lnTo>
                    <a:pt x="14787" y="1971"/>
                  </a:lnTo>
                  <a:lnTo>
                    <a:pt x="14870" y="1811"/>
                  </a:lnTo>
                  <a:lnTo>
                    <a:pt x="14936" y="1657"/>
                  </a:lnTo>
                  <a:lnTo>
                    <a:pt x="14984" y="1507"/>
                  </a:lnTo>
                  <a:lnTo>
                    <a:pt x="15016" y="1363"/>
                  </a:lnTo>
                  <a:lnTo>
                    <a:pt x="15030" y="1226"/>
                  </a:lnTo>
                  <a:lnTo>
                    <a:pt x="15025" y="1094"/>
                  </a:lnTo>
                  <a:lnTo>
                    <a:pt x="15003" y="970"/>
                  </a:lnTo>
                  <a:lnTo>
                    <a:pt x="14961" y="852"/>
                  </a:lnTo>
                  <a:lnTo>
                    <a:pt x="14930" y="792"/>
                  </a:lnTo>
                  <a:lnTo>
                    <a:pt x="14893" y="735"/>
                  </a:lnTo>
                  <a:lnTo>
                    <a:pt x="14853" y="680"/>
                  </a:lnTo>
                  <a:lnTo>
                    <a:pt x="14805" y="629"/>
                  </a:lnTo>
                  <a:lnTo>
                    <a:pt x="14754" y="580"/>
                  </a:lnTo>
                  <a:lnTo>
                    <a:pt x="14697" y="534"/>
                  </a:lnTo>
                  <a:lnTo>
                    <a:pt x="14636" y="492"/>
                  </a:lnTo>
                  <a:lnTo>
                    <a:pt x="14569" y="453"/>
                  </a:lnTo>
                  <a:lnTo>
                    <a:pt x="14498" y="416"/>
                  </a:lnTo>
                  <a:lnTo>
                    <a:pt x="14422" y="382"/>
                  </a:lnTo>
                  <a:lnTo>
                    <a:pt x="14342" y="351"/>
                  </a:lnTo>
                  <a:lnTo>
                    <a:pt x="14257" y="323"/>
                  </a:lnTo>
                  <a:lnTo>
                    <a:pt x="14168" y="297"/>
                  </a:lnTo>
                  <a:lnTo>
                    <a:pt x="14074" y="275"/>
                  </a:lnTo>
                  <a:lnTo>
                    <a:pt x="13976" y="256"/>
                  </a:lnTo>
                  <a:lnTo>
                    <a:pt x="13874" y="239"/>
                  </a:lnTo>
                  <a:lnTo>
                    <a:pt x="13768" y="226"/>
                  </a:lnTo>
                  <a:lnTo>
                    <a:pt x="13658" y="215"/>
                  </a:lnTo>
                  <a:lnTo>
                    <a:pt x="13544" y="207"/>
                  </a:lnTo>
                  <a:lnTo>
                    <a:pt x="13426" y="202"/>
                  </a:lnTo>
                  <a:lnTo>
                    <a:pt x="13305" y="199"/>
                  </a:lnTo>
                  <a:lnTo>
                    <a:pt x="13180" y="199"/>
                  </a:lnTo>
                  <a:lnTo>
                    <a:pt x="13051" y="202"/>
                  </a:lnTo>
                  <a:lnTo>
                    <a:pt x="12919" y="208"/>
                  </a:lnTo>
                  <a:lnTo>
                    <a:pt x="12783" y="216"/>
                  </a:lnTo>
                  <a:lnTo>
                    <a:pt x="12645" y="227"/>
                  </a:lnTo>
                  <a:lnTo>
                    <a:pt x="12503" y="241"/>
                  </a:lnTo>
                  <a:lnTo>
                    <a:pt x="12358" y="258"/>
                  </a:lnTo>
                  <a:lnTo>
                    <a:pt x="12209" y="277"/>
                  </a:lnTo>
                  <a:lnTo>
                    <a:pt x="12058" y="300"/>
                  </a:lnTo>
                  <a:lnTo>
                    <a:pt x="11904" y="324"/>
                  </a:lnTo>
                  <a:lnTo>
                    <a:pt x="11747" y="352"/>
                  </a:lnTo>
                  <a:close/>
                </a:path>
              </a:pathLst>
            </a:custGeom>
            <a:solidFill>
              <a:srgbClr val="F0B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50" name="Freeform 12">
              <a:extLst>
                <a:ext uri="{FF2B5EF4-FFF2-40B4-BE49-F238E27FC236}">
                  <a16:creationId xmlns:a16="http://schemas.microsoft.com/office/drawing/2014/main" id="{3B335324-AEA7-2A42-6B78-87C3506DB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" y="76"/>
              <a:ext cx="394" cy="230"/>
            </a:xfrm>
            <a:custGeom>
              <a:avLst/>
              <a:gdLst>
                <a:gd name="T0" fmla="*/ 0 w 15726"/>
                <a:gd name="T1" fmla="*/ 0 h 9184"/>
                <a:gd name="T2" fmla="*/ 0 w 15726"/>
                <a:gd name="T3" fmla="*/ 0 h 9184"/>
                <a:gd name="T4" fmla="*/ 0 w 15726"/>
                <a:gd name="T5" fmla="*/ 0 h 9184"/>
                <a:gd name="T6" fmla="*/ 0 w 15726"/>
                <a:gd name="T7" fmla="*/ 0 h 9184"/>
                <a:gd name="T8" fmla="*/ 0 w 15726"/>
                <a:gd name="T9" fmla="*/ 0 h 9184"/>
                <a:gd name="T10" fmla="*/ 0 w 15726"/>
                <a:gd name="T11" fmla="*/ 0 h 9184"/>
                <a:gd name="T12" fmla="*/ 0 w 15726"/>
                <a:gd name="T13" fmla="*/ 0 h 9184"/>
                <a:gd name="T14" fmla="*/ 0 w 15726"/>
                <a:gd name="T15" fmla="*/ 0 h 9184"/>
                <a:gd name="T16" fmla="*/ 0 w 15726"/>
                <a:gd name="T17" fmla="*/ 0 h 9184"/>
                <a:gd name="T18" fmla="*/ 0 w 15726"/>
                <a:gd name="T19" fmla="*/ 0 h 9184"/>
                <a:gd name="T20" fmla="*/ 0 w 15726"/>
                <a:gd name="T21" fmla="*/ 0 h 9184"/>
                <a:gd name="T22" fmla="*/ 0 w 15726"/>
                <a:gd name="T23" fmla="*/ 0 h 9184"/>
                <a:gd name="T24" fmla="*/ 0 w 15726"/>
                <a:gd name="T25" fmla="*/ 0 h 9184"/>
                <a:gd name="T26" fmla="*/ 0 w 15726"/>
                <a:gd name="T27" fmla="*/ 0 h 9184"/>
                <a:gd name="T28" fmla="*/ 0 w 15726"/>
                <a:gd name="T29" fmla="*/ 0 h 9184"/>
                <a:gd name="T30" fmla="*/ 0 w 15726"/>
                <a:gd name="T31" fmla="*/ 0 h 9184"/>
                <a:gd name="T32" fmla="*/ 0 w 15726"/>
                <a:gd name="T33" fmla="*/ 0 h 9184"/>
                <a:gd name="T34" fmla="*/ 0 w 15726"/>
                <a:gd name="T35" fmla="*/ 0 h 9184"/>
                <a:gd name="T36" fmla="*/ 0 w 15726"/>
                <a:gd name="T37" fmla="*/ 0 h 9184"/>
                <a:gd name="T38" fmla="*/ 0 w 15726"/>
                <a:gd name="T39" fmla="*/ 0 h 9184"/>
                <a:gd name="T40" fmla="*/ 0 w 15726"/>
                <a:gd name="T41" fmla="*/ 0 h 9184"/>
                <a:gd name="T42" fmla="*/ 0 w 15726"/>
                <a:gd name="T43" fmla="*/ 0 h 9184"/>
                <a:gd name="T44" fmla="*/ 0 w 15726"/>
                <a:gd name="T45" fmla="*/ 0 h 9184"/>
                <a:gd name="T46" fmla="*/ 0 w 15726"/>
                <a:gd name="T47" fmla="*/ 0 h 9184"/>
                <a:gd name="T48" fmla="*/ 0 w 15726"/>
                <a:gd name="T49" fmla="*/ 0 h 9184"/>
                <a:gd name="T50" fmla="*/ 0 w 15726"/>
                <a:gd name="T51" fmla="*/ 0 h 9184"/>
                <a:gd name="T52" fmla="*/ 0 w 15726"/>
                <a:gd name="T53" fmla="*/ 0 h 9184"/>
                <a:gd name="T54" fmla="*/ 0 w 15726"/>
                <a:gd name="T55" fmla="*/ 0 h 9184"/>
                <a:gd name="T56" fmla="*/ 0 w 15726"/>
                <a:gd name="T57" fmla="*/ 0 h 9184"/>
                <a:gd name="T58" fmla="*/ 0 w 15726"/>
                <a:gd name="T59" fmla="*/ 0 h 9184"/>
                <a:gd name="T60" fmla="*/ 0 w 15726"/>
                <a:gd name="T61" fmla="*/ 0 h 9184"/>
                <a:gd name="T62" fmla="*/ 0 w 15726"/>
                <a:gd name="T63" fmla="*/ 0 h 9184"/>
                <a:gd name="T64" fmla="*/ 0 w 15726"/>
                <a:gd name="T65" fmla="*/ 0 h 9184"/>
                <a:gd name="T66" fmla="*/ 0 w 15726"/>
                <a:gd name="T67" fmla="*/ 0 h 9184"/>
                <a:gd name="T68" fmla="*/ 0 w 15726"/>
                <a:gd name="T69" fmla="*/ 0 h 9184"/>
                <a:gd name="T70" fmla="*/ 0 w 15726"/>
                <a:gd name="T71" fmla="*/ 0 h 9184"/>
                <a:gd name="T72" fmla="*/ 0 w 15726"/>
                <a:gd name="T73" fmla="*/ 0 h 9184"/>
                <a:gd name="T74" fmla="*/ 0 w 15726"/>
                <a:gd name="T75" fmla="*/ 0 h 9184"/>
                <a:gd name="T76" fmla="*/ 0 w 15726"/>
                <a:gd name="T77" fmla="*/ 0 h 9184"/>
                <a:gd name="T78" fmla="*/ 0 w 15726"/>
                <a:gd name="T79" fmla="*/ 0 h 9184"/>
                <a:gd name="T80" fmla="*/ 0 w 15726"/>
                <a:gd name="T81" fmla="*/ 0 h 9184"/>
                <a:gd name="T82" fmla="*/ 0 w 15726"/>
                <a:gd name="T83" fmla="*/ 0 h 9184"/>
                <a:gd name="T84" fmla="*/ 0 w 15726"/>
                <a:gd name="T85" fmla="*/ 0 h 9184"/>
                <a:gd name="T86" fmla="*/ 0 w 15726"/>
                <a:gd name="T87" fmla="*/ 0 h 9184"/>
                <a:gd name="T88" fmla="*/ 0 w 15726"/>
                <a:gd name="T89" fmla="*/ 0 h 9184"/>
                <a:gd name="T90" fmla="*/ 0 w 15726"/>
                <a:gd name="T91" fmla="*/ 0 h 9184"/>
                <a:gd name="T92" fmla="*/ 0 w 15726"/>
                <a:gd name="T93" fmla="*/ 0 h 9184"/>
                <a:gd name="T94" fmla="*/ 0 w 15726"/>
                <a:gd name="T95" fmla="*/ 0 h 9184"/>
                <a:gd name="T96" fmla="*/ 0 w 15726"/>
                <a:gd name="T97" fmla="*/ 0 h 9184"/>
                <a:gd name="T98" fmla="*/ 0 w 15726"/>
                <a:gd name="T99" fmla="*/ 0 h 9184"/>
                <a:gd name="T100" fmla="*/ 0 w 15726"/>
                <a:gd name="T101" fmla="*/ 0 h 91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726" h="9184">
                  <a:moveTo>
                    <a:pt x="11747" y="352"/>
                  </a:moveTo>
                  <a:lnTo>
                    <a:pt x="11936" y="304"/>
                  </a:lnTo>
                  <a:lnTo>
                    <a:pt x="12122" y="260"/>
                  </a:lnTo>
                  <a:lnTo>
                    <a:pt x="12304" y="220"/>
                  </a:lnTo>
                  <a:lnTo>
                    <a:pt x="12483" y="182"/>
                  </a:lnTo>
                  <a:lnTo>
                    <a:pt x="12657" y="149"/>
                  </a:lnTo>
                  <a:lnTo>
                    <a:pt x="12829" y="118"/>
                  </a:lnTo>
                  <a:lnTo>
                    <a:pt x="12997" y="91"/>
                  </a:lnTo>
                  <a:lnTo>
                    <a:pt x="13161" y="68"/>
                  </a:lnTo>
                  <a:lnTo>
                    <a:pt x="13321" y="48"/>
                  </a:lnTo>
                  <a:lnTo>
                    <a:pt x="13476" y="31"/>
                  </a:lnTo>
                  <a:lnTo>
                    <a:pt x="13629" y="18"/>
                  </a:lnTo>
                  <a:lnTo>
                    <a:pt x="13775" y="8"/>
                  </a:lnTo>
                  <a:lnTo>
                    <a:pt x="13918" y="3"/>
                  </a:lnTo>
                  <a:lnTo>
                    <a:pt x="14056" y="0"/>
                  </a:lnTo>
                  <a:lnTo>
                    <a:pt x="14189" y="1"/>
                  </a:lnTo>
                  <a:lnTo>
                    <a:pt x="14318" y="6"/>
                  </a:lnTo>
                  <a:lnTo>
                    <a:pt x="14442" y="14"/>
                  </a:lnTo>
                  <a:lnTo>
                    <a:pt x="14560" y="26"/>
                  </a:lnTo>
                  <a:lnTo>
                    <a:pt x="14674" y="42"/>
                  </a:lnTo>
                  <a:lnTo>
                    <a:pt x="14782" y="62"/>
                  </a:lnTo>
                  <a:lnTo>
                    <a:pt x="14885" y="85"/>
                  </a:lnTo>
                  <a:lnTo>
                    <a:pt x="14982" y="112"/>
                  </a:lnTo>
                  <a:lnTo>
                    <a:pt x="15074" y="142"/>
                  </a:lnTo>
                  <a:lnTo>
                    <a:pt x="15160" y="177"/>
                  </a:lnTo>
                  <a:lnTo>
                    <a:pt x="15241" y="216"/>
                  </a:lnTo>
                  <a:lnTo>
                    <a:pt x="15315" y="258"/>
                  </a:lnTo>
                  <a:lnTo>
                    <a:pt x="15383" y="304"/>
                  </a:lnTo>
                  <a:lnTo>
                    <a:pt x="15445" y="354"/>
                  </a:lnTo>
                  <a:lnTo>
                    <a:pt x="15502" y="408"/>
                  </a:lnTo>
                  <a:lnTo>
                    <a:pt x="15552" y="466"/>
                  </a:lnTo>
                  <a:lnTo>
                    <a:pt x="15595" y="527"/>
                  </a:lnTo>
                  <a:lnTo>
                    <a:pt x="15632" y="592"/>
                  </a:lnTo>
                  <a:lnTo>
                    <a:pt x="15680" y="715"/>
                  </a:lnTo>
                  <a:lnTo>
                    <a:pt x="15711" y="845"/>
                  </a:lnTo>
                  <a:lnTo>
                    <a:pt x="15726" y="986"/>
                  </a:lnTo>
                  <a:lnTo>
                    <a:pt x="15724" y="1136"/>
                  </a:lnTo>
                  <a:lnTo>
                    <a:pt x="15705" y="1294"/>
                  </a:lnTo>
                  <a:lnTo>
                    <a:pt x="15670" y="1461"/>
                  </a:lnTo>
                  <a:lnTo>
                    <a:pt x="15619" y="1635"/>
                  </a:lnTo>
                  <a:lnTo>
                    <a:pt x="15553" y="1815"/>
                  </a:lnTo>
                  <a:lnTo>
                    <a:pt x="15470" y="2003"/>
                  </a:lnTo>
                  <a:lnTo>
                    <a:pt x="15372" y="2197"/>
                  </a:lnTo>
                  <a:lnTo>
                    <a:pt x="15257" y="2396"/>
                  </a:lnTo>
                  <a:lnTo>
                    <a:pt x="15129" y="2601"/>
                  </a:lnTo>
                  <a:lnTo>
                    <a:pt x="14985" y="2810"/>
                  </a:lnTo>
                  <a:lnTo>
                    <a:pt x="14826" y="3023"/>
                  </a:lnTo>
                  <a:lnTo>
                    <a:pt x="14652" y="3240"/>
                  </a:lnTo>
                  <a:lnTo>
                    <a:pt x="14464" y="3460"/>
                  </a:lnTo>
                  <a:lnTo>
                    <a:pt x="14262" y="3683"/>
                  </a:lnTo>
                  <a:lnTo>
                    <a:pt x="14046" y="3908"/>
                  </a:lnTo>
                  <a:lnTo>
                    <a:pt x="13815" y="4136"/>
                  </a:lnTo>
                  <a:lnTo>
                    <a:pt x="13570" y="4364"/>
                  </a:lnTo>
                  <a:lnTo>
                    <a:pt x="13313" y="4594"/>
                  </a:lnTo>
                  <a:lnTo>
                    <a:pt x="13041" y="4823"/>
                  </a:lnTo>
                  <a:lnTo>
                    <a:pt x="12757" y="5053"/>
                  </a:lnTo>
                  <a:lnTo>
                    <a:pt x="12459" y="5282"/>
                  </a:lnTo>
                  <a:lnTo>
                    <a:pt x="12148" y="5510"/>
                  </a:lnTo>
                  <a:lnTo>
                    <a:pt x="11825" y="5736"/>
                  </a:lnTo>
                  <a:lnTo>
                    <a:pt x="11489" y="5961"/>
                  </a:lnTo>
                  <a:lnTo>
                    <a:pt x="11141" y="6183"/>
                  </a:lnTo>
                  <a:lnTo>
                    <a:pt x="10780" y="6402"/>
                  </a:lnTo>
                  <a:lnTo>
                    <a:pt x="10408" y="6617"/>
                  </a:lnTo>
                  <a:lnTo>
                    <a:pt x="10025" y="6830"/>
                  </a:lnTo>
                  <a:lnTo>
                    <a:pt x="9629" y="7037"/>
                  </a:lnTo>
                  <a:lnTo>
                    <a:pt x="9226" y="7237"/>
                  </a:lnTo>
                  <a:lnTo>
                    <a:pt x="8823" y="7427"/>
                  </a:lnTo>
                  <a:lnTo>
                    <a:pt x="8418" y="7608"/>
                  </a:lnTo>
                  <a:lnTo>
                    <a:pt x="8014" y="7779"/>
                  </a:lnTo>
                  <a:lnTo>
                    <a:pt x="7610" y="7941"/>
                  </a:lnTo>
                  <a:lnTo>
                    <a:pt x="7209" y="8093"/>
                  </a:lnTo>
                  <a:lnTo>
                    <a:pt x="6810" y="8235"/>
                  </a:lnTo>
                  <a:lnTo>
                    <a:pt x="6416" y="8368"/>
                  </a:lnTo>
                  <a:lnTo>
                    <a:pt x="6024" y="8490"/>
                  </a:lnTo>
                  <a:lnTo>
                    <a:pt x="5639" y="8602"/>
                  </a:lnTo>
                  <a:lnTo>
                    <a:pt x="5258" y="8705"/>
                  </a:lnTo>
                  <a:lnTo>
                    <a:pt x="4885" y="8798"/>
                  </a:lnTo>
                  <a:lnTo>
                    <a:pt x="4520" y="8881"/>
                  </a:lnTo>
                  <a:lnTo>
                    <a:pt x="4162" y="8954"/>
                  </a:lnTo>
                  <a:lnTo>
                    <a:pt x="3814" y="9017"/>
                  </a:lnTo>
                  <a:lnTo>
                    <a:pt x="3476" y="9070"/>
                  </a:lnTo>
                  <a:lnTo>
                    <a:pt x="3148" y="9113"/>
                  </a:lnTo>
                  <a:lnTo>
                    <a:pt x="2832" y="9146"/>
                  </a:lnTo>
                  <a:lnTo>
                    <a:pt x="2530" y="9168"/>
                  </a:lnTo>
                  <a:lnTo>
                    <a:pt x="2239" y="9182"/>
                  </a:lnTo>
                  <a:lnTo>
                    <a:pt x="1962" y="9184"/>
                  </a:lnTo>
                  <a:lnTo>
                    <a:pt x="1702" y="9177"/>
                  </a:lnTo>
                  <a:lnTo>
                    <a:pt x="1455" y="9158"/>
                  </a:lnTo>
                  <a:lnTo>
                    <a:pt x="1226" y="9131"/>
                  </a:lnTo>
                  <a:lnTo>
                    <a:pt x="1014" y="9092"/>
                  </a:lnTo>
                  <a:lnTo>
                    <a:pt x="819" y="9043"/>
                  </a:lnTo>
                  <a:lnTo>
                    <a:pt x="644" y="8985"/>
                  </a:lnTo>
                  <a:lnTo>
                    <a:pt x="488" y="8914"/>
                  </a:lnTo>
                  <a:lnTo>
                    <a:pt x="353" y="8835"/>
                  </a:lnTo>
                  <a:lnTo>
                    <a:pt x="240" y="8745"/>
                  </a:lnTo>
                  <a:lnTo>
                    <a:pt x="148" y="8644"/>
                  </a:lnTo>
                  <a:lnTo>
                    <a:pt x="79" y="8533"/>
                  </a:lnTo>
                  <a:lnTo>
                    <a:pt x="59" y="8488"/>
                  </a:lnTo>
                  <a:lnTo>
                    <a:pt x="41" y="8441"/>
                  </a:lnTo>
                  <a:lnTo>
                    <a:pt x="27" y="8392"/>
                  </a:lnTo>
                  <a:lnTo>
                    <a:pt x="16" y="8343"/>
                  </a:lnTo>
                  <a:lnTo>
                    <a:pt x="8" y="8292"/>
                  </a:lnTo>
                  <a:lnTo>
                    <a:pt x="2" y="8239"/>
                  </a:lnTo>
                  <a:lnTo>
                    <a:pt x="0" y="8186"/>
                  </a:lnTo>
                  <a:lnTo>
                    <a:pt x="1" y="8131"/>
                  </a:lnTo>
                  <a:lnTo>
                    <a:pt x="4" y="8076"/>
                  </a:lnTo>
                  <a:lnTo>
                    <a:pt x="12" y="8019"/>
                  </a:lnTo>
                  <a:lnTo>
                    <a:pt x="21" y="7961"/>
                  </a:lnTo>
                  <a:lnTo>
                    <a:pt x="34" y="7902"/>
                  </a:lnTo>
                  <a:lnTo>
                    <a:pt x="49" y="7841"/>
                  </a:lnTo>
                  <a:lnTo>
                    <a:pt x="68" y="7780"/>
                  </a:lnTo>
                  <a:lnTo>
                    <a:pt x="89" y="7717"/>
                  </a:lnTo>
                  <a:lnTo>
                    <a:pt x="113" y="7654"/>
                  </a:lnTo>
                  <a:lnTo>
                    <a:pt x="139" y="7589"/>
                  </a:lnTo>
                  <a:lnTo>
                    <a:pt x="169" y="7524"/>
                  </a:lnTo>
                  <a:lnTo>
                    <a:pt x="202" y="7458"/>
                  </a:lnTo>
                  <a:lnTo>
                    <a:pt x="237" y="7391"/>
                  </a:lnTo>
                  <a:lnTo>
                    <a:pt x="274" y="7322"/>
                  </a:lnTo>
                  <a:lnTo>
                    <a:pt x="314" y="7253"/>
                  </a:lnTo>
                  <a:lnTo>
                    <a:pt x="357" y="7183"/>
                  </a:lnTo>
                  <a:lnTo>
                    <a:pt x="403" y="7112"/>
                  </a:lnTo>
                  <a:lnTo>
                    <a:pt x="451" y="7041"/>
                  </a:lnTo>
                  <a:lnTo>
                    <a:pt x="501" y="6968"/>
                  </a:lnTo>
                  <a:lnTo>
                    <a:pt x="555" y="6895"/>
                  </a:lnTo>
                  <a:lnTo>
                    <a:pt x="610" y="6821"/>
                  </a:lnTo>
                  <a:lnTo>
                    <a:pt x="668" y="6747"/>
                  </a:lnTo>
                  <a:lnTo>
                    <a:pt x="728" y="6671"/>
                  </a:lnTo>
                  <a:lnTo>
                    <a:pt x="792" y="6596"/>
                  </a:lnTo>
                  <a:lnTo>
                    <a:pt x="857" y="6518"/>
                  </a:lnTo>
                  <a:lnTo>
                    <a:pt x="838" y="6556"/>
                  </a:lnTo>
                  <a:lnTo>
                    <a:pt x="820" y="6594"/>
                  </a:lnTo>
                  <a:lnTo>
                    <a:pt x="803" y="6631"/>
                  </a:lnTo>
                  <a:lnTo>
                    <a:pt x="787" y="6667"/>
                  </a:lnTo>
                  <a:lnTo>
                    <a:pt x="771" y="6704"/>
                  </a:lnTo>
                  <a:lnTo>
                    <a:pt x="757" y="6740"/>
                  </a:lnTo>
                  <a:lnTo>
                    <a:pt x="743" y="6775"/>
                  </a:lnTo>
                  <a:lnTo>
                    <a:pt x="730" y="6811"/>
                  </a:lnTo>
                  <a:lnTo>
                    <a:pt x="719" y="6847"/>
                  </a:lnTo>
                  <a:lnTo>
                    <a:pt x="708" y="6882"/>
                  </a:lnTo>
                  <a:lnTo>
                    <a:pt x="699" y="6916"/>
                  </a:lnTo>
                  <a:lnTo>
                    <a:pt x="689" y="6950"/>
                  </a:lnTo>
                  <a:lnTo>
                    <a:pt x="681" y="6985"/>
                  </a:lnTo>
                  <a:lnTo>
                    <a:pt x="675" y="7018"/>
                  </a:lnTo>
                  <a:lnTo>
                    <a:pt x="669" y="7051"/>
                  </a:lnTo>
                  <a:lnTo>
                    <a:pt x="664" y="7085"/>
                  </a:lnTo>
                  <a:lnTo>
                    <a:pt x="661" y="7117"/>
                  </a:lnTo>
                  <a:lnTo>
                    <a:pt x="658" y="7149"/>
                  </a:lnTo>
                  <a:lnTo>
                    <a:pt x="656" y="7181"/>
                  </a:lnTo>
                  <a:lnTo>
                    <a:pt x="655" y="7212"/>
                  </a:lnTo>
                  <a:lnTo>
                    <a:pt x="655" y="7244"/>
                  </a:lnTo>
                  <a:lnTo>
                    <a:pt x="656" y="7274"/>
                  </a:lnTo>
                  <a:lnTo>
                    <a:pt x="659" y="7305"/>
                  </a:lnTo>
                  <a:lnTo>
                    <a:pt x="662" y="7335"/>
                  </a:lnTo>
                  <a:lnTo>
                    <a:pt x="666" y="7365"/>
                  </a:lnTo>
                  <a:lnTo>
                    <a:pt x="671" y="7395"/>
                  </a:lnTo>
                  <a:lnTo>
                    <a:pt x="677" y="7423"/>
                  </a:lnTo>
                  <a:lnTo>
                    <a:pt x="684" y="7452"/>
                  </a:lnTo>
                  <a:lnTo>
                    <a:pt x="694" y="7480"/>
                  </a:lnTo>
                  <a:lnTo>
                    <a:pt x="703" y="7508"/>
                  </a:lnTo>
                  <a:lnTo>
                    <a:pt x="713" y="7535"/>
                  </a:lnTo>
                  <a:lnTo>
                    <a:pt x="725" y="7562"/>
                  </a:lnTo>
                  <a:lnTo>
                    <a:pt x="786" y="7671"/>
                  </a:lnTo>
                  <a:lnTo>
                    <a:pt x="863" y="7769"/>
                  </a:lnTo>
                  <a:lnTo>
                    <a:pt x="958" y="7858"/>
                  </a:lnTo>
                  <a:lnTo>
                    <a:pt x="1071" y="7936"/>
                  </a:lnTo>
                  <a:lnTo>
                    <a:pt x="1199" y="8005"/>
                  </a:lnTo>
                  <a:lnTo>
                    <a:pt x="1342" y="8064"/>
                  </a:lnTo>
                  <a:lnTo>
                    <a:pt x="1500" y="8113"/>
                  </a:lnTo>
                  <a:lnTo>
                    <a:pt x="1673" y="8152"/>
                  </a:lnTo>
                  <a:lnTo>
                    <a:pt x="1860" y="8182"/>
                  </a:lnTo>
                  <a:lnTo>
                    <a:pt x="2060" y="8203"/>
                  </a:lnTo>
                  <a:lnTo>
                    <a:pt x="2274" y="8215"/>
                  </a:lnTo>
                  <a:lnTo>
                    <a:pt x="2500" y="8216"/>
                  </a:lnTo>
                  <a:lnTo>
                    <a:pt x="2738" y="8209"/>
                  </a:lnTo>
                  <a:lnTo>
                    <a:pt x="2988" y="8192"/>
                  </a:lnTo>
                  <a:lnTo>
                    <a:pt x="3247" y="8167"/>
                  </a:lnTo>
                  <a:lnTo>
                    <a:pt x="3518" y="8131"/>
                  </a:lnTo>
                  <a:lnTo>
                    <a:pt x="3799" y="8088"/>
                  </a:lnTo>
                  <a:lnTo>
                    <a:pt x="4089" y="8035"/>
                  </a:lnTo>
                  <a:lnTo>
                    <a:pt x="4387" y="7974"/>
                  </a:lnTo>
                  <a:lnTo>
                    <a:pt x="4695" y="7904"/>
                  </a:lnTo>
                  <a:lnTo>
                    <a:pt x="5010" y="7825"/>
                  </a:lnTo>
                  <a:lnTo>
                    <a:pt x="5332" y="7737"/>
                  </a:lnTo>
                  <a:lnTo>
                    <a:pt x="5660" y="7641"/>
                  </a:lnTo>
                  <a:lnTo>
                    <a:pt x="5996" y="7537"/>
                  </a:lnTo>
                  <a:lnTo>
                    <a:pt x="6337" y="7424"/>
                  </a:lnTo>
                  <a:lnTo>
                    <a:pt x="6683" y="7303"/>
                  </a:lnTo>
                  <a:lnTo>
                    <a:pt x="7033" y="7174"/>
                  </a:lnTo>
                  <a:lnTo>
                    <a:pt x="7389" y="7037"/>
                  </a:lnTo>
                  <a:lnTo>
                    <a:pt x="7747" y="6891"/>
                  </a:lnTo>
                  <a:lnTo>
                    <a:pt x="8109" y="6738"/>
                  </a:lnTo>
                  <a:lnTo>
                    <a:pt x="8474" y="6576"/>
                  </a:lnTo>
                  <a:lnTo>
                    <a:pt x="8841" y="6406"/>
                  </a:lnTo>
                  <a:lnTo>
                    <a:pt x="9205" y="6232"/>
                  </a:lnTo>
                  <a:lnTo>
                    <a:pt x="9562" y="6053"/>
                  </a:lnTo>
                  <a:lnTo>
                    <a:pt x="9910" y="5872"/>
                  </a:lnTo>
                  <a:lnTo>
                    <a:pt x="10252" y="5687"/>
                  </a:lnTo>
                  <a:lnTo>
                    <a:pt x="10584" y="5500"/>
                  </a:lnTo>
                  <a:lnTo>
                    <a:pt x="10908" y="5312"/>
                  </a:lnTo>
                  <a:lnTo>
                    <a:pt x="11223" y="5121"/>
                  </a:lnTo>
                  <a:lnTo>
                    <a:pt x="11528" y="4929"/>
                  </a:lnTo>
                  <a:lnTo>
                    <a:pt x="11823" y="4738"/>
                  </a:lnTo>
                  <a:lnTo>
                    <a:pt x="12107" y="4544"/>
                  </a:lnTo>
                  <a:lnTo>
                    <a:pt x="12381" y="4350"/>
                  </a:lnTo>
                  <a:lnTo>
                    <a:pt x="12644" y="4157"/>
                  </a:lnTo>
                  <a:lnTo>
                    <a:pt x="12896" y="3963"/>
                  </a:lnTo>
                  <a:lnTo>
                    <a:pt x="13135" y="3772"/>
                  </a:lnTo>
                  <a:lnTo>
                    <a:pt x="13362" y="3581"/>
                  </a:lnTo>
                  <a:lnTo>
                    <a:pt x="13577" y="3391"/>
                  </a:lnTo>
                  <a:lnTo>
                    <a:pt x="13778" y="3203"/>
                  </a:lnTo>
                  <a:lnTo>
                    <a:pt x="13966" y="3018"/>
                  </a:lnTo>
                  <a:lnTo>
                    <a:pt x="14140" y="2835"/>
                  </a:lnTo>
                  <a:lnTo>
                    <a:pt x="14299" y="2655"/>
                  </a:lnTo>
                  <a:lnTo>
                    <a:pt x="14445" y="2478"/>
                  </a:lnTo>
                  <a:lnTo>
                    <a:pt x="14574" y="2306"/>
                  </a:lnTo>
                  <a:lnTo>
                    <a:pt x="14689" y="2137"/>
                  </a:lnTo>
                  <a:lnTo>
                    <a:pt x="14787" y="1971"/>
                  </a:lnTo>
                  <a:lnTo>
                    <a:pt x="14870" y="1811"/>
                  </a:lnTo>
                  <a:lnTo>
                    <a:pt x="14936" y="1657"/>
                  </a:lnTo>
                  <a:lnTo>
                    <a:pt x="14984" y="1507"/>
                  </a:lnTo>
                  <a:lnTo>
                    <a:pt x="15016" y="1363"/>
                  </a:lnTo>
                  <a:lnTo>
                    <a:pt x="15030" y="1226"/>
                  </a:lnTo>
                  <a:lnTo>
                    <a:pt x="15025" y="1094"/>
                  </a:lnTo>
                  <a:lnTo>
                    <a:pt x="15003" y="970"/>
                  </a:lnTo>
                  <a:lnTo>
                    <a:pt x="14961" y="852"/>
                  </a:lnTo>
                  <a:lnTo>
                    <a:pt x="14930" y="792"/>
                  </a:lnTo>
                  <a:lnTo>
                    <a:pt x="14893" y="735"/>
                  </a:lnTo>
                  <a:lnTo>
                    <a:pt x="14853" y="680"/>
                  </a:lnTo>
                  <a:lnTo>
                    <a:pt x="14805" y="629"/>
                  </a:lnTo>
                  <a:lnTo>
                    <a:pt x="14754" y="580"/>
                  </a:lnTo>
                  <a:lnTo>
                    <a:pt x="14697" y="534"/>
                  </a:lnTo>
                  <a:lnTo>
                    <a:pt x="14636" y="492"/>
                  </a:lnTo>
                  <a:lnTo>
                    <a:pt x="14569" y="453"/>
                  </a:lnTo>
                  <a:lnTo>
                    <a:pt x="14498" y="416"/>
                  </a:lnTo>
                  <a:lnTo>
                    <a:pt x="14422" y="382"/>
                  </a:lnTo>
                  <a:lnTo>
                    <a:pt x="14342" y="351"/>
                  </a:lnTo>
                  <a:lnTo>
                    <a:pt x="14257" y="323"/>
                  </a:lnTo>
                  <a:lnTo>
                    <a:pt x="14168" y="297"/>
                  </a:lnTo>
                  <a:lnTo>
                    <a:pt x="14074" y="275"/>
                  </a:lnTo>
                  <a:lnTo>
                    <a:pt x="13976" y="256"/>
                  </a:lnTo>
                  <a:lnTo>
                    <a:pt x="13874" y="239"/>
                  </a:lnTo>
                  <a:lnTo>
                    <a:pt x="13768" y="226"/>
                  </a:lnTo>
                  <a:lnTo>
                    <a:pt x="13658" y="215"/>
                  </a:lnTo>
                  <a:lnTo>
                    <a:pt x="13544" y="207"/>
                  </a:lnTo>
                  <a:lnTo>
                    <a:pt x="13426" y="202"/>
                  </a:lnTo>
                  <a:lnTo>
                    <a:pt x="13305" y="199"/>
                  </a:lnTo>
                  <a:lnTo>
                    <a:pt x="13180" y="199"/>
                  </a:lnTo>
                  <a:lnTo>
                    <a:pt x="13051" y="202"/>
                  </a:lnTo>
                  <a:lnTo>
                    <a:pt x="12919" y="208"/>
                  </a:lnTo>
                  <a:lnTo>
                    <a:pt x="12783" y="216"/>
                  </a:lnTo>
                  <a:lnTo>
                    <a:pt x="12645" y="227"/>
                  </a:lnTo>
                  <a:lnTo>
                    <a:pt x="12503" y="241"/>
                  </a:lnTo>
                  <a:lnTo>
                    <a:pt x="12358" y="258"/>
                  </a:lnTo>
                  <a:lnTo>
                    <a:pt x="12209" y="277"/>
                  </a:lnTo>
                  <a:lnTo>
                    <a:pt x="12058" y="300"/>
                  </a:lnTo>
                  <a:lnTo>
                    <a:pt x="11904" y="324"/>
                  </a:lnTo>
                  <a:lnTo>
                    <a:pt x="11747" y="352"/>
                  </a:lnTo>
                </a:path>
              </a:pathLst>
            </a:custGeom>
            <a:noFill/>
            <a:ln w="1588">
              <a:solidFill>
                <a:srgbClr val="F8C4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51" name="Freeform 13">
              <a:extLst>
                <a:ext uri="{FF2B5EF4-FFF2-40B4-BE49-F238E27FC236}">
                  <a16:creationId xmlns:a16="http://schemas.microsoft.com/office/drawing/2014/main" id="{CE035007-48AF-4A00-6D1A-200E202BB6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" y="371"/>
              <a:ext cx="301" cy="65"/>
            </a:xfrm>
            <a:custGeom>
              <a:avLst/>
              <a:gdLst>
                <a:gd name="T0" fmla="*/ 0 w 12077"/>
                <a:gd name="T1" fmla="*/ 0 h 2615"/>
                <a:gd name="T2" fmla="*/ 0 w 12077"/>
                <a:gd name="T3" fmla="*/ 0 h 2615"/>
                <a:gd name="T4" fmla="*/ 0 w 12077"/>
                <a:gd name="T5" fmla="*/ 0 h 2615"/>
                <a:gd name="T6" fmla="*/ 0 w 12077"/>
                <a:gd name="T7" fmla="*/ 0 h 2615"/>
                <a:gd name="T8" fmla="*/ 0 w 12077"/>
                <a:gd name="T9" fmla="*/ 0 h 2615"/>
                <a:gd name="T10" fmla="*/ 0 w 12077"/>
                <a:gd name="T11" fmla="*/ 0 h 2615"/>
                <a:gd name="T12" fmla="*/ 0 w 12077"/>
                <a:gd name="T13" fmla="*/ 0 h 2615"/>
                <a:gd name="T14" fmla="*/ 0 w 12077"/>
                <a:gd name="T15" fmla="*/ 0 h 2615"/>
                <a:gd name="T16" fmla="*/ 0 w 12077"/>
                <a:gd name="T17" fmla="*/ 0 h 2615"/>
                <a:gd name="T18" fmla="*/ 0 w 12077"/>
                <a:gd name="T19" fmla="*/ 0 h 2615"/>
                <a:gd name="T20" fmla="*/ 0 w 12077"/>
                <a:gd name="T21" fmla="*/ 0 h 2615"/>
                <a:gd name="T22" fmla="*/ 0 w 12077"/>
                <a:gd name="T23" fmla="*/ 0 h 2615"/>
                <a:gd name="T24" fmla="*/ 0 w 12077"/>
                <a:gd name="T25" fmla="*/ 0 h 2615"/>
                <a:gd name="T26" fmla="*/ 0 w 12077"/>
                <a:gd name="T27" fmla="*/ 0 h 2615"/>
                <a:gd name="T28" fmla="*/ 0 w 12077"/>
                <a:gd name="T29" fmla="*/ 0 h 2615"/>
                <a:gd name="T30" fmla="*/ 0 w 12077"/>
                <a:gd name="T31" fmla="*/ 0 h 2615"/>
                <a:gd name="T32" fmla="*/ 0 w 12077"/>
                <a:gd name="T33" fmla="*/ 0 h 2615"/>
                <a:gd name="T34" fmla="*/ 0 w 12077"/>
                <a:gd name="T35" fmla="*/ 0 h 2615"/>
                <a:gd name="T36" fmla="*/ 0 w 12077"/>
                <a:gd name="T37" fmla="*/ 0 h 2615"/>
                <a:gd name="T38" fmla="*/ 0 w 12077"/>
                <a:gd name="T39" fmla="*/ 0 h 2615"/>
                <a:gd name="T40" fmla="*/ 0 w 12077"/>
                <a:gd name="T41" fmla="*/ 0 h 2615"/>
                <a:gd name="T42" fmla="*/ 0 w 12077"/>
                <a:gd name="T43" fmla="*/ 0 h 2615"/>
                <a:gd name="T44" fmla="*/ 0 w 12077"/>
                <a:gd name="T45" fmla="*/ 0 h 2615"/>
                <a:gd name="T46" fmla="*/ 0 w 12077"/>
                <a:gd name="T47" fmla="*/ 0 h 2615"/>
                <a:gd name="T48" fmla="*/ 0 w 12077"/>
                <a:gd name="T49" fmla="*/ 0 h 2615"/>
                <a:gd name="T50" fmla="*/ 0 w 12077"/>
                <a:gd name="T51" fmla="*/ 0 h 2615"/>
                <a:gd name="T52" fmla="*/ 0 w 12077"/>
                <a:gd name="T53" fmla="*/ 0 h 2615"/>
                <a:gd name="T54" fmla="*/ 0 w 12077"/>
                <a:gd name="T55" fmla="*/ 0 h 2615"/>
                <a:gd name="T56" fmla="*/ 0 w 12077"/>
                <a:gd name="T57" fmla="*/ 0 h 2615"/>
                <a:gd name="T58" fmla="*/ 0 w 12077"/>
                <a:gd name="T59" fmla="*/ 0 h 2615"/>
                <a:gd name="T60" fmla="*/ 0 w 12077"/>
                <a:gd name="T61" fmla="*/ 0 h 2615"/>
                <a:gd name="T62" fmla="*/ 0 w 12077"/>
                <a:gd name="T63" fmla="*/ 0 h 2615"/>
                <a:gd name="T64" fmla="*/ 0 w 12077"/>
                <a:gd name="T65" fmla="*/ 0 h 2615"/>
                <a:gd name="T66" fmla="*/ 0 w 12077"/>
                <a:gd name="T67" fmla="*/ 0 h 2615"/>
                <a:gd name="T68" fmla="*/ 0 w 12077"/>
                <a:gd name="T69" fmla="*/ 0 h 2615"/>
                <a:gd name="T70" fmla="*/ 0 w 12077"/>
                <a:gd name="T71" fmla="*/ 0 h 2615"/>
                <a:gd name="T72" fmla="*/ 0 w 12077"/>
                <a:gd name="T73" fmla="*/ 0 h 2615"/>
                <a:gd name="T74" fmla="*/ 0 w 12077"/>
                <a:gd name="T75" fmla="*/ 0 h 2615"/>
                <a:gd name="T76" fmla="*/ 0 w 12077"/>
                <a:gd name="T77" fmla="*/ 0 h 2615"/>
                <a:gd name="T78" fmla="*/ 0 w 12077"/>
                <a:gd name="T79" fmla="*/ 0 h 2615"/>
                <a:gd name="T80" fmla="*/ 0 w 12077"/>
                <a:gd name="T81" fmla="*/ 0 h 2615"/>
                <a:gd name="T82" fmla="*/ 0 w 12077"/>
                <a:gd name="T83" fmla="*/ 0 h 2615"/>
                <a:gd name="T84" fmla="*/ 0 w 12077"/>
                <a:gd name="T85" fmla="*/ 0 h 2615"/>
                <a:gd name="T86" fmla="*/ 0 w 12077"/>
                <a:gd name="T87" fmla="*/ 0 h 2615"/>
                <a:gd name="T88" fmla="*/ 0 w 12077"/>
                <a:gd name="T89" fmla="*/ 0 h 2615"/>
                <a:gd name="T90" fmla="*/ 0 w 12077"/>
                <a:gd name="T91" fmla="*/ 0 h 2615"/>
                <a:gd name="T92" fmla="*/ 0 w 12077"/>
                <a:gd name="T93" fmla="*/ 0 h 2615"/>
                <a:gd name="T94" fmla="*/ 0 w 12077"/>
                <a:gd name="T95" fmla="*/ 0 h 2615"/>
                <a:gd name="T96" fmla="*/ 0 w 12077"/>
                <a:gd name="T97" fmla="*/ 0 h 2615"/>
                <a:gd name="T98" fmla="*/ 0 w 12077"/>
                <a:gd name="T99" fmla="*/ 0 h 2615"/>
                <a:gd name="T100" fmla="*/ 0 w 12077"/>
                <a:gd name="T101" fmla="*/ 0 h 2615"/>
                <a:gd name="T102" fmla="*/ 0 w 12077"/>
                <a:gd name="T103" fmla="*/ 0 h 2615"/>
                <a:gd name="T104" fmla="*/ 0 w 12077"/>
                <a:gd name="T105" fmla="*/ 0 h 2615"/>
                <a:gd name="T106" fmla="*/ 0 w 12077"/>
                <a:gd name="T107" fmla="*/ 0 h 2615"/>
                <a:gd name="T108" fmla="*/ 0 w 12077"/>
                <a:gd name="T109" fmla="*/ 0 h 2615"/>
                <a:gd name="T110" fmla="*/ 0 w 12077"/>
                <a:gd name="T111" fmla="*/ 0 h 2615"/>
                <a:gd name="T112" fmla="*/ 0 w 12077"/>
                <a:gd name="T113" fmla="*/ 0 h 2615"/>
                <a:gd name="T114" fmla="*/ 0 w 12077"/>
                <a:gd name="T115" fmla="*/ 0 h 2615"/>
                <a:gd name="T116" fmla="*/ 0 w 12077"/>
                <a:gd name="T117" fmla="*/ 0 h 261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2077" h="2615">
                  <a:moveTo>
                    <a:pt x="8934" y="2561"/>
                  </a:moveTo>
                  <a:lnTo>
                    <a:pt x="9538" y="2561"/>
                  </a:lnTo>
                  <a:lnTo>
                    <a:pt x="8651" y="52"/>
                  </a:lnTo>
                  <a:lnTo>
                    <a:pt x="8002" y="52"/>
                  </a:lnTo>
                  <a:lnTo>
                    <a:pt x="7061" y="2552"/>
                  </a:lnTo>
                  <a:lnTo>
                    <a:pt x="7671" y="2552"/>
                  </a:lnTo>
                  <a:lnTo>
                    <a:pt x="8323" y="737"/>
                  </a:lnTo>
                  <a:lnTo>
                    <a:pt x="8934" y="2561"/>
                  </a:lnTo>
                  <a:close/>
                  <a:moveTo>
                    <a:pt x="10812" y="0"/>
                  </a:moveTo>
                  <a:lnTo>
                    <a:pt x="10877" y="2"/>
                  </a:lnTo>
                  <a:lnTo>
                    <a:pt x="10941" y="7"/>
                  </a:lnTo>
                  <a:lnTo>
                    <a:pt x="11004" y="15"/>
                  </a:lnTo>
                  <a:lnTo>
                    <a:pt x="11066" y="26"/>
                  </a:lnTo>
                  <a:lnTo>
                    <a:pt x="11127" y="42"/>
                  </a:lnTo>
                  <a:lnTo>
                    <a:pt x="11188" y="59"/>
                  </a:lnTo>
                  <a:lnTo>
                    <a:pt x="11246" y="79"/>
                  </a:lnTo>
                  <a:lnTo>
                    <a:pt x="11303" y="103"/>
                  </a:lnTo>
                  <a:lnTo>
                    <a:pt x="11359" y="129"/>
                  </a:lnTo>
                  <a:lnTo>
                    <a:pt x="11414" y="158"/>
                  </a:lnTo>
                  <a:lnTo>
                    <a:pt x="11467" y="189"/>
                  </a:lnTo>
                  <a:lnTo>
                    <a:pt x="11519" y="224"/>
                  </a:lnTo>
                  <a:lnTo>
                    <a:pt x="11568" y="261"/>
                  </a:lnTo>
                  <a:lnTo>
                    <a:pt x="11616" y="300"/>
                  </a:lnTo>
                  <a:lnTo>
                    <a:pt x="11662" y="340"/>
                  </a:lnTo>
                  <a:lnTo>
                    <a:pt x="11706" y="383"/>
                  </a:lnTo>
                  <a:lnTo>
                    <a:pt x="11748" y="429"/>
                  </a:lnTo>
                  <a:lnTo>
                    <a:pt x="11788" y="477"/>
                  </a:lnTo>
                  <a:lnTo>
                    <a:pt x="11826" y="526"/>
                  </a:lnTo>
                  <a:lnTo>
                    <a:pt x="11860" y="577"/>
                  </a:lnTo>
                  <a:lnTo>
                    <a:pt x="11893" y="631"/>
                  </a:lnTo>
                  <a:lnTo>
                    <a:pt x="11924" y="685"/>
                  </a:lnTo>
                  <a:lnTo>
                    <a:pt x="11952" y="741"/>
                  </a:lnTo>
                  <a:lnTo>
                    <a:pt x="11978" y="799"/>
                  </a:lnTo>
                  <a:lnTo>
                    <a:pt x="12000" y="859"/>
                  </a:lnTo>
                  <a:lnTo>
                    <a:pt x="12020" y="920"/>
                  </a:lnTo>
                  <a:lnTo>
                    <a:pt x="12037" y="982"/>
                  </a:lnTo>
                  <a:lnTo>
                    <a:pt x="12052" y="1045"/>
                  </a:lnTo>
                  <a:lnTo>
                    <a:pt x="12063" y="1109"/>
                  </a:lnTo>
                  <a:lnTo>
                    <a:pt x="12071" y="1175"/>
                  </a:lnTo>
                  <a:lnTo>
                    <a:pt x="12076" y="1241"/>
                  </a:lnTo>
                  <a:lnTo>
                    <a:pt x="12077" y="1307"/>
                  </a:lnTo>
                  <a:lnTo>
                    <a:pt x="12076" y="1375"/>
                  </a:lnTo>
                  <a:lnTo>
                    <a:pt x="12071" y="1441"/>
                  </a:lnTo>
                  <a:lnTo>
                    <a:pt x="12063" y="1506"/>
                  </a:lnTo>
                  <a:lnTo>
                    <a:pt x="12052" y="1571"/>
                  </a:lnTo>
                  <a:lnTo>
                    <a:pt x="12037" y="1634"/>
                  </a:lnTo>
                  <a:lnTo>
                    <a:pt x="12020" y="1696"/>
                  </a:lnTo>
                  <a:lnTo>
                    <a:pt x="12000" y="1756"/>
                  </a:lnTo>
                  <a:lnTo>
                    <a:pt x="11978" y="1815"/>
                  </a:lnTo>
                  <a:lnTo>
                    <a:pt x="11952" y="1873"/>
                  </a:lnTo>
                  <a:lnTo>
                    <a:pt x="11924" y="1930"/>
                  </a:lnTo>
                  <a:lnTo>
                    <a:pt x="11893" y="1985"/>
                  </a:lnTo>
                  <a:lnTo>
                    <a:pt x="11860" y="2038"/>
                  </a:lnTo>
                  <a:lnTo>
                    <a:pt x="11826" y="2089"/>
                  </a:lnTo>
                  <a:lnTo>
                    <a:pt x="11788" y="2139"/>
                  </a:lnTo>
                  <a:lnTo>
                    <a:pt x="11748" y="2186"/>
                  </a:lnTo>
                  <a:lnTo>
                    <a:pt x="11706" y="2231"/>
                  </a:lnTo>
                  <a:lnTo>
                    <a:pt x="11662" y="2274"/>
                  </a:lnTo>
                  <a:lnTo>
                    <a:pt x="11616" y="2316"/>
                  </a:lnTo>
                  <a:lnTo>
                    <a:pt x="11568" y="2355"/>
                  </a:lnTo>
                  <a:lnTo>
                    <a:pt x="11519" y="2392"/>
                  </a:lnTo>
                  <a:lnTo>
                    <a:pt x="11467" y="2425"/>
                  </a:lnTo>
                  <a:lnTo>
                    <a:pt x="11414" y="2457"/>
                  </a:lnTo>
                  <a:lnTo>
                    <a:pt x="11359" y="2485"/>
                  </a:lnTo>
                  <a:lnTo>
                    <a:pt x="11303" y="2512"/>
                  </a:lnTo>
                  <a:lnTo>
                    <a:pt x="11246" y="2535"/>
                  </a:lnTo>
                  <a:lnTo>
                    <a:pt x="11188" y="2556"/>
                  </a:lnTo>
                  <a:lnTo>
                    <a:pt x="11127" y="2574"/>
                  </a:lnTo>
                  <a:lnTo>
                    <a:pt x="11066" y="2588"/>
                  </a:lnTo>
                  <a:lnTo>
                    <a:pt x="11004" y="2600"/>
                  </a:lnTo>
                  <a:lnTo>
                    <a:pt x="10941" y="2608"/>
                  </a:lnTo>
                  <a:lnTo>
                    <a:pt x="10877" y="2613"/>
                  </a:lnTo>
                  <a:lnTo>
                    <a:pt x="10812" y="2615"/>
                  </a:lnTo>
                  <a:lnTo>
                    <a:pt x="10747" y="2613"/>
                  </a:lnTo>
                  <a:lnTo>
                    <a:pt x="10683" y="2608"/>
                  </a:lnTo>
                  <a:lnTo>
                    <a:pt x="10619" y="2600"/>
                  </a:lnTo>
                  <a:lnTo>
                    <a:pt x="10557" y="2588"/>
                  </a:lnTo>
                  <a:lnTo>
                    <a:pt x="10496" y="2574"/>
                  </a:lnTo>
                  <a:lnTo>
                    <a:pt x="10436" y="2556"/>
                  </a:lnTo>
                  <a:lnTo>
                    <a:pt x="10377" y="2535"/>
                  </a:lnTo>
                  <a:lnTo>
                    <a:pt x="10320" y="2512"/>
                  </a:lnTo>
                  <a:lnTo>
                    <a:pt x="10263" y="2485"/>
                  </a:lnTo>
                  <a:lnTo>
                    <a:pt x="10209" y="2457"/>
                  </a:lnTo>
                  <a:lnTo>
                    <a:pt x="10156" y="2425"/>
                  </a:lnTo>
                  <a:lnTo>
                    <a:pt x="10105" y="2392"/>
                  </a:lnTo>
                  <a:lnTo>
                    <a:pt x="10056" y="2355"/>
                  </a:lnTo>
                  <a:lnTo>
                    <a:pt x="10008" y="2316"/>
                  </a:lnTo>
                  <a:lnTo>
                    <a:pt x="9962" y="2274"/>
                  </a:lnTo>
                  <a:lnTo>
                    <a:pt x="9918" y="2231"/>
                  </a:lnTo>
                  <a:lnTo>
                    <a:pt x="9876" y="2186"/>
                  </a:lnTo>
                  <a:lnTo>
                    <a:pt x="9836" y="2139"/>
                  </a:lnTo>
                  <a:lnTo>
                    <a:pt x="9798" y="2089"/>
                  </a:lnTo>
                  <a:lnTo>
                    <a:pt x="9762" y="2038"/>
                  </a:lnTo>
                  <a:lnTo>
                    <a:pt x="9730" y="1985"/>
                  </a:lnTo>
                  <a:lnTo>
                    <a:pt x="9699" y="1930"/>
                  </a:lnTo>
                  <a:lnTo>
                    <a:pt x="9671" y="1873"/>
                  </a:lnTo>
                  <a:lnTo>
                    <a:pt x="9646" y="1815"/>
                  </a:lnTo>
                  <a:lnTo>
                    <a:pt x="9623" y="1756"/>
                  </a:lnTo>
                  <a:lnTo>
                    <a:pt x="9604" y="1696"/>
                  </a:lnTo>
                  <a:lnTo>
                    <a:pt x="9587" y="1634"/>
                  </a:lnTo>
                  <a:lnTo>
                    <a:pt x="9572" y="1571"/>
                  </a:lnTo>
                  <a:lnTo>
                    <a:pt x="9561" y="1506"/>
                  </a:lnTo>
                  <a:lnTo>
                    <a:pt x="9553" y="1441"/>
                  </a:lnTo>
                  <a:lnTo>
                    <a:pt x="9548" y="1375"/>
                  </a:lnTo>
                  <a:lnTo>
                    <a:pt x="9547" y="1307"/>
                  </a:lnTo>
                  <a:lnTo>
                    <a:pt x="9548" y="1241"/>
                  </a:lnTo>
                  <a:lnTo>
                    <a:pt x="9553" y="1175"/>
                  </a:lnTo>
                  <a:lnTo>
                    <a:pt x="9561" y="1109"/>
                  </a:lnTo>
                  <a:lnTo>
                    <a:pt x="9572" y="1045"/>
                  </a:lnTo>
                  <a:lnTo>
                    <a:pt x="9587" y="982"/>
                  </a:lnTo>
                  <a:lnTo>
                    <a:pt x="9604" y="920"/>
                  </a:lnTo>
                  <a:lnTo>
                    <a:pt x="9623" y="859"/>
                  </a:lnTo>
                  <a:lnTo>
                    <a:pt x="9646" y="799"/>
                  </a:lnTo>
                  <a:lnTo>
                    <a:pt x="9671" y="741"/>
                  </a:lnTo>
                  <a:lnTo>
                    <a:pt x="9699" y="685"/>
                  </a:lnTo>
                  <a:lnTo>
                    <a:pt x="9730" y="631"/>
                  </a:lnTo>
                  <a:lnTo>
                    <a:pt x="9762" y="577"/>
                  </a:lnTo>
                  <a:lnTo>
                    <a:pt x="9798" y="526"/>
                  </a:lnTo>
                  <a:lnTo>
                    <a:pt x="9836" y="477"/>
                  </a:lnTo>
                  <a:lnTo>
                    <a:pt x="9876" y="429"/>
                  </a:lnTo>
                  <a:lnTo>
                    <a:pt x="9918" y="383"/>
                  </a:lnTo>
                  <a:lnTo>
                    <a:pt x="9962" y="340"/>
                  </a:lnTo>
                  <a:lnTo>
                    <a:pt x="10008" y="300"/>
                  </a:lnTo>
                  <a:lnTo>
                    <a:pt x="10056" y="261"/>
                  </a:lnTo>
                  <a:lnTo>
                    <a:pt x="10105" y="224"/>
                  </a:lnTo>
                  <a:lnTo>
                    <a:pt x="10156" y="189"/>
                  </a:lnTo>
                  <a:lnTo>
                    <a:pt x="10209" y="158"/>
                  </a:lnTo>
                  <a:lnTo>
                    <a:pt x="10263" y="129"/>
                  </a:lnTo>
                  <a:lnTo>
                    <a:pt x="10320" y="103"/>
                  </a:lnTo>
                  <a:lnTo>
                    <a:pt x="10377" y="79"/>
                  </a:lnTo>
                  <a:lnTo>
                    <a:pt x="10436" y="59"/>
                  </a:lnTo>
                  <a:lnTo>
                    <a:pt x="10496" y="42"/>
                  </a:lnTo>
                  <a:lnTo>
                    <a:pt x="10557" y="26"/>
                  </a:lnTo>
                  <a:lnTo>
                    <a:pt x="10619" y="15"/>
                  </a:lnTo>
                  <a:lnTo>
                    <a:pt x="10683" y="7"/>
                  </a:lnTo>
                  <a:lnTo>
                    <a:pt x="10747" y="2"/>
                  </a:lnTo>
                  <a:lnTo>
                    <a:pt x="10812" y="0"/>
                  </a:lnTo>
                  <a:close/>
                  <a:moveTo>
                    <a:pt x="10812" y="537"/>
                  </a:moveTo>
                  <a:lnTo>
                    <a:pt x="10849" y="538"/>
                  </a:lnTo>
                  <a:lnTo>
                    <a:pt x="10886" y="541"/>
                  </a:lnTo>
                  <a:lnTo>
                    <a:pt x="10923" y="545"/>
                  </a:lnTo>
                  <a:lnTo>
                    <a:pt x="10959" y="553"/>
                  </a:lnTo>
                  <a:lnTo>
                    <a:pt x="10993" y="561"/>
                  </a:lnTo>
                  <a:lnTo>
                    <a:pt x="11028" y="572"/>
                  </a:lnTo>
                  <a:lnTo>
                    <a:pt x="11062" y="584"/>
                  </a:lnTo>
                  <a:lnTo>
                    <a:pt x="11096" y="597"/>
                  </a:lnTo>
                  <a:lnTo>
                    <a:pt x="11127" y="613"/>
                  </a:lnTo>
                  <a:lnTo>
                    <a:pt x="11159" y="630"/>
                  </a:lnTo>
                  <a:lnTo>
                    <a:pt x="11190" y="648"/>
                  </a:lnTo>
                  <a:lnTo>
                    <a:pt x="11219" y="669"/>
                  </a:lnTo>
                  <a:lnTo>
                    <a:pt x="11248" y="690"/>
                  </a:lnTo>
                  <a:lnTo>
                    <a:pt x="11276" y="714"/>
                  </a:lnTo>
                  <a:lnTo>
                    <a:pt x="11302" y="737"/>
                  </a:lnTo>
                  <a:lnTo>
                    <a:pt x="11328" y="763"/>
                  </a:lnTo>
                  <a:lnTo>
                    <a:pt x="11351" y="790"/>
                  </a:lnTo>
                  <a:lnTo>
                    <a:pt x="11375" y="818"/>
                  </a:lnTo>
                  <a:lnTo>
                    <a:pt x="11396" y="847"/>
                  </a:lnTo>
                  <a:lnTo>
                    <a:pt x="11417" y="877"/>
                  </a:lnTo>
                  <a:lnTo>
                    <a:pt x="11435" y="909"/>
                  </a:lnTo>
                  <a:lnTo>
                    <a:pt x="11453" y="941"/>
                  </a:lnTo>
                  <a:lnTo>
                    <a:pt x="11469" y="974"/>
                  </a:lnTo>
                  <a:lnTo>
                    <a:pt x="11484" y="1009"/>
                  </a:lnTo>
                  <a:lnTo>
                    <a:pt x="11497" y="1043"/>
                  </a:lnTo>
                  <a:lnTo>
                    <a:pt x="11509" y="1079"/>
                  </a:lnTo>
                  <a:lnTo>
                    <a:pt x="11518" y="1116"/>
                  </a:lnTo>
                  <a:lnTo>
                    <a:pt x="11527" y="1152"/>
                  </a:lnTo>
                  <a:lnTo>
                    <a:pt x="11533" y="1191"/>
                  </a:lnTo>
                  <a:lnTo>
                    <a:pt x="11537" y="1229"/>
                  </a:lnTo>
                  <a:lnTo>
                    <a:pt x="11540" y="1269"/>
                  </a:lnTo>
                  <a:lnTo>
                    <a:pt x="11541" y="1307"/>
                  </a:lnTo>
                  <a:lnTo>
                    <a:pt x="11540" y="1347"/>
                  </a:lnTo>
                  <a:lnTo>
                    <a:pt x="11537" y="1386"/>
                  </a:lnTo>
                  <a:lnTo>
                    <a:pt x="11533" y="1425"/>
                  </a:lnTo>
                  <a:lnTo>
                    <a:pt x="11527" y="1462"/>
                  </a:lnTo>
                  <a:lnTo>
                    <a:pt x="11518" y="1500"/>
                  </a:lnTo>
                  <a:lnTo>
                    <a:pt x="11509" y="1537"/>
                  </a:lnTo>
                  <a:lnTo>
                    <a:pt x="11497" y="1573"/>
                  </a:lnTo>
                  <a:lnTo>
                    <a:pt x="11484" y="1607"/>
                  </a:lnTo>
                  <a:lnTo>
                    <a:pt x="11469" y="1641"/>
                  </a:lnTo>
                  <a:lnTo>
                    <a:pt x="11453" y="1675"/>
                  </a:lnTo>
                  <a:lnTo>
                    <a:pt x="11435" y="1707"/>
                  </a:lnTo>
                  <a:lnTo>
                    <a:pt x="11417" y="1738"/>
                  </a:lnTo>
                  <a:lnTo>
                    <a:pt x="11396" y="1768"/>
                  </a:lnTo>
                  <a:lnTo>
                    <a:pt x="11375" y="1798"/>
                  </a:lnTo>
                  <a:lnTo>
                    <a:pt x="11351" y="1826"/>
                  </a:lnTo>
                  <a:lnTo>
                    <a:pt x="11328" y="1852"/>
                  </a:lnTo>
                  <a:lnTo>
                    <a:pt x="11302" y="1878"/>
                  </a:lnTo>
                  <a:lnTo>
                    <a:pt x="11276" y="1902"/>
                  </a:lnTo>
                  <a:lnTo>
                    <a:pt x="11248" y="1925"/>
                  </a:lnTo>
                  <a:lnTo>
                    <a:pt x="11219" y="1947"/>
                  </a:lnTo>
                  <a:lnTo>
                    <a:pt x="11190" y="1966"/>
                  </a:lnTo>
                  <a:lnTo>
                    <a:pt x="11159" y="1986"/>
                  </a:lnTo>
                  <a:lnTo>
                    <a:pt x="11127" y="2002"/>
                  </a:lnTo>
                  <a:lnTo>
                    <a:pt x="11096" y="2018"/>
                  </a:lnTo>
                  <a:lnTo>
                    <a:pt x="11062" y="2032"/>
                  </a:lnTo>
                  <a:lnTo>
                    <a:pt x="11028" y="2044"/>
                  </a:lnTo>
                  <a:lnTo>
                    <a:pt x="10993" y="2054"/>
                  </a:lnTo>
                  <a:lnTo>
                    <a:pt x="10959" y="2063"/>
                  </a:lnTo>
                  <a:lnTo>
                    <a:pt x="10923" y="2069"/>
                  </a:lnTo>
                  <a:lnTo>
                    <a:pt x="10886" y="2074"/>
                  </a:lnTo>
                  <a:lnTo>
                    <a:pt x="10849" y="2077"/>
                  </a:lnTo>
                  <a:lnTo>
                    <a:pt x="10812" y="2078"/>
                  </a:lnTo>
                  <a:lnTo>
                    <a:pt x="10775" y="2077"/>
                  </a:lnTo>
                  <a:lnTo>
                    <a:pt x="10738" y="2074"/>
                  </a:lnTo>
                  <a:lnTo>
                    <a:pt x="10701" y="2069"/>
                  </a:lnTo>
                  <a:lnTo>
                    <a:pt x="10665" y="2063"/>
                  </a:lnTo>
                  <a:lnTo>
                    <a:pt x="10629" y="2054"/>
                  </a:lnTo>
                  <a:lnTo>
                    <a:pt x="10595" y="2044"/>
                  </a:lnTo>
                  <a:lnTo>
                    <a:pt x="10561" y="2032"/>
                  </a:lnTo>
                  <a:lnTo>
                    <a:pt x="10528" y="2018"/>
                  </a:lnTo>
                  <a:lnTo>
                    <a:pt x="10495" y="2002"/>
                  </a:lnTo>
                  <a:lnTo>
                    <a:pt x="10465" y="1986"/>
                  </a:lnTo>
                  <a:lnTo>
                    <a:pt x="10434" y="1966"/>
                  </a:lnTo>
                  <a:lnTo>
                    <a:pt x="10404" y="1947"/>
                  </a:lnTo>
                  <a:lnTo>
                    <a:pt x="10376" y="1925"/>
                  </a:lnTo>
                  <a:lnTo>
                    <a:pt x="10348" y="1902"/>
                  </a:lnTo>
                  <a:lnTo>
                    <a:pt x="10322" y="1878"/>
                  </a:lnTo>
                  <a:lnTo>
                    <a:pt x="10296" y="1852"/>
                  </a:lnTo>
                  <a:lnTo>
                    <a:pt x="10272" y="1826"/>
                  </a:lnTo>
                  <a:lnTo>
                    <a:pt x="10249" y="1798"/>
                  </a:lnTo>
                  <a:lnTo>
                    <a:pt x="10227" y="1768"/>
                  </a:lnTo>
                  <a:lnTo>
                    <a:pt x="10207" y="1738"/>
                  </a:lnTo>
                  <a:lnTo>
                    <a:pt x="10188" y="1707"/>
                  </a:lnTo>
                  <a:lnTo>
                    <a:pt x="10170" y="1675"/>
                  </a:lnTo>
                  <a:lnTo>
                    <a:pt x="10154" y="1641"/>
                  </a:lnTo>
                  <a:lnTo>
                    <a:pt x="10140" y="1607"/>
                  </a:lnTo>
                  <a:lnTo>
                    <a:pt x="10126" y="1573"/>
                  </a:lnTo>
                  <a:lnTo>
                    <a:pt x="10114" y="1537"/>
                  </a:lnTo>
                  <a:lnTo>
                    <a:pt x="10105" y="1500"/>
                  </a:lnTo>
                  <a:lnTo>
                    <a:pt x="10097" y="1462"/>
                  </a:lnTo>
                  <a:lnTo>
                    <a:pt x="10091" y="1425"/>
                  </a:lnTo>
                  <a:lnTo>
                    <a:pt x="10085" y="1386"/>
                  </a:lnTo>
                  <a:lnTo>
                    <a:pt x="10082" y="1347"/>
                  </a:lnTo>
                  <a:lnTo>
                    <a:pt x="10081" y="1307"/>
                  </a:lnTo>
                  <a:lnTo>
                    <a:pt x="10082" y="1269"/>
                  </a:lnTo>
                  <a:lnTo>
                    <a:pt x="10085" y="1229"/>
                  </a:lnTo>
                  <a:lnTo>
                    <a:pt x="10091" y="1191"/>
                  </a:lnTo>
                  <a:lnTo>
                    <a:pt x="10097" y="1152"/>
                  </a:lnTo>
                  <a:lnTo>
                    <a:pt x="10105" y="1116"/>
                  </a:lnTo>
                  <a:lnTo>
                    <a:pt x="10114" y="1079"/>
                  </a:lnTo>
                  <a:lnTo>
                    <a:pt x="10126" y="1043"/>
                  </a:lnTo>
                  <a:lnTo>
                    <a:pt x="10140" y="1009"/>
                  </a:lnTo>
                  <a:lnTo>
                    <a:pt x="10154" y="974"/>
                  </a:lnTo>
                  <a:lnTo>
                    <a:pt x="10170" y="941"/>
                  </a:lnTo>
                  <a:lnTo>
                    <a:pt x="10188" y="909"/>
                  </a:lnTo>
                  <a:lnTo>
                    <a:pt x="10207" y="877"/>
                  </a:lnTo>
                  <a:lnTo>
                    <a:pt x="10227" y="847"/>
                  </a:lnTo>
                  <a:lnTo>
                    <a:pt x="10249" y="818"/>
                  </a:lnTo>
                  <a:lnTo>
                    <a:pt x="10272" y="790"/>
                  </a:lnTo>
                  <a:lnTo>
                    <a:pt x="10296" y="763"/>
                  </a:lnTo>
                  <a:lnTo>
                    <a:pt x="10322" y="737"/>
                  </a:lnTo>
                  <a:lnTo>
                    <a:pt x="10348" y="714"/>
                  </a:lnTo>
                  <a:lnTo>
                    <a:pt x="10376" y="690"/>
                  </a:lnTo>
                  <a:lnTo>
                    <a:pt x="10404" y="669"/>
                  </a:lnTo>
                  <a:lnTo>
                    <a:pt x="10434" y="648"/>
                  </a:lnTo>
                  <a:lnTo>
                    <a:pt x="10465" y="630"/>
                  </a:lnTo>
                  <a:lnTo>
                    <a:pt x="10495" y="613"/>
                  </a:lnTo>
                  <a:lnTo>
                    <a:pt x="10528" y="597"/>
                  </a:lnTo>
                  <a:lnTo>
                    <a:pt x="10561" y="584"/>
                  </a:lnTo>
                  <a:lnTo>
                    <a:pt x="10595" y="572"/>
                  </a:lnTo>
                  <a:lnTo>
                    <a:pt x="10629" y="561"/>
                  </a:lnTo>
                  <a:lnTo>
                    <a:pt x="10665" y="553"/>
                  </a:lnTo>
                  <a:lnTo>
                    <a:pt x="10701" y="545"/>
                  </a:lnTo>
                  <a:lnTo>
                    <a:pt x="10738" y="541"/>
                  </a:lnTo>
                  <a:lnTo>
                    <a:pt x="10775" y="538"/>
                  </a:lnTo>
                  <a:lnTo>
                    <a:pt x="10812" y="537"/>
                  </a:lnTo>
                  <a:close/>
                  <a:moveTo>
                    <a:pt x="4386" y="2562"/>
                  </a:moveTo>
                  <a:lnTo>
                    <a:pt x="4386" y="2066"/>
                  </a:lnTo>
                  <a:lnTo>
                    <a:pt x="3215" y="2066"/>
                  </a:lnTo>
                  <a:lnTo>
                    <a:pt x="3215" y="1492"/>
                  </a:lnTo>
                  <a:lnTo>
                    <a:pt x="4385" y="1492"/>
                  </a:lnTo>
                  <a:lnTo>
                    <a:pt x="4385" y="996"/>
                  </a:lnTo>
                  <a:lnTo>
                    <a:pt x="3215" y="996"/>
                  </a:lnTo>
                  <a:lnTo>
                    <a:pt x="3215" y="533"/>
                  </a:lnTo>
                  <a:lnTo>
                    <a:pt x="4385" y="533"/>
                  </a:lnTo>
                  <a:lnTo>
                    <a:pt x="4385" y="55"/>
                  </a:lnTo>
                  <a:lnTo>
                    <a:pt x="2624" y="55"/>
                  </a:lnTo>
                  <a:lnTo>
                    <a:pt x="2624" y="1456"/>
                  </a:lnTo>
                  <a:lnTo>
                    <a:pt x="2624" y="2298"/>
                  </a:lnTo>
                  <a:lnTo>
                    <a:pt x="2626" y="2298"/>
                  </a:lnTo>
                  <a:lnTo>
                    <a:pt x="2626" y="2562"/>
                  </a:lnTo>
                  <a:lnTo>
                    <a:pt x="4386" y="2562"/>
                  </a:lnTo>
                  <a:close/>
                  <a:moveTo>
                    <a:pt x="6832" y="55"/>
                  </a:moveTo>
                  <a:lnTo>
                    <a:pt x="6242" y="55"/>
                  </a:lnTo>
                  <a:lnTo>
                    <a:pt x="6242" y="1715"/>
                  </a:lnTo>
                  <a:lnTo>
                    <a:pt x="5295" y="51"/>
                  </a:lnTo>
                  <a:lnTo>
                    <a:pt x="4704" y="51"/>
                  </a:lnTo>
                  <a:lnTo>
                    <a:pt x="4704" y="2560"/>
                  </a:lnTo>
                  <a:lnTo>
                    <a:pt x="5295" y="2560"/>
                  </a:lnTo>
                  <a:lnTo>
                    <a:pt x="5295" y="898"/>
                  </a:lnTo>
                  <a:lnTo>
                    <a:pt x="6297" y="2562"/>
                  </a:lnTo>
                  <a:lnTo>
                    <a:pt x="6832" y="2562"/>
                  </a:lnTo>
                  <a:lnTo>
                    <a:pt x="6832" y="55"/>
                  </a:lnTo>
                  <a:close/>
                  <a:moveTo>
                    <a:pt x="1512" y="2061"/>
                  </a:moveTo>
                  <a:lnTo>
                    <a:pt x="1409" y="2061"/>
                  </a:lnTo>
                  <a:lnTo>
                    <a:pt x="1310" y="2061"/>
                  </a:lnTo>
                  <a:lnTo>
                    <a:pt x="1217" y="2061"/>
                  </a:lnTo>
                  <a:lnTo>
                    <a:pt x="1127" y="2061"/>
                  </a:lnTo>
                  <a:lnTo>
                    <a:pt x="1042" y="2061"/>
                  </a:lnTo>
                  <a:lnTo>
                    <a:pt x="957" y="2062"/>
                  </a:lnTo>
                  <a:lnTo>
                    <a:pt x="874" y="2062"/>
                  </a:lnTo>
                  <a:lnTo>
                    <a:pt x="792" y="2063"/>
                  </a:lnTo>
                  <a:lnTo>
                    <a:pt x="710" y="2064"/>
                  </a:lnTo>
                  <a:lnTo>
                    <a:pt x="626" y="2064"/>
                  </a:lnTo>
                  <a:lnTo>
                    <a:pt x="543" y="2065"/>
                  </a:lnTo>
                  <a:lnTo>
                    <a:pt x="456" y="2065"/>
                  </a:lnTo>
                  <a:lnTo>
                    <a:pt x="366" y="2066"/>
                  </a:lnTo>
                  <a:lnTo>
                    <a:pt x="273" y="2066"/>
                  </a:lnTo>
                  <a:lnTo>
                    <a:pt x="175" y="2066"/>
                  </a:lnTo>
                  <a:lnTo>
                    <a:pt x="70" y="2066"/>
                  </a:lnTo>
                  <a:lnTo>
                    <a:pt x="70" y="2125"/>
                  </a:lnTo>
                  <a:lnTo>
                    <a:pt x="70" y="2187"/>
                  </a:lnTo>
                  <a:lnTo>
                    <a:pt x="70" y="2250"/>
                  </a:lnTo>
                  <a:lnTo>
                    <a:pt x="70" y="2314"/>
                  </a:lnTo>
                  <a:lnTo>
                    <a:pt x="70" y="2378"/>
                  </a:lnTo>
                  <a:lnTo>
                    <a:pt x="70" y="2442"/>
                  </a:lnTo>
                  <a:lnTo>
                    <a:pt x="70" y="2503"/>
                  </a:lnTo>
                  <a:lnTo>
                    <a:pt x="70" y="2562"/>
                  </a:lnTo>
                  <a:lnTo>
                    <a:pt x="162" y="2562"/>
                  </a:lnTo>
                  <a:lnTo>
                    <a:pt x="254" y="2562"/>
                  </a:lnTo>
                  <a:lnTo>
                    <a:pt x="346" y="2562"/>
                  </a:lnTo>
                  <a:lnTo>
                    <a:pt x="438" y="2562"/>
                  </a:lnTo>
                  <a:lnTo>
                    <a:pt x="530" y="2562"/>
                  </a:lnTo>
                  <a:lnTo>
                    <a:pt x="622" y="2562"/>
                  </a:lnTo>
                  <a:lnTo>
                    <a:pt x="714" y="2562"/>
                  </a:lnTo>
                  <a:lnTo>
                    <a:pt x="806" y="2562"/>
                  </a:lnTo>
                  <a:lnTo>
                    <a:pt x="898" y="2562"/>
                  </a:lnTo>
                  <a:lnTo>
                    <a:pt x="989" y="2562"/>
                  </a:lnTo>
                  <a:lnTo>
                    <a:pt x="1081" y="2562"/>
                  </a:lnTo>
                  <a:lnTo>
                    <a:pt x="1173" y="2562"/>
                  </a:lnTo>
                  <a:lnTo>
                    <a:pt x="1265" y="2562"/>
                  </a:lnTo>
                  <a:lnTo>
                    <a:pt x="1357" y="2562"/>
                  </a:lnTo>
                  <a:lnTo>
                    <a:pt x="1448" y="2562"/>
                  </a:lnTo>
                  <a:lnTo>
                    <a:pt x="1540" y="2562"/>
                  </a:lnTo>
                  <a:lnTo>
                    <a:pt x="1633" y="2553"/>
                  </a:lnTo>
                  <a:lnTo>
                    <a:pt x="1720" y="2535"/>
                  </a:lnTo>
                  <a:lnTo>
                    <a:pt x="1801" y="2510"/>
                  </a:lnTo>
                  <a:lnTo>
                    <a:pt x="1876" y="2478"/>
                  </a:lnTo>
                  <a:lnTo>
                    <a:pt x="1943" y="2440"/>
                  </a:lnTo>
                  <a:lnTo>
                    <a:pt x="2005" y="2395"/>
                  </a:lnTo>
                  <a:lnTo>
                    <a:pt x="2060" y="2346"/>
                  </a:lnTo>
                  <a:lnTo>
                    <a:pt x="2109" y="2291"/>
                  </a:lnTo>
                  <a:lnTo>
                    <a:pt x="2152" y="2233"/>
                  </a:lnTo>
                  <a:lnTo>
                    <a:pt x="2189" y="2170"/>
                  </a:lnTo>
                  <a:lnTo>
                    <a:pt x="2219" y="2104"/>
                  </a:lnTo>
                  <a:lnTo>
                    <a:pt x="2244" y="2036"/>
                  </a:lnTo>
                  <a:lnTo>
                    <a:pt x="2262" y="1966"/>
                  </a:lnTo>
                  <a:lnTo>
                    <a:pt x="2276" y="1895"/>
                  </a:lnTo>
                  <a:lnTo>
                    <a:pt x="2282" y="1821"/>
                  </a:lnTo>
                  <a:lnTo>
                    <a:pt x="2283" y="1749"/>
                  </a:lnTo>
                  <a:lnTo>
                    <a:pt x="2279" y="1677"/>
                  </a:lnTo>
                  <a:lnTo>
                    <a:pt x="2267" y="1604"/>
                  </a:lnTo>
                  <a:lnTo>
                    <a:pt x="2251" y="1534"/>
                  </a:lnTo>
                  <a:lnTo>
                    <a:pt x="2230" y="1464"/>
                  </a:lnTo>
                  <a:lnTo>
                    <a:pt x="2202" y="1398"/>
                  </a:lnTo>
                  <a:lnTo>
                    <a:pt x="2169" y="1334"/>
                  </a:lnTo>
                  <a:lnTo>
                    <a:pt x="2130" y="1274"/>
                  </a:lnTo>
                  <a:lnTo>
                    <a:pt x="2086" y="1218"/>
                  </a:lnTo>
                  <a:lnTo>
                    <a:pt x="2036" y="1166"/>
                  </a:lnTo>
                  <a:lnTo>
                    <a:pt x="1981" y="1120"/>
                  </a:lnTo>
                  <a:lnTo>
                    <a:pt x="1921" y="1079"/>
                  </a:lnTo>
                  <a:lnTo>
                    <a:pt x="1855" y="1044"/>
                  </a:lnTo>
                  <a:lnTo>
                    <a:pt x="1784" y="1016"/>
                  </a:lnTo>
                  <a:lnTo>
                    <a:pt x="1708" y="995"/>
                  </a:lnTo>
                  <a:lnTo>
                    <a:pt x="1626" y="982"/>
                  </a:lnTo>
                  <a:lnTo>
                    <a:pt x="1539" y="978"/>
                  </a:lnTo>
                  <a:lnTo>
                    <a:pt x="1484" y="978"/>
                  </a:lnTo>
                  <a:lnTo>
                    <a:pt x="1431" y="978"/>
                  </a:lnTo>
                  <a:lnTo>
                    <a:pt x="1379" y="978"/>
                  </a:lnTo>
                  <a:lnTo>
                    <a:pt x="1328" y="978"/>
                  </a:lnTo>
                  <a:lnTo>
                    <a:pt x="1279" y="978"/>
                  </a:lnTo>
                  <a:lnTo>
                    <a:pt x="1230" y="978"/>
                  </a:lnTo>
                  <a:lnTo>
                    <a:pt x="1182" y="978"/>
                  </a:lnTo>
                  <a:lnTo>
                    <a:pt x="1134" y="978"/>
                  </a:lnTo>
                  <a:lnTo>
                    <a:pt x="1085" y="978"/>
                  </a:lnTo>
                  <a:lnTo>
                    <a:pt x="1036" y="978"/>
                  </a:lnTo>
                  <a:lnTo>
                    <a:pt x="988" y="978"/>
                  </a:lnTo>
                  <a:lnTo>
                    <a:pt x="938" y="978"/>
                  </a:lnTo>
                  <a:lnTo>
                    <a:pt x="887" y="978"/>
                  </a:lnTo>
                  <a:lnTo>
                    <a:pt x="835" y="978"/>
                  </a:lnTo>
                  <a:lnTo>
                    <a:pt x="782" y="978"/>
                  </a:lnTo>
                  <a:lnTo>
                    <a:pt x="726" y="978"/>
                  </a:lnTo>
                  <a:lnTo>
                    <a:pt x="694" y="965"/>
                  </a:lnTo>
                  <a:lnTo>
                    <a:pt x="664" y="949"/>
                  </a:lnTo>
                  <a:lnTo>
                    <a:pt x="639" y="933"/>
                  </a:lnTo>
                  <a:lnTo>
                    <a:pt x="616" y="917"/>
                  </a:lnTo>
                  <a:lnTo>
                    <a:pt x="598" y="899"/>
                  </a:lnTo>
                  <a:lnTo>
                    <a:pt x="581" y="881"/>
                  </a:lnTo>
                  <a:lnTo>
                    <a:pt x="569" y="863"/>
                  </a:lnTo>
                  <a:lnTo>
                    <a:pt x="559" y="843"/>
                  </a:lnTo>
                  <a:lnTo>
                    <a:pt x="552" y="824"/>
                  </a:lnTo>
                  <a:lnTo>
                    <a:pt x="548" y="805"/>
                  </a:lnTo>
                  <a:lnTo>
                    <a:pt x="547" y="784"/>
                  </a:lnTo>
                  <a:lnTo>
                    <a:pt x="548" y="765"/>
                  </a:lnTo>
                  <a:lnTo>
                    <a:pt x="552" y="744"/>
                  </a:lnTo>
                  <a:lnTo>
                    <a:pt x="559" y="725"/>
                  </a:lnTo>
                  <a:lnTo>
                    <a:pt x="567" y="706"/>
                  </a:lnTo>
                  <a:lnTo>
                    <a:pt x="579" y="687"/>
                  </a:lnTo>
                  <a:lnTo>
                    <a:pt x="593" y="669"/>
                  </a:lnTo>
                  <a:lnTo>
                    <a:pt x="609" y="652"/>
                  </a:lnTo>
                  <a:lnTo>
                    <a:pt x="626" y="634"/>
                  </a:lnTo>
                  <a:lnTo>
                    <a:pt x="647" y="619"/>
                  </a:lnTo>
                  <a:lnTo>
                    <a:pt x="669" y="604"/>
                  </a:lnTo>
                  <a:lnTo>
                    <a:pt x="694" y="589"/>
                  </a:lnTo>
                  <a:lnTo>
                    <a:pt x="719" y="577"/>
                  </a:lnTo>
                  <a:lnTo>
                    <a:pt x="747" y="566"/>
                  </a:lnTo>
                  <a:lnTo>
                    <a:pt x="777" y="556"/>
                  </a:lnTo>
                  <a:lnTo>
                    <a:pt x="808" y="546"/>
                  </a:lnTo>
                  <a:lnTo>
                    <a:pt x="841" y="540"/>
                  </a:lnTo>
                  <a:lnTo>
                    <a:pt x="876" y="535"/>
                  </a:lnTo>
                  <a:lnTo>
                    <a:pt x="911" y="531"/>
                  </a:lnTo>
                  <a:lnTo>
                    <a:pt x="948" y="530"/>
                  </a:lnTo>
                  <a:lnTo>
                    <a:pt x="986" y="530"/>
                  </a:lnTo>
                  <a:lnTo>
                    <a:pt x="1026" y="533"/>
                  </a:lnTo>
                  <a:lnTo>
                    <a:pt x="1099" y="533"/>
                  </a:lnTo>
                  <a:lnTo>
                    <a:pt x="1170" y="533"/>
                  </a:lnTo>
                  <a:lnTo>
                    <a:pt x="1240" y="533"/>
                  </a:lnTo>
                  <a:lnTo>
                    <a:pt x="1308" y="533"/>
                  </a:lnTo>
                  <a:lnTo>
                    <a:pt x="1376" y="533"/>
                  </a:lnTo>
                  <a:lnTo>
                    <a:pt x="1442" y="533"/>
                  </a:lnTo>
                  <a:lnTo>
                    <a:pt x="1509" y="533"/>
                  </a:lnTo>
                  <a:lnTo>
                    <a:pt x="1574" y="533"/>
                  </a:lnTo>
                  <a:lnTo>
                    <a:pt x="1640" y="533"/>
                  </a:lnTo>
                  <a:lnTo>
                    <a:pt x="1706" y="533"/>
                  </a:lnTo>
                  <a:lnTo>
                    <a:pt x="1773" y="533"/>
                  </a:lnTo>
                  <a:lnTo>
                    <a:pt x="1840" y="533"/>
                  </a:lnTo>
                  <a:lnTo>
                    <a:pt x="1908" y="533"/>
                  </a:lnTo>
                  <a:lnTo>
                    <a:pt x="1978" y="533"/>
                  </a:lnTo>
                  <a:lnTo>
                    <a:pt x="2050" y="533"/>
                  </a:lnTo>
                  <a:lnTo>
                    <a:pt x="2122" y="533"/>
                  </a:lnTo>
                  <a:lnTo>
                    <a:pt x="2122" y="475"/>
                  </a:lnTo>
                  <a:lnTo>
                    <a:pt x="2122" y="415"/>
                  </a:lnTo>
                  <a:lnTo>
                    <a:pt x="2122" y="355"/>
                  </a:lnTo>
                  <a:lnTo>
                    <a:pt x="2122" y="295"/>
                  </a:lnTo>
                  <a:lnTo>
                    <a:pt x="2122" y="233"/>
                  </a:lnTo>
                  <a:lnTo>
                    <a:pt x="2122" y="173"/>
                  </a:lnTo>
                  <a:lnTo>
                    <a:pt x="2122" y="114"/>
                  </a:lnTo>
                  <a:lnTo>
                    <a:pt x="2122" y="55"/>
                  </a:lnTo>
                  <a:lnTo>
                    <a:pt x="2049" y="55"/>
                  </a:lnTo>
                  <a:lnTo>
                    <a:pt x="1974" y="55"/>
                  </a:lnTo>
                  <a:lnTo>
                    <a:pt x="1900" y="55"/>
                  </a:lnTo>
                  <a:lnTo>
                    <a:pt x="1826" y="55"/>
                  </a:lnTo>
                  <a:lnTo>
                    <a:pt x="1752" y="55"/>
                  </a:lnTo>
                  <a:lnTo>
                    <a:pt x="1677" y="55"/>
                  </a:lnTo>
                  <a:lnTo>
                    <a:pt x="1603" y="55"/>
                  </a:lnTo>
                  <a:lnTo>
                    <a:pt x="1529" y="55"/>
                  </a:lnTo>
                  <a:lnTo>
                    <a:pt x="1455" y="55"/>
                  </a:lnTo>
                  <a:lnTo>
                    <a:pt x="1381" y="55"/>
                  </a:lnTo>
                  <a:lnTo>
                    <a:pt x="1306" y="55"/>
                  </a:lnTo>
                  <a:lnTo>
                    <a:pt x="1233" y="55"/>
                  </a:lnTo>
                  <a:lnTo>
                    <a:pt x="1158" y="55"/>
                  </a:lnTo>
                  <a:lnTo>
                    <a:pt x="1084" y="55"/>
                  </a:lnTo>
                  <a:lnTo>
                    <a:pt x="1010" y="55"/>
                  </a:lnTo>
                  <a:lnTo>
                    <a:pt x="936" y="55"/>
                  </a:lnTo>
                  <a:lnTo>
                    <a:pt x="833" y="59"/>
                  </a:lnTo>
                  <a:lnTo>
                    <a:pt x="736" y="70"/>
                  </a:lnTo>
                  <a:lnTo>
                    <a:pt x="644" y="88"/>
                  </a:lnTo>
                  <a:lnTo>
                    <a:pt x="559" y="114"/>
                  </a:lnTo>
                  <a:lnTo>
                    <a:pt x="480" y="145"/>
                  </a:lnTo>
                  <a:lnTo>
                    <a:pt x="407" y="181"/>
                  </a:lnTo>
                  <a:lnTo>
                    <a:pt x="339" y="222"/>
                  </a:lnTo>
                  <a:lnTo>
                    <a:pt x="279" y="268"/>
                  </a:lnTo>
                  <a:lnTo>
                    <a:pt x="224" y="318"/>
                  </a:lnTo>
                  <a:lnTo>
                    <a:pt x="175" y="372"/>
                  </a:lnTo>
                  <a:lnTo>
                    <a:pt x="132" y="428"/>
                  </a:lnTo>
                  <a:lnTo>
                    <a:pt x="95" y="487"/>
                  </a:lnTo>
                  <a:lnTo>
                    <a:pt x="63" y="550"/>
                  </a:lnTo>
                  <a:lnTo>
                    <a:pt x="39" y="612"/>
                  </a:lnTo>
                  <a:lnTo>
                    <a:pt x="20" y="676"/>
                  </a:lnTo>
                  <a:lnTo>
                    <a:pt x="7" y="741"/>
                  </a:lnTo>
                  <a:lnTo>
                    <a:pt x="1" y="807"/>
                  </a:lnTo>
                  <a:lnTo>
                    <a:pt x="0" y="871"/>
                  </a:lnTo>
                  <a:lnTo>
                    <a:pt x="6" y="935"/>
                  </a:lnTo>
                  <a:lnTo>
                    <a:pt x="17" y="998"/>
                  </a:lnTo>
                  <a:lnTo>
                    <a:pt x="35" y="1058"/>
                  </a:lnTo>
                  <a:lnTo>
                    <a:pt x="59" y="1118"/>
                  </a:lnTo>
                  <a:lnTo>
                    <a:pt x="89" y="1174"/>
                  </a:lnTo>
                  <a:lnTo>
                    <a:pt x="125" y="1226"/>
                  </a:lnTo>
                  <a:lnTo>
                    <a:pt x="167" y="1276"/>
                  </a:lnTo>
                  <a:lnTo>
                    <a:pt x="215" y="1320"/>
                  </a:lnTo>
                  <a:lnTo>
                    <a:pt x="271" y="1360"/>
                  </a:lnTo>
                  <a:lnTo>
                    <a:pt x="331" y="1395"/>
                  </a:lnTo>
                  <a:lnTo>
                    <a:pt x="398" y="1425"/>
                  </a:lnTo>
                  <a:lnTo>
                    <a:pt x="471" y="1448"/>
                  </a:lnTo>
                  <a:lnTo>
                    <a:pt x="551" y="1464"/>
                  </a:lnTo>
                  <a:lnTo>
                    <a:pt x="636" y="1475"/>
                  </a:lnTo>
                  <a:lnTo>
                    <a:pt x="700" y="1475"/>
                  </a:lnTo>
                  <a:lnTo>
                    <a:pt x="761" y="1475"/>
                  </a:lnTo>
                  <a:lnTo>
                    <a:pt x="820" y="1475"/>
                  </a:lnTo>
                  <a:lnTo>
                    <a:pt x="875" y="1475"/>
                  </a:lnTo>
                  <a:lnTo>
                    <a:pt x="929" y="1475"/>
                  </a:lnTo>
                  <a:lnTo>
                    <a:pt x="981" y="1475"/>
                  </a:lnTo>
                  <a:lnTo>
                    <a:pt x="1031" y="1475"/>
                  </a:lnTo>
                  <a:lnTo>
                    <a:pt x="1082" y="1475"/>
                  </a:lnTo>
                  <a:lnTo>
                    <a:pt x="1131" y="1475"/>
                  </a:lnTo>
                  <a:lnTo>
                    <a:pt x="1183" y="1475"/>
                  </a:lnTo>
                  <a:lnTo>
                    <a:pt x="1234" y="1475"/>
                  </a:lnTo>
                  <a:lnTo>
                    <a:pt x="1286" y="1475"/>
                  </a:lnTo>
                  <a:lnTo>
                    <a:pt x="1339" y="1475"/>
                  </a:lnTo>
                  <a:lnTo>
                    <a:pt x="1395" y="1475"/>
                  </a:lnTo>
                  <a:lnTo>
                    <a:pt x="1455" y="1475"/>
                  </a:lnTo>
                  <a:lnTo>
                    <a:pt x="1516" y="1475"/>
                  </a:lnTo>
                  <a:lnTo>
                    <a:pt x="1545" y="1476"/>
                  </a:lnTo>
                  <a:lnTo>
                    <a:pt x="1571" y="1480"/>
                  </a:lnTo>
                  <a:lnTo>
                    <a:pt x="1597" y="1487"/>
                  </a:lnTo>
                  <a:lnTo>
                    <a:pt x="1620" y="1496"/>
                  </a:lnTo>
                  <a:lnTo>
                    <a:pt x="1641" y="1507"/>
                  </a:lnTo>
                  <a:lnTo>
                    <a:pt x="1660" y="1522"/>
                  </a:lnTo>
                  <a:lnTo>
                    <a:pt x="1678" y="1537"/>
                  </a:lnTo>
                  <a:lnTo>
                    <a:pt x="1694" y="1554"/>
                  </a:lnTo>
                  <a:lnTo>
                    <a:pt x="1708" y="1573"/>
                  </a:lnTo>
                  <a:lnTo>
                    <a:pt x="1720" y="1593"/>
                  </a:lnTo>
                  <a:lnTo>
                    <a:pt x="1731" y="1615"/>
                  </a:lnTo>
                  <a:lnTo>
                    <a:pt x="1739" y="1638"/>
                  </a:lnTo>
                  <a:lnTo>
                    <a:pt x="1745" y="1661"/>
                  </a:lnTo>
                  <a:lnTo>
                    <a:pt x="1750" y="1686"/>
                  </a:lnTo>
                  <a:lnTo>
                    <a:pt x="1752" y="1711"/>
                  </a:lnTo>
                  <a:lnTo>
                    <a:pt x="1753" y="1736"/>
                  </a:lnTo>
                  <a:lnTo>
                    <a:pt x="1752" y="1762"/>
                  </a:lnTo>
                  <a:lnTo>
                    <a:pt x="1749" y="1788"/>
                  </a:lnTo>
                  <a:lnTo>
                    <a:pt x="1745" y="1813"/>
                  </a:lnTo>
                  <a:lnTo>
                    <a:pt x="1738" y="1839"/>
                  </a:lnTo>
                  <a:lnTo>
                    <a:pt x="1730" y="1863"/>
                  </a:lnTo>
                  <a:lnTo>
                    <a:pt x="1719" y="1888"/>
                  </a:lnTo>
                  <a:lnTo>
                    <a:pt x="1707" y="1911"/>
                  </a:lnTo>
                  <a:lnTo>
                    <a:pt x="1693" y="1934"/>
                  </a:lnTo>
                  <a:lnTo>
                    <a:pt x="1676" y="1955"/>
                  </a:lnTo>
                  <a:lnTo>
                    <a:pt x="1659" y="1975"/>
                  </a:lnTo>
                  <a:lnTo>
                    <a:pt x="1640" y="1995"/>
                  </a:lnTo>
                  <a:lnTo>
                    <a:pt x="1617" y="2012"/>
                  </a:lnTo>
                  <a:lnTo>
                    <a:pt x="1594" y="2027"/>
                  </a:lnTo>
                  <a:lnTo>
                    <a:pt x="1568" y="2041"/>
                  </a:lnTo>
                  <a:lnTo>
                    <a:pt x="1541" y="2052"/>
                  </a:lnTo>
                  <a:lnTo>
                    <a:pt x="1512" y="20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29" name="Group 14">
            <a:extLst>
              <a:ext uri="{FF2B5EF4-FFF2-40B4-BE49-F238E27FC236}">
                <a16:creationId xmlns:a16="http://schemas.microsoft.com/office/drawing/2014/main" id="{6A96C436-4875-4C43-68A8-4737A27E8B9D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5661025"/>
            <a:ext cx="2268538" cy="203200"/>
            <a:chOff x="481" y="3430"/>
            <a:chExt cx="1429" cy="128"/>
          </a:xfrm>
        </p:grpSpPr>
        <p:sp>
          <p:nvSpPr>
            <p:cNvPr id="1030" name="Freeform 15">
              <a:extLst>
                <a:ext uri="{FF2B5EF4-FFF2-40B4-BE49-F238E27FC236}">
                  <a16:creationId xmlns:a16="http://schemas.microsoft.com/office/drawing/2014/main" id="{CAAB2372-B83D-FE2D-6688-47CDD93D1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" y="3430"/>
              <a:ext cx="77" cy="107"/>
            </a:xfrm>
            <a:custGeom>
              <a:avLst/>
              <a:gdLst>
                <a:gd name="T0" fmla="*/ 0 w 926"/>
                <a:gd name="T1" fmla="*/ 0 h 1175"/>
                <a:gd name="T2" fmla="*/ 0 w 926"/>
                <a:gd name="T3" fmla="*/ 0 h 1175"/>
                <a:gd name="T4" fmla="*/ 0 w 926"/>
                <a:gd name="T5" fmla="*/ 0 h 1175"/>
                <a:gd name="T6" fmla="*/ 0 w 926"/>
                <a:gd name="T7" fmla="*/ 0 h 1175"/>
                <a:gd name="T8" fmla="*/ 0 w 926"/>
                <a:gd name="T9" fmla="*/ 0 h 1175"/>
                <a:gd name="T10" fmla="*/ 0 w 926"/>
                <a:gd name="T11" fmla="*/ 0 h 1175"/>
                <a:gd name="T12" fmla="*/ 0 w 926"/>
                <a:gd name="T13" fmla="*/ 0 h 1175"/>
                <a:gd name="T14" fmla="*/ 0 w 926"/>
                <a:gd name="T15" fmla="*/ 0 h 1175"/>
                <a:gd name="T16" fmla="*/ 0 w 926"/>
                <a:gd name="T17" fmla="*/ 0 h 1175"/>
                <a:gd name="T18" fmla="*/ 0 w 926"/>
                <a:gd name="T19" fmla="*/ 0 h 1175"/>
                <a:gd name="T20" fmla="*/ 0 w 926"/>
                <a:gd name="T21" fmla="*/ 0 h 1175"/>
                <a:gd name="T22" fmla="*/ 0 w 926"/>
                <a:gd name="T23" fmla="*/ 0 h 1175"/>
                <a:gd name="T24" fmla="*/ 0 w 926"/>
                <a:gd name="T25" fmla="*/ 0 h 1175"/>
                <a:gd name="T26" fmla="*/ 0 w 926"/>
                <a:gd name="T27" fmla="*/ 0 h 1175"/>
                <a:gd name="T28" fmla="*/ 0 w 926"/>
                <a:gd name="T29" fmla="*/ 0 h 1175"/>
                <a:gd name="T30" fmla="*/ 0 w 926"/>
                <a:gd name="T31" fmla="*/ 0 h 1175"/>
                <a:gd name="T32" fmla="*/ 0 w 926"/>
                <a:gd name="T33" fmla="*/ 0 h 1175"/>
                <a:gd name="T34" fmla="*/ 0 w 926"/>
                <a:gd name="T35" fmla="*/ 0 h 1175"/>
                <a:gd name="T36" fmla="*/ 0 w 926"/>
                <a:gd name="T37" fmla="*/ 0 h 1175"/>
                <a:gd name="T38" fmla="*/ 0 w 926"/>
                <a:gd name="T39" fmla="*/ 0 h 1175"/>
                <a:gd name="T40" fmla="*/ 0 w 926"/>
                <a:gd name="T41" fmla="*/ 0 h 1175"/>
                <a:gd name="T42" fmla="*/ 0 w 926"/>
                <a:gd name="T43" fmla="*/ 0 h 1175"/>
                <a:gd name="T44" fmla="*/ 0 w 926"/>
                <a:gd name="T45" fmla="*/ 0 h 1175"/>
                <a:gd name="T46" fmla="*/ 0 w 926"/>
                <a:gd name="T47" fmla="*/ 0 h 1175"/>
                <a:gd name="T48" fmla="*/ 0 w 926"/>
                <a:gd name="T49" fmla="*/ 0 h 1175"/>
                <a:gd name="T50" fmla="*/ 0 w 926"/>
                <a:gd name="T51" fmla="*/ 0 h 1175"/>
                <a:gd name="T52" fmla="*/ 0 w 926"/>
                <a:gd name="T53" fmla="*/ 0 h 1175"/>
                <a:gd name="T54" fmla="*/ 0 w 926"/>
                <a:gd name="T55" fmla="*/ 0 h 1175"/>
                <a:gd name="T56" fmla="*/ 0 w 926"/>
                <a:gd name="T57" fmla="*/ 0 h 1175"/>
                <a:gd name="T58" fmla="*/ 0 w 926"/>
                <a:gd name="T59" fmla="*/ 0 h 1175"/>
                <a:gd name="T60" fmla="*/ 0 w 926"/>
                <a:gd name="T61" fmla="*/ 0 h 1175"/>
                <a:gd name="T62" fmla="*/ 0 w 926"/>
                <a:gd name="T63" fmla="*/ 0 h 1175"/>
                <a:gd name="T64" fmla="*/ 0 w 926"/>
                <a:gd name="T65" fmla="*/ 0 h 1175"/>
                <a:gd name="T66" fmla="*/ 0 w 926"/>
                <a:gd name="T67" fmla="*/ 0 h 1175"/>
                <a:gd name="T68" fmla="*/ 0 w 926"/>
                <a:gd name="T69" fmla="*/ 0 h 1175"/>
                <a:gd name="T70" fmla="*/ 0 w 926"/>
                <a:gd name="T71" fmla="*/ 0 h 1175"/>
                <a:gd name="T72" fmla="*/ 0 w 926"/>
                <a:gd name="T73" fmla="*/ 0 h 1175"/>
                <a:gd name="T74" fmla="*/ 0 w 926"/>
                <a:gd name="T75" fmla="*/ 0 h 1175"/>
                <a:gd name="T76" fmla="*/ 0 w 926"/>
                <a:gd name="T77" fmla="*/ 0 h 1175"/>
                <a:gd name="T78" fmla="*/ 0 w 926"/>
                <a:gd name="T79" fmla="*/ 0 h 1175"/>
                <a:gd name="T80" fmla="*/ 0 w 926"/>
                <a:gd name="T81" fmla="*/ 0 h 1175"/>
                <a:gd name="T82" fmla="*/ 0 w 926"/>
                <a:gd name="T83" fmla="*/ 0 h 1175"/>
                <a:gd name="T84" fmla="*/ 0 w 926"/>
                <a:gd name="T85" fmla="*/ 0 h 1175"/>
                <a:gd name="T86" fmla="*/ 0 w 926"/>
                <a:gd name="T87" fmla="*/ 0 h 1175"/>
                <a:gd name="T88" fmla="*/ 0 w 926"/>
                <a:gd name="T89" fmla="*/ 0 h 1175"/>
                <a:gd name="T90" fmla="*/ 0 w 926"/>
                <a:gd name="T91" fmla="*/ 0 h 1175"/>
                <a:gd name="T92" fmla="*/ 0 w 926"/>
                <a:gd name="T93" fmla="*/ 0 h 1175"/>
                <a:gd name="T94" fmla="*/ 0 w 926"/>
                <a:gd name="T95" fmla="*/ 0 h 1175"/>
                <a:gd name="T96" fmla="*/ 0 w 926"/>
                <a:gd name="T97" fmla="*/ 0 h 1175"/>
                <a:gd name="T98" fmla="*/ 0 w 926"/>
                <a:gd name="T99" fmla="*/ 0 h 1175"/>
                <a:gd name="T100" fmla="*/ 0 w 926"/>
                <a:gd name="T101" fmla="*/ 0 h 1175"/>
                <a:gd name="T102" fmla="*/ 0 w 926"/>
                <a:gd name="T103" fmla="*/ 0 h 1175"/>
                <a:gd name="T104" fmla="*/ 0 w 926"/>
                <a:gd name="T105" fmla="*/ 0 h 1175"/>
                <a:gd name="T106" fmla="*/ 0 w 926"/>
                <a:gd name="T107" fmla="*/ 0 h 1175"/>
                <a:gd name="T108" fmla="*/ 0 w 926"/>
                <a:gd name="T109" fmla="*/ 0 h 117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926" h="1175">
                  <a:moveTo>
                    <a:pt x="0" y="786"/>
                  </a:moveTo>
                  <a:lnTo>
                    <a:pt x="224" y="763"/>
                  </a:lnTo>
                  <a:lnTo>
                    <a:pt x="230" y="791"/>
                  </a:lnTo>
                  <a:lnTo>
                    <a:pt x="237" y="816"/>
                  </a:lnTo>
                  <a:lnTo>
                    <a:pt x="245" y="839"/>
                  </a:lnTo>
                  <a:lnTo>
                    <a:pt x="255" y="861"/>
                  </a:lnTo>
                  <a:lnTo>
                    <a:pt x="260" y="871"/>
                  </a:lnTo>
                  <a:lnTo>
                    <a:pt x="266" y="881"/>
                  </a:lnTo>
                  <a:lnTo>
                    <a:pt x="271" y="890"/>
                  </a:lnTo>
                  <a:lnTo>
                    <a:pt x="277" y="898"/>
                  </a:lnTo>
                  <a:lnTo>
                    <a:pt x="284" y="907"/>
                  </a:lnTo>
                  <a:lnTo>
                    <a:pt x="291" y="914"/>
                  </a:lnTo>
                  <a:lnTo>
                    <a:pt x="298" y="922"/>
                  </a:lnTo>
                  <a:lnTo>
                    <a:pt x="307" y="928"/>
                  </a:lnTo>
                  <a:lnTo>
                    <a:pt x="314" y="935"/>
                  </a:lnTo>
                  <a:lnTo>
                    <a:pt x="322" y="941"/>
                  </a:lnTo>
                  <a:lnTo>
                    <a:pt x="330" y="947"/>
                  </a:lnTo>
                  <a:lnTo>
                    <a:pt x="340" y="952"/>
                  </a:lnTo>
                  <a:lnTo>
                    <a:pt x="358" y="960"/>
                  </a:lnTo>
                  <a:lnTo>
                    <a:pt x="379" y="968"/>
                  </a:lnTo>
                  <a:lnTo>
                    <a:pt x="400" y="973"/>
                  </a:lnTo>
                  <a:lnTo>
                    <a:pt x="423" y="978"/>
                  </a:lnTo>
                  <a:lnTo>
                    <a:pt x="447" y="981"/>
                  </a:lnTo>
                  <a:lnTo>
                    <a:pt x="472" y="981"/>
                  </a:lnTo>
                  <a:lnTo>
                    <a:pt x="499" y="981"/>
                  </a:lnTo>
                  <a:lnTo>
                    <a:pt x="525" y="979"/>
                  </a:lnTo>
                  <a:lnTo>
                    <a:pt x="547" y="974"/>
                  </a:lnTo>
                  <a:lnTo>
                    <a:pt x="570" y="969"/>
                  </a:lnTo>
                  <a:lnTo>
                    <a:pt x="589" y="963"/>
                  </a:lnTo>
                  <a:lnTo>
                    <a:pt x="608" y="955"/>
                  </a:lnTo>
                  <a:lnTo>
                    <a:pt x="616" y="951"/>
                  </a:lnTo>
                  <a:lnTo>
                    <a:pt x="625" y="945"/>
                  </a:lnTo>
                  <a:lnTo>
                    <a:pt x="632" y="940"/>
                  </a:lnTo>
                  <a:lnTo>
                    <a:pt x="640" y="935"/>
                  </a:lnTo>
                  <a:lnTo>
                    <a:pt x="653" y="922"/>
                  </a:lnTo>
                  <a:lnTo>
                    <a:pt x="665" y="910"/>
                  </a:lnTo>
                  <a:lnTo>
                    <a:pt x="674" y="897"/>
                  </a:lnTo>
                  <a:lnTo>
                    <a:pt x="682" y="883"/>
                  </a:lnTo>
                  <a:lnTo>
                    <a:pt x="688" y="869"/>
                  </a:lnTo>
                  <a:lnTo>
                    <a:pt x="693" y="855"/>
                  </a:lnTo>
                  <a:lnTo>
                    <a:pt x="695" y="840"/>
                  </a:lnTo>
                  <a:lnTo>
                    <a:pt x="696" y="825"/>
                  </a:lnTo>
                  <a:lnTo>
                    <a:pt x="696" y="815"/>
                  </a:lnTo>
                  <a:lnTo>
                    <a:pt x="695" y="806"/>
                  </a:lnTo>
                  <a:lnTo>
                    <a:pt x="693" y="796"/>
                  </a:lnTo>
                  <a:lnTo>
                    <a:pt x="690" y="788"/>
                  </a:lnTo>
                  <a:lnTo>
                    <a:pt x="687" y="779"/>
                  </a:lnTo>
                  <a:lnTo>
                    <a:pt x="683" y="772"/>
                  </a:lnTo>
                  <a:lnTo>
                    <a:pt x="678" y="764"/>
                  </a:lnTo>
                  <a:lnTo>
                    <a:pt x="672" y="757"/>
                  </a:lnTo>
                  <a:lnTo>
                    <a:pt x="666" y="749"/>
                  </a:lnTo>
                  <a:lnTo>
                    <a:pt x="658" y="743"/>
                  </a:lnTo>
                  <a:lnTo>
                    <a:pt x="650" y="736"/>
                  </a:lnTo>
                  <a:lnTo>
                    <a:pt x="640" y="730"/>
                  </a:lnTo>
                  <a:lnTo>
                    <a:pt x="629" y="723"/>
                  </a:lnTo>
                  <a:lnTo>
                    <a:pt x="617" y="718"/>
                  </a:lnTo>
                  <a:lnTo>
                    <a:pt x="603" y="713"/>
                  </a:lnTo>
                  <a:lnTo>
                    <a:pt x="589" y="707"/>
                  </a:lnTo>
                  <a:lnTo>
                    <a:pt x="578" y="703"/>
                  </a:lnTo>
                  <a:lnTo>
                    <a:pt x="562" y="699"/>
                  </a:lnTo>
                  <a:lnTo>
                    <a:pt x="545" y="693"/>
                  </a:lnTo>
                  <a:lnTo>
                    <a:pt x="524" y="688"/>
                  </a:lnTo>
                  <a:lnTo>
                    <a:pt x="499" y="681"/>
                  </a:lnTo>
                  <a:lnTo>
                    <a:pt x="471" y="674"/>
                  </a:lnTo>
                  <a:lnTo>
                    <a:pt x="440" y="666"/>
                  </a:lnTo>
                  <a:lnTo>
                    <a:pt x="405" y="658"/>
                  </a:lnTo>
                  <a:lnTo>
                    <a:pt x="361" y="646"/>
                  </a:lnTo>
                  <a:lnTo>
                    <a:pt x="321" y="633"/>
                  </a:lnTo>
                  <a:lnTo>
                    <a:pt x="283" y="620"/>
                  </a:lnTo>
                  <a:lnTo>
                    <a:pt x="248" y="606"/>
                  </a:lnTo>
                  <a:lnTo>
                    <a:pt x="232" y="600"/>
                  </a:lnTo>
                  <a:lnTo>
                    <a:pt x="217" y="592"/>
                  </a:lnTo>
                  <a:lnTo>
                    <a:pt x="203" y="585"/>
                  </a:lnTo>
                  <a:lnTo>
                    <a:pt x="190" y="577"/>
                  </a:lnTo>
                  <a:lnTo>
                    <a:pt x="179" y="570"/>
                  </a:lnTo>
                  <a:lnTo>
                    <a:pt x="167" y="561"/>
                  </a:lnTo>
                  <a:lnTo>
                    <a:pt x="156" y="554"/>
                  </a:lnTo>
                  <a:lnTo>
                    <a:pt x="146" y="545"/>
                  </a:lnTo>
                  <a:lnTo>
                    <a:pt x="133" y="533"/>
                  </a:lnTo>
                  <a:lnTo>
                    <a:pt x="122" y="522"/>
                  </a:lnTo>
                  <a:lnTo>
                    <a:pt x="111" y="509"/>
                  </a:lnTo>
                  <a:lnTo>
                    <a:pt x="101" y="496"/>
                  </a:lnTo>
                  <a:lnTo>
                    <a:pt x="91" y="483"/>
                  </a:lnTo>
                  <a:lnTo>
                    <a:pt x="83" y="469"/>
                  </a:lnTo>
                  <a:lnTo>
                    <a:pt x="74" y="455"/>
                  </a:lnTo>
                  <a:lnTo>
                    <a:pt x="68" y="441"/>
                  </a:lnTo>
                  <a:lnTo>
                    <a:pt x="61" y="427"/>
                  </a:lnTo>
                  <a:lnTo>
                    <a:pt x="56" y="412"/>
                  </a:lnTo>
                  <a:lnTo>
                    <a:pt x="52" y="397"/>
                  </a:lnTo>
                  <a:lnTo>
                    <a:pt x="48" y="382"/>
                  </a:lnTo>
                  <a:lnTo>
                    <a:pt x="45" y="366"/>
                  </a:lnTo>
                  <a:lnTo>
                    <a:pt x="43" y="350"/>
                  </a:lnTo>
                  <a:lnTo>
                    <a:pt x="42" y="334"/>
                  </a:lnTo>
                  <a:lnTo>
                    <a:pt x="42" y="317"/>
                  </a:lnTo>
                  <a:lnTo>
                    <a:pt x="42" y="295"/>
                  </a:lnTo>
                  <a:lnTo>
                    <a:pt x="45" y="274"/>
                  </a:lnTo>
                  <a:lnTo>
                    <a:pt x="48" y="253"/>
                  </a:lnTo>
                  <a:lnTo>
                    <a:pt x="54" y="233"/>
                  </a:lnTo>
                  <a:lnTo>
                    <a:pt x="61" y="212"/>
                  </a:lnTo>
                  <a:lnTo>
                    <a:pt x="69" y="193"/>
                  </a:lnTo>
                  <a:lnTo>
                    <a:pt x="80" y="174"/>
                  </a:lnTo>
                  <a:lnTo>
                    <a:pt x="90" y="155"/>
                  </a:lnTo>
                  <a:lnTo>
                    <a:pt x="104" y="136"/>
                  </a:lnTo>
                  <a:lnTo>
                    <a:pt x="118" y="119"/>
                  </a:lnTo>
                  <a:lnTo>
                    <a:pt x="134" y="103"/>
                  </a:lnTo>
                  <a:lnTo>
                    <a:pt x="151" y="88"/>
                  </a:lnTo>
                  <a:lnTo>
                    <a:pt x="170" y="74"/>
                  </a:lnTo>
                  <a:lnTo>
                    <a:pt x="189" y="61"/>
                  </a:lnTo>
                  <a:lnTo>
                    <a:pt x="211" y="49"/>
                  </a:lnTo>
                  <a:lnTo>
                    <a:pt x="233" y="40"/>
                  </a:lnTo>
                  <a:lnTo>
                    <a:pt x="257" y="30"/>
                  </a:lnTo>
                  <a:lnTo>
                    <a:pt x="282" y="23"/>
                  </a:lnTo>
                  <a:lnTo>
                    <a:pt x="308" y="15"/>
                  </a:lnTo>
                  <a:lnTo>
                    <a:pt x="336" y="10"/>
                  </a:lnTo>
                  <a:lnTo>
                    <a:pt x="364" y="5"/>
                  </a:lnTo>
                  <a:lnTo>
                    <a:pt x="394" y="2"/>
                  </a:lnTo>
                  <a:lnTo>
                    <a:pt x="425" y="1"/>
                  </a:lnTo>
                  <a:lnTo>
                    <a:pt x="457" y="0"/>
                  </a:lnTo>
                  <a:lnTo>
                    <a:pt x="483" y="0"/>
                  </a:lnTo>
                  <a:lnTo>
                    <a:pt x="509" y="1"/>
                  </a:lnTo>
                  <a:lnTo>
                    <a:pt x="533" y="3"/>
                  </a:lnTo>
                  <a:lnTo>
                    <a:pt x="557" y="5"/>
                  </a:lnTo>
                  <a:lnTo>
                    <a:pt x="581" y="10"/>
                  </a:lnTo>
                  <a:lnTo>
                    <a:pt x="602" y="13"/>
                  </a:lnTo>
                  <a:lnTo>
                    <a:pt x="624" y="18"/>
                  </a:lnTo>
                  <a:lnTo>
                    <a:pt x="644" y="24"/>
                  </a:lnTo>
                  <a:lnTo>
                    <a:pt x="665" y="30"/>
                  </a:lnTo>
                  <a:lnTo>
                    <a:pt x="683" y="36"/>
                  </a:lnTo>
                  <a:lnTo>
                    <a:pt x="701" y="44"/>
                  </a:lnTo>
                  <a:lnTo>
                    <a:pt x="718" y="53"/>
                  </a:lnTo>
                  <a:lnTo>
                    <a:pt x="736" y="62"/>
                  </a:lnTo>
                  <a:lnTo>
                    <a:pt x="751" y="72"/>
                  </a:lnTo>
                  <a:lnTo>
                    <a:pt x="766" y="83"/>
                  </a:lnTo>
                  <a:lnTo>
                    <a:pt x="780" y="93"/>
                  </a:lnTo>
                  <a:lnTo>
                    <a:pt x="793" y="105"/>
                  </a:lnTo>
                  <a:lnTo>
                    <a:pt x="804" y="118"/>
                  </a:lnTo>
                  <a:lnTo>
                    <a:pt x="816" y="131"/>
                  </a:lnTo>
                  <a:lnTo>
                    <a:pt x="827" y="145"/>
                  </a:lnTo>
                  <a:lnTo>
                    <a:pt x="837" y="159"/>
                  </a:lnTo>
                  <a:lnTo>
                    <a:pt x="846" y="173"/>
                  </a:lnTo>
                  <a:lnTo>
                    <a:pt x="854" y="188"/>
                  </a:lnTo>
                  <a:lnTo>
                    <a:pt x="861" y="203"/>
                  </a:lnTo>
                  <a:lnTo>
                    <a:pt x="869" y="219"/>
                  </a:lnTo>
                  <a:lnTo>
                    <a:pt x="874" y="235"/>
                  </a:lnTo>
                  <a:lnTo>
                    <a:pt x="880" y="252"/>
                  </a:lnTo>
                  <a:lnTo>
                    <a:pt x="884" y="269"/>
                  </a:lnTo>
                  <a:lnTo>
                    <a:pt x="887" y="288"/>
                  </a:lnTo>
                  <a:lnTo>
                    <a:pt x="891" y="306"/>
                  </a:lnTo>
                  <a:lnTo>
                    <a:pt x="892" y="325"/>
                  </a:lnTo>
                  <a:lnTo>
                    <a:pt x="894" y="343"/>
                  </a:lnTo>
                  <a:lnTo>
                    <a:pt x="664" y="354"/>
                  </a:lnTo>
                  <a:lnTo>
                    <a:pt x="659" y="333"/>
                  </a:lnTo>
                  <a:lnTo>
                    <a:pt x="654" y="313"/>
                  </a:lnTo>
                  <a:lnTo>
                    <a:pt x="647" y="295"/>
                  </a:lnTo>
                  <a:lnTo>
                    <a:pt x="640" y="279"/>
                  </a:lnTo>
                  <a:lnTo>
                    <a:pt x="631" y="264"/>
                  </a:lnTo>
                  <a:lnTo>
                    <a:pt x="623" y="250"/>
                  </a:lnTo>
                  <a:lnTo>
                    <a:pt x="612" y="238"/>
                  </a:lnTo>
                  <a:lnTo>
                    <a:pt x="600" y="229"/>
                  </a:lnTo>
                  <a:lnTo>
                    <a:pt x="587" y="219"/>
                  </a:lnTo>
                  <a:lnTo>
                    <a:pt x="573" y="211"/>
                  </a:lnTo>
                  <a:lnTo>
                    <a:pt x="557" y="205"/>
                  </a:lnTo>
                  <a:lnTo>
                    <a:pt x="540" y="200"/>
                  </a:lnTo>
                  <a:lnTo>
                    <a:pt x="521" y="195"/>
                  </a:lnTo>
                  <a:lnTo>
                    <a:pt x="500" y="192"/>
                  </a:lnTo>
                  <a:lnTo>
                    <a:pt x="479" y="190"/>
                  </a:lnTo>
                  <a:lnTo>
                    <a:pt x="455" y="190"/>
                  </a:lnTo>
                  <a:lnTo>
                    <a:pt x="430" y="190"/>
                  </a:lnTo>
                  <a:lnTo>
                    <a:pt x="408" y="192"/>
                  </a:lnTo>
                  <a:lnTo>
                    <a:pt x="386" y="195"/>
                  </a:lnTo>
                  <a:lnTo>
                    <a:pt x="366" y="200"/>
                  </a:lnTo>
                  <a:lnTo>
                    <a:pt x="346" y="206"/>
                  </a:lnTo>
                  <a:lnTo>
                    <a:pt x="329" y="212"/>
                  </a:lnTo>
                  <a:lnTo>
                    <a:pt x="313" y="221"/>
                  </a:lnTo>
                  <a:lnTo>
                    <a:pt x="298" y="231"/>
                  </a:lnTo>
                  <a:lnTo>
                    <a:pt x="289" y="237"/>
                  </a:lnTo>
                  <a:lnTo>
                    <a:pt x="282" y="245"/>
                  </a:lnTo>
                  <a:lnTo>
                    <a:pt x="275" y="253"/>
                  </a:lnTo>
                  <a:lnTo>
                    <a:pt x="270" y="262"/>
                  </a:lnTo>
                  <a:lnTo>
                    <a:pt x="267" y="270"/>
                  </a:lnTo>
                  <a:lnTo>
                    <a:pt x="263" y="280"/>
                  </a:lnTo>
                  <a:lnTo>
                    <a:pt x="261" y="291"/>
                  </a:lnTo>
                  <a:lnTo>
                    <a:pt x="261" y="302"/>
                  </a:lnTo>
                  <a:lnTo>
                    <a:pt x="261" y="311"/>
                  </a:lnTo>
                  <a:lnTo>
                    <a:pt x="263" y="321"/>
                  </a:lnTo>
                  <a:lnTo>
                    <a:pt x="266" y="329"/>
                  </a:lnTo>
                  <a:lnTo>
                    <a:pt x="270" y="339"/>
                  </a:lnTo>
                  <a:lnTo>
                    <a:pt x="274" y="347"/>
                  </a:lnTo>
                  <a:lnTo>
                    <a:pt x="281" y="355"/>
                  </a:lnTo>
                  <a:lnTo>
                    <a:pt x="287" y="363"/>
                  </a:lnTo>
                  <a:lnTo>
                    <a:pt x="296" y="370"/>
                  </a:lnTo>
                  <a:lnTo>
                    <a:pt x="309" y="379"/>
                  </a:lnTo>
                  <a:lnTo>
                    <a:pt x="325" y="388"/>
                  </a:lnTo>
                  <a:lnTo>
                    <a:pt x="345" y="398"/>
                  </a:lnTo>
                  <a:lnTo>
                    <a:pt x="370" y="408"/>
                  </a:lnTo>
                  <a:lnTo>
                    <a:pt x="398" y="416"/>
                  </a:lnTo>
                  <a:lnTo>
                    <a:pt x="430" y="426"/>
                  </a:lnTo>
                  <a:lnTo>
                    <a:pt x="467" y="436"/>
                  </a:lnTo>
                  <a:lnTo>
                    <a:pt x="507" y="446"/>
                  </a:lnTo>
                  <a:lnTo>
                    <a:pt x="547" y="456"/>
                  </a:lnTo>
                  <a:lnTo>
                    <a:pt x="585" y="466"/>
                  </a:lnTo>
                  <a:lnTo>
                    <a:pt x="621" y="476"/>
                  </a:lnTo>
                  <a:lnTo>
                    <a:pt x="653" y="486"/>
                  </a:lnTo>
                  <a:lnTo>
                    <a:pt x="682" y="497"/>
                  </a:lnTo>
                  <a:lnTo>
                    <a:pt x="709" y="507"/>
                  </a:lnTo>
                  <a:lnTo>
                    <a:pt x="733" y="517"/>
                  </a:lnTo>
                  <a:lnTo>
                    <a:pt x="755" y="528"/>
                  </a:lnTo>
                  <a:lnTo>
                    <a:pt x="774" y="539"/>
                  </a:lnTo>
                  <a:lnTo>
                    <a:pt x="793" y="551"/>
                  </a:lnTo>
                  <a:lnTo>
                    <a:pt x="810" y="563"/>
                  </a:lnTo>
                  <a:lnTo>
                    <a:pt x="826" y="577"/>
                  </a:lnTo>
                  <a:lnTo>
                    <a:pt x="841" y="592"/>
                  </a:lnTo>
                  <a:lnTo>
                    <a:pt x="855" y="608"/>
                  </a:lnTo>
                  <a:lnTo>
                    <a:pt x="869" y="626"/>
                  </a:lnTo>
                  <a:lnTo>
                    <a:pt x="881" y="643"/>
                  </a:lnTo>
                  <a:lnTo>
                    <a:pt x="892" y="662"/>
                  </a:lnTo>
                  <a:lnTo>
                    <a:pt x="900" y="683"/>
                  </a:lnTo>
                  <a:lnTo>
                    <a:pt x="908" y="703"/>
                  </a:lnTo>
                  <a:lnTo>
                    <a:pt x="914" y="725"/>
                  </a:lnTo>
                  <a:lnTo>
                    <a:pt x="920" y="748"/>
                  </a:lnTo>
                  <a:lnTo>
                    <a:pt x="923" y="773"/>
                  </a:lnTo>
                  <a:lnTo>
                    <a:pt x="925" y="797"/>
                  </a:lnTo>
                  <a:lnTo>
                    <a:pt x="926" y="824"/>
                  </a:lnTo>
                  <a:lnTo>
                    <a:pt x="925" y="848"/>
                  </a:lnTo>
                  <a:lnTo>
                    <a:pt x="923" y="872"/>
                  </a:lnTo>
                  <a:lnTo>
                    <a:pt x="918" y="895"/>
                  </a:lnTo>
                  <a:lnTo>
                    <a:pt x="912" y="919"/>
                  </a:lnTo>
                  <a:lnTo>
                    <a:pt x="904" y="941"/>
                  </a:lnTo>
                  <a:lnTo>
                    <a:pt x="895" y="964"/>
                  </a:lnTo>
                  <a:lnTo>
                    <a:pt x="884" y="985"/>
                  </a:lnTo>
                  <a:lnTo>
                    <a:pt x="871" y="1007"/>
                  </a:lnTo>
                  <a:lnTo>
                    <a:pt x="857" y="1027"/>
                  </a:lnTo>
                  <a:lnTo>
                    <a:pt x="841" y="1046"/>
                  </a:lnTo>
                  <a:lnTo>
                    <a:pt x="824" y="1065"/>
                  </a:lnTo>
                  <a:lnTo>
                    <a:pt x="806" y="1081"/>
                  </a:lnTo>
                  <a:lnTo>
                    <a:pt x="786" y="1096"/>
                  </a:lnTo>
                  <a:lnTo>
                    <a:pt x="765" y="1110"/>
                  </a:lnTo>
                  <a:lnTo>
                    <a:pt x="742" y="1123"/>
                  </a:lnTo>
                  <a:lnTo>
                    <a:pt x="717" y="1133"/>
                  </a:lnTo>
                  <a:lnTo>
                    <a:pt x="693" y="1143"/>
                  </a:lnTo>
                  <a:lnTo>
                    <a:pt x="665" y="1152"/>
                  </a:lnTo>
                  <a:lnTo>
                    <a:pt x="637" y="1159"/>
                  </a:lnTo>
                  <a:lnTo>
                    <a:pt x="607" y="1164"/>
                  </a:lnTo>
                  <a:lnTo>
                    <a:pt x="574" y="1169"/>
                  </a:lnTo>
                  <a:lnTo>
                    <a:pt x="541" y="1172"/>
                  </a:lnTo>
                  <a:lnTo>
                    <a:pt x="507" y="1174"/>
                  </a:lnTo>
                  <a:lnTo>
                    <a:pt x="470" y="1175"/>
                  </a:lnTo>
                  <a:lnTo>
                    <a:pt x="443" y="1174"/>
                  </a:lnTo>
                  <a:lnTo>
                    <a:pt x="417" y="1173"/>
                  </a:lnTo>
                  <a:lnTo>
                    <a:pt x="393" y="1172"/>
                  </a:lnTo>
                  <a:lnTo>
                    <a:pt x="369" y="1169"/>
                  </a:lnTo>
                  <a:lnTo>
                    <a:pt x="345" y="1165"/>
                  </a:lnTo>
                  <a:lnTo>
                    <a:pt x="323" y="1161"/>
                  </a:lnTo>
                  <a:lnTo>
                    <a:pt x="300" y="1156"/>
                  </a:lnTo>
                  <a:lnTo>
                    <a:pt x="280" y="1150"/>
                  </a:lnTo>
                  <a:lnTo>
                    <a:pt x="259" y="1143"/>
                  </a:lnTo>
                  <a:lnTo>
                    <a:pt x="240" y="1136"/>
                  </a:lnTo>
                  <a:lnTo>
                    <a:pt x="220" y="1128"/>
                  </a:lnTo>
                  <a:lnTo>
                    <a:pt x="202" y="1119"/>
                  </a:lnTo>
                  <a:lnTo>
                    <a:pt x="185" y="1110"/>
                  </a:lnTo>
                  <a:lnTo>
                    <a:pt x="169" y="1099"/>
                  </a:lnTo>
                  <a:lnTo>
                    <a:pt x="154" y="1087"/>
                  </a:lnTo>
                  <a:lnTo>
                    <a:pt x="139" y="1075"/>
                  </a:lnTo>
                  <a:lnTo>
                    <a:pt x="125" y="1062"/>
                  </a:lnTo>
                  <a:lnTo>
                    <a:pt x="111" y="1050"/>
                  </a:lnTo>
                  <a:lnTo>
                    <a:pt x="98" y="1035"/>
                  </a:lnTo>
                  <a:lnTo>
                    <a:pt x="86" y="1020"/>
                  </a:lnTo>
                  <a:lnTo>
                    <a:pt x="75" y="1004"/>
                  </a:lnTo>
                  <a:lnTo>
                    <a:pt x="65" y="988"/>
                  </a:lnTo>
                  <a:lnTo>
                    <a:pt x="55" y="971"/>
                  </a:lnTo>
                  <a:lnTo>
                    <a:pt x="46" y="953"/>
                  </a:lnTo>
                  <a:lnTo>
                    <a:pt x="38" y="935"/>
                  </a:lnTo>
                  <a:lnTo>
                    <a:pt x="30" y="915"/>
                  </a:lnTo>
                  <a:lnTo>
                    <a:pt x="24" y="896"/>
                  </a:lnTo>
                  <a:lnTo>
                    <a:pt x="17" y="875"/>
                  </a:lnTo>
                  <a:lnTo>
                    <a:pt x="12" y="853"/>
                  </a:lnTo>
                  <a:lnTo>
                    <a:pt x="8" y="832"/>
                  </a:lnTo>
                  <a:lnTo>
                    <a:pt x="3" y="809"/>
                  </a:lnTo>
                  <a:lnTo>
                    <a:pt x="0" y="786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1" name="Freeform 16">
              <a:extLst>
                <a:ext uri="{FF2B5EF4-FFF2-40B4-BE49-F238E27FC236}">
                  <a16:creationId xmlns:a16="http://schemas.microsoft.com/office/drawing/2014/main" id="{70DDB53F-21CF-0747-8B53-0B4A837812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" y="3458"/>
              <a:ext cx="64" cy="79"/>
            </a:xfrm>
            <a:custGeom>
              <a:avLst/>
              <a:gdLst>
                <a:gd name="T0" fmla="*/ 0 w 770"/>
                <a:gd name="T1" fmla="*/ 0 h 860"/>
                <a:gd name="T2" fmla="*/ 0 w 770"/>
                <a:gd name="T3" fmla="*/ 0 h 860"/>
                <a:gd name="T4" fmla="*/ 0 w 770"/>
                <a:gd name="T5" fmla="*/ 0 h 860"/>
                <a:gd name="T6" fmla="*/ 0 w 770"/>
                <a:gd name="T7" fmla="*/ 0 h 860"/>
                <a:gd name="T8" fmla="*/ 0 w 770"/>
                <a:gd name="T9" fmla="*/ 0 h 860"/>
                <a:gd name="T10" fmla="*/ 0 w 770"/>
                <a:gd name="T11" fmla="*/ 0 h 860"/>
                <a:gd name="T12" fmla="*/ 0 w 770"/>
                <a:gd name="T13" fmla="*/ 0 h 860"/>
                <a:gd name="T14" fmla="*/ 0 w 770"/>
                <a:gd name="T15" fmla="*/ 0 h 860"/>
                <a:gd name="T16" fmla="*/ 0 w 770"/>
                <a:gd name="T17" fmla="*/ 0 h 860"/>
                <a:gd name="T18" fmla="*/ 0 w 770"/>
                <a:gd name="T19" fmla="*/ 0 h 860"/>
                <a:gd name="T20" fmla="*/ 0 w 770"/>
                <a:gd name="T21" fmla="*/ 0 h 860"/>
                <a:gd name="T22" fmla="*/ 0 w 770"/>
                <a:gd name="T23" fmla="*/ 0 h 860"/>
                <a:gd name="T24" fmla="*/ 0 w 770"/>
                <a:gd name="T25" fmla="*/ 0 h 860"/>
                <a:gd name="T26" fmla="*/ 0 w 770"/>
                <a:gd name="T27" fmla="*/ 0 h 860"/>
                <a:gd name="T28" fmla="*/ 0 w 770"/>
                <a:gd name="T29" fmla="*/ 0 h 860"/>
                <a:gd name="T30" fmla="*/ 0 w 770"/>
                <a:gd name="T31" fmla="*/ 0 h 860"/>
                <a:gd name="T32" fmla="*/ 0 w 770"/>
                <a:gd name="T33" fmla="*/ 0 h 860"/>
                <a:gd name="T34" fmla="*/ 0 w 770"/>
                <a:gd name="T35" fmla="*/ 0 h 860"/>
                <a:gd name="T36" fmla="*/ 0 w 770"/>
                <a:gd name="T37" fmla="*/ 0 h 860"/>
                <a:gd name="T38" fmla="*/ 0 w 770"/>
                <a:gd name="T39" fmla="*/ 0 h 860"/>
                <a:gd name="T40" fmla="*/ 0 w 770"/>
                <a:gd name="T41" fmla="*/ 0 h 860"/>
                <a:gd name="T42" fmla="*/ 0 w 770"/>
                <a:gd name="T43" fmla="*/ 0 h 860"/>
                <a:gd name="T44" fmla="*/ 0 w 770"/>
                <a:gd name="T45" fmla="*/ 0 h 860"/>
                <a:gd name="T46" fmla="*/ 0 w 770"/>
                <a:gd name="T47" fmla="*/ 0 h 860"/>
                <a:gd name="T48" fmla="*/ 0 w 770"/>
                <a:gd name="T49" fmla="*/ 0 h 860"/>
                <a:gd name="T50" fmla="*/ 0 w 770"/>
                <a:gd name="T51" fmla="*/ 0 h 860"/>
                <a:gd name="T52" fmla="*/ 0 w 770"/>
                <a:gd name="T53" fmla="*/ 0 h 860"/>
                <a:gd name="T54" fmla="*/ 0 w 770"/>
                <a:gd name="T55" fmla="*/ 0 h 860"/>
                <a:gd name="T56" fmla="*/ 0 w 770"/>
                <a:gd name="T57" fmla="*/ 0 h 860"/>
                <a:gd name="T58" fmla="*/ 0 w 770"/>
                <a:gd name="T59" fmla="*/ 0 h 860"/>
                <a:gd name="T60" fmla="*/ 0 w 770"/>
                <a:gd name="T61" fmla="*/ 0 h 860"/>
                <a:gd name="T62" fmla="*/ 0 w 770"/>
                <a:gd name="T63" fmla="*/ 0 h 860"/>
                <a:gd name="T64" fmla="*/ 0 w 770"/>
                <a:gd name="T65" fmla="*/ 0 h 860"/>
                <a:gd name="T66" fmla="*/ 0 w 770"/>
                <a:gd name="T67" fmla="*/ 0 h 860"/>
                <a:gd name="T68" fmla="*/ 0 w 770"/>
                <a:gd name="T69" fmla="*/ 0 h 860"/>
                <a:gd name="T70" fmla="*/ 0 w 770"/>
                <a:gd name="T71" fmla="*/ 0 h 860"/>
                <a:gd name="T72" fmla="*/ 0 w 770"/>
                <a:gd name="T73" fmla="*/ 0 h 860"/>
                <a:gd name="T74" fmla="*/ 0 w 770"/>
                <a:gd name="T75" fmla="*/ 0 h 860"/>
                <a:gd name="T76" fmla="*/ 0 w 770"/>
                <a:gd name="T77" fmla="*/ 0 h 860"/>
                <a:gd name="T78" fmla="*/ 0 w 770"/>
                <a:gd name="T79" fmla="*/ 0 h 860"/>
                <a:gd name="T80" fmla="*/ 0 w 770"/>
                <a:gd name="T81" fmla="*/ 0 h 860"/>
                <a:gd name="T82" fmla="*/ 0 w 770"/>
                <a:gd name="T83" fmla="*/ 0 h 860"/>
                <a:gd name="T84" fmla="*/ 0 w 770"/>
                <a:gd name="T85" fmla="*/ 0 h 860"/>
                <a:gd name="T86" fmla="*/ 0 w 770"/>
                <a:gd name="T87" fmla="*/ 0 h 860"/>
                <a:gd name="T88" fmla="*/ 0 w 770"/>
                <a:gd name="T89" fmla="*/ 0 h 860"/>
                <a:gd name="T90" fmla="*/ 0 w 770"/>
                <a:gd name="T91" fmla="*/ 0 h 860"/>
                <a:gd name="T92" fmla="*/ 0 w 770"/>
                <a:gd name="T93" fmla="*/ 0 h 860"/>
                <a:gd name="T94" fmla="*/ 0 w 770"/>
                <a:gd name="T95" fmla="*/ 0 h 8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70" h="860">
                  <a:moveTo>
                    <a:pt x="541" y="580"/>
                  </a:moveTo>
                  <a:lnTo>
                    <a:pt x="758" y="616"/>
                  </a:lnTo>
                  <a:lnTo>
                    <a:pt x="748" y="645"/>
                  </a:lnTo>
                  <a:lnTo>
                    <a:pt x="735" y="672"/>
                  </a:lnTo>
                  <a:lnTo>
                    <a:pt x="728" y="685"/>
                  </a:lnTo>
                  <a:lnTo>
                    <a:pt x="721" y="698"/>
                  </a:lnTo>
                  <a:lnTo>
                    <a:pt x="713" y="710"/>
                  </a:lnTo>
                  <a:lnTo>
                    <a:pt x="705" y="722"/>
                  </a:lnTo>
                  <a:lnTo>
                    <a:pt x="696" y="732"/>
                  </a:lnTo>
                  <a:lnTo>
                    <a:pt x="687" y="743"/>
                  </a:lnTo>
                  <a:lnTo>
                    <a:pt x="678" y="754"/>
                  </a:lnTo>
                  <a:lnTo>
                    <a:pt x="668" y="763"/>
                  </a:lnTo>
                  <a:lnTo>
                    <a:pt x="658" y="773"/>
                  </a:lnTo>
                  <a:lnTo>
                    <a:pt x="649" y="782"/>
                  </a:lnTo>
                  <a:lnTo>
                    <a:pt x="638" y="790"/>
                  </a:lnTo>
                  <a:lnTo>
                    <a:pt x="626" y="798"/>
                  </a:lnTo>
                  <a:lnTo>
                    <a:pt x="615" y="805"/>
                  </a:lnTo>
                  <a:lnTo>
                    <a:pt x="604" y="813"/>
                  </a:lnTo>
                  <a:lnTo>
                    <a:pt x="591" y="819"/>
                  </a:lnTo>
                  <a:lnTo>
                    <a:pt x="579" y="826"/>
                  </a:lnTo>
                  <a:lnTo>
                    <a:pt x="566" y="831"/>
                  </a:lnTo>
                  <a:lnTo>
                    <a:pt x="552" y="836"/>
                  </a:lnTo>
                  <a:lnTo>
                    <a:pt x="539" y="841"/>
                  </a:lnTo>
                  <a:lnTo>
                    <a:pt x="525" y="845"/>
                  </a:lnTo>
                  <a:lnTo>
                    <a:pt x="510" y="848"/>
                  </a:lnTo>
                  <a:lnTo>
                    <a:pt x="496" y="851"/>
                  </a:lnTo>
                  <a:lnTo>
                    <a:pt x="481" y="855"/>
                  </a:lnTo>
                  <a:lnTo>
                    <a:pt x="465" y="857"/>
                  </a:lnTo>
                  <a:lnTo>
                    <a:pt x="434" y="859"/>
                  </a:lnTo>
                  <a:lnTo>
                    <a:pt x="400" y="860"/>
                  </a:lnTo>
                  <a:lnTo>
                    <a:pt x="373" y="860"/>
                  </a:lnTo>
                  <a:lnTo>
                    <a:pt x="348" y="858"/>
                  </a:lnTo>
                  <a:lnTo>
                    <a:pt x="323" y="856"/>
                  </a:lnTo>
                  <a:lnTo>
                    <a:pt x="299" y="851"/>
                  </a:lnTo>
                  <a:lnTo>
                    <a:pt x="277" y="847"/>
                  </a:lnTo>
                  <a:lnTo>
                    <a:pt x="254" y="841"/>
                  </a:lnTo>
                  <a:lnTo>
                    <a:pt x="234" y="833"/>
                  </a:lnTo>
                  <a:lnTo>
                    <a:pt x="213" y="826"/>
                  </a:lnTo>
                  <a:lnTo>
                    <a:pt x="194" y="816"/>
                  </a:lnTo>
                  <a:lnTo>
                    <a:pt x="174" y="805"/>
                  </a:lnTo>
                  <a:lnTo>
                    <a:pt x="157" y="795"/>
                  </a:lnTo>
                  <a:lnTo>
                    <a:pt x="140" y="782"/>
                  </a:lnTo>
                  <a:lnTo>
                    <a:pt x="124" y="768"/>
                  </a:lnTo>
                  <a:lnTo>
                    <a:pt x="109" y="753"/>
                  </a:lnTo>
                  <a:lnTo>
                    <a:pt x="95" y="738"/>
                  </a:lnTo>
                  <a:lnTo>
                    <a:pt x="82" y="720"/>
                  </a:lnTo>
                  <a:lnTo>
                    <a:pt x="72" y="705"/>
                  </a:lnTo>
                  <a:lnTo>
                    <a:pt x="63" y="691"/>
                  </a:lnTo>
                  <a:lnTo>
                    <a:pt x="54" y="676"/>
                  </a:lnTo>
                  <a:lnTo>
                    <a:pt x="46" y="660"/>
                  </a:lnTo>
                  <a:lnTo>
                    <a:pt x="39" y="644"/>
                  </a:lnTo>
                  <a:lnTo>
                    <a:pt x="32" y="628"/>
                  </a:lnTo>
                  <a:lnTo>
                    <a:pt x="26" y="611"/>
                  </a:lnTo>
                  <a:lnTo>
                    <a:pt x="21" y="593"/>
                  </a:lnTo>
                  <a:lnTo>
                    <a:pt x="15" y="576"/>
                  </a:lnTo>
                  <a:lnTo>
                    <a:pt x="12" y="556"/>
                  </a:lnTo>
                  <a:lnTo>
                    <a:pt x="8" y="538"/>
                  </a:lnTo>
                  <a:lnTo>
                    <a:pt x="6" y="519"/>
                  </a:lnTo>
                  <a:lnTo>
                    <a:pt x="3" y="498"/>
                  </a:lnTo>
                  <a:lnTo>
                    <a:pt x="1" y="479"/>
                  </a:lnTo>
                  <a:lnTo>
                    <a:pt x="0" y="458"/>
                  </a:lnTo>
                  <a:lnTo>
                    <a:pt x="0" y="437"/>
                  </a:lnTo>
                  <a:lnTo>
                    <a:pt x="0" y="411"/>
                  </a:lnTo>
                  <a:lnTo>
                    <a:pt x="2" y="387"/>
                  </a:lnTo>
                  <a:lnTo>
                    <a:pt x="3" y="363"/>
                  </a:lnTo>
                  <a:lnTo>
                    <a:pt x="7" y="339"/>
                  </a:lnTo>
                  <a:lnTo>
                    <a:pt x="11" y="318"/>
                  </a:lnTo>
                  <a:lnTo>
                    <a:pt x="15" y="295"/>
                  </a:lnTo>
                  <a:lnTo>
                    <a:pt x="21" y="275"/>
                  </a:lnTo>
                  <a:lnTo>
                    <a:pt x="27" y="255"/>
                  </a:lnTo>
                  <a:lnTo>
                    <a:pt x="35" y="234"/>
                  </a:lnTo>
                  <a:lnTo>
                    <a:pt x="42" y="216"/>
                  </a:lnTo>
                  <a:lnTo>
                    <a:pt x="51" y="198"/>
                  </a:lnTo>
                  <a:lnTo>
                    <a:pt x="60" y="180"/>
                  </a:lnTo>
                  <a:lnTo>
                    <a:pt x="71" y="162"/>
                  </a:lnTo>
                  <a:lnTo>
                    <a:pt x="82" y="146"/>
                  </a:lnTo>
                  <a:lnTo>
                    <a:pt x="95" y="131"/>
                  </a:lnTo>
                  <a:lnTo>
                    <a:pt x="108" y="116"/>
                  </a:lnTo>
                  <a:lnTo>
                    <a:pt x="121" y="102"/>
                  </a:lnTo>
                  <a:lnTo>
                    <a:pt x="135" y="89"/>
                  </a:lnTo>
                  <a:lnTo>
                    <a:pt x="150" y="77"/>
                  </a:lnTo>
                  <a:lnTo>
                    <a:pt x="165" y="66"/>
                  </a:lnTo>
                  <a:lnTo>
                    <a:pt x="180" y="55"/>
                  </a:lnTo>
                  <a:lnTo>
                    <a:pt x="196" y="45"/>
                  </a:lnTo>
                  <a:lnTo>
                    <a:pt x="212" y="37"/>
                  </a:lnTo>
                  <a:lnTo>
                    <a:pt x="228" y="29"/>
                  </a:lnTo>
                  <a:lnTo>
                    <a:pt x="245" y="23"/>
                  </a:lnTo>
                  <a:lnTo>
                    <a:pt x="264" y="16"/>
                  </a:lnTo>
                  <a:lnTo>
                    <a:pt x="281" y="12"/>
                  </a:lnTo>
                  <a:lnTo>
                    <a:pt x="300" y="8"/>
                  </a:lnTo>
                  <a:lnTo>
                    <a:pt x="319" y="5"/>
                  </a:lnTo>
                  <a:lnTo>
                    <a:pt x="338" y="3"/>
                  </a:lnTo>
                  <a:lnTo>
                    <a:pt x="358" y="1"/>
                  </a:lnTo>
                  <a:lnTo>
                    <a:pt x="379" y="0"/>
                  </a:lnTo>
                  <a:lnTo>
                    <a:pt x="401" y="1"/>
                  </a:lnTo>
                  <a:lnTo>
                    <a:pt x="423" y="3"/>
                  </a:lnTo>
                  <a:lnTo>
                    <a:pt x="444" y="5"/>
                  </a:lnTo>
                  <a:lnTo>
                    <a:pt x="466" y="8"/>
                  </a:lnTo>
                  <a:lnTo>
                    <a:pt x="485" y="12"/>
                  </a:lnTo>
                  <a:lnTo>
                    <a:pt x="506" y="18"/>
                  </a:lnTo>
                  <a:lnTo>
                    <a:pt x="524" y="24"/>
                  </a:lnTo>
                  <a:lnTo>
                    <a:pt x="543" y="30"/>
                  </a:lnTo>
                  <a:lnTo>
                    <a:pt x="561" y="39"/>
                  </a:lnTo>
                  <a:lnTo>
                    <a:pt x="578" y="48"/>
                  </a:lnTo>
                  <a:lnTo>
                    <a:pt x="595" y="58"/>
                  </a:lnTo>
                  <a:lnTo>
                    <a:pt x="611" y="69"/>
                  </a:lnTo>
                  <a:lnTo>
                    <a:pt x="626" y="81"/>
                  </a:lnTo>
                  <a:lnTo>
                    <a:pt x="641" y="94"/>
                  </a:lnTo>
                  <a:lnTo>
                    <a:pt x="655" y="108"/>
                  </a:lnTo>
                  <a:lnTo>
                    <a:pt x="669" y="122"/>
                  </a:lnTo>
                  <a:lnTo>
                    <a:pt x="682" y="138"/>
                  </a:lnTo>
                  <a:lnTo>
                    <a:pt x="694" y="154"/>
                  </a:lnTo>
                  <a:lnTo>
                    <a:pt x="705" y="172"/>
                  </a:lnTo>
                  <a:lnTo>
                    <a:pt x="714" y="190"/>
                  </a:lnTo>
                  <a:lnTo>
                    <a:pt x="724" y="211"/>
                  </a:lnTo>
                  <a:lnTo>
                    <a:pt x="733" y="231"/>
                  </a:lnTo>
                  <a:lnTo>
                    <a:pt x="740" y="253"/>
                  </a:lnTo>
                  <a:lnTo>
                    <a:pt x="748" y="275"/>
                  </a:lnTo>
                  <a:lnTo>
                    <a:pt x="753" y="299"/>
                  </a:lnTo>
                  <a:lnTo>
                    <a:pt x="758" y="323"/>
                  </a:lnTo>
                  <a:lnTo>
                    <a:pt x="763" y="349"/>
                  </a:lnTo>
                  <a:lnTo>
                    <a:pt x="766" y="376"/>
                  </a:lnTo>
                  <a:lnTo>
                    <a:pt x="768" y="404"/>
                  </a:lnTo>
                  <a:lnTo>
                    <a:pt x="770" y="433"/>
                  </a:lnTo>
                  <a:lnTo>
                    <a:pt x="770" y="463"/>
                  </a:lnTo>
                  <a:lnTo>
                    <a:pt x="770" y="493"/>
                  </a:lnTo>
                  <a:lnTo>
                    <a:pt x="224" y="493"/>
                  </a:lnTo>
                  <a:lnTo>
                    <a:pt x="225" y="517"/>
                  </a:lnTo>
                  <a:lnTo>
                    <a:pt x="228" y="539"/>
                  </a:lnTo>
                  <a:lnTo>
                    <a:pt x="232" y="559"/>
                  </a:lnTo>
                  <a:lnTo>
                    <a:pt x="238" y="579"/>
                  </a:lnTo>
                  <a:lnTo>
                    <a:pt x="245" y="597"/>
                  </a:lnTo>
                  <a:lnTo>
                    <a:pt x="254" y="614"/>
                  </a:lnTo>
                  <a:lnTo>
                    <a:pt x="265" y="629"/>
                  </a:lnTo>
                  <a:lnTo>
                    <a:pt x="277" y="643"/>
                  </a:lnTo>
                  <a:lnTo>
                    <a:pt x="289" y="656"/>
                  </a:lnTo>
                  <a:lnTo>
                    <a:pt x="303" y="667"/>
                  </a:lnTo>
                  <a:lnTo>
                    <a:pt x="317" y="676"/>
                  </a:lnTo>
                  <a:lnTo>
                    <a:pt x="334" y="684"/>
                  </a:lnTo>
                  <a:lnTo>
                    <a:pt x="350" y="690"/>
                  </a:lnTo>
                  <a:lnTo>
                    <a:pt x="366" y="695"/>
                  </a:lnTo>
                  <a:lnTo>
                    <a:pt x="384" y="697"/>
                  </a:lnTo>
                  <a:lnTo>
                    <a:pt x="402" y="698"/>
                  </a:lnTo>
                  <a:lnTo>
                    <a:pt x="415" y="697"/>
                  </a:lnTo>
                  <a:lnTo>
                    <a:pt x="427" y="696"/>
                  </a:lnTo>
                  <a:lnTo>
                    <a:pt x="439" y="694"/>
                  </a:lnTo>
                  <a:lnTo>
                    <a:pt x="450" y="690"/>
                  </a:lnTo>
                  <a:lnTo>
                    <a:pt x="460" y="687"/>
                  </a:lnTo>
                  <a:lnTo>
                    <a:pt x="470" y="682"/>
                  </a:lnTo>
                  <a:lnTo>
                    <a:pt x="480" y="676"/>
                  </a:lnTo>
                  <a:lnTo>
                    <a:pt x="488" y="670"/>
                  </a:lnTo>
                  <a:lnTo>
                    <a:pt x="497" y="663"/>
                  </a:lnTo>
                  <a:lnTo>
                    <a:pt x="505" y="654"/>
                  </a:lnTo>
                  <a:lnTo>
                    <a:pt x="512" y="644"/>
                  </a:lnTo>
                  <a:lnTo>
                    <a:pt x="520" y="634"/>
                  </a:lnTo>
                  <a:lnTo>
                    <a:pt x="526" y="622"/>
                  </a:lnTo>
                  <a:lnTo>
                    <a:pt x="531" y="609"/>
                  </a:lnTo>
                  <a:lnTo>
                    <a:pt x="537" y="595"/>
                  </a:lnTo>
                  <a:lnTo>
                    <a:pt x="541" y="580"/>
                  </a:lnTo>
                  <a:close/>
                  <a:moveTo>
                    <a:pt x="554" y="360"/>
                  </a:moveTo>
                  <a:lnTo>
                    <a:pt x="552" y="337"/>
                  </a:lnTo>
                  <a:lnTo>
                    <a:pt x="550" y="316"/>
                  </a:lnTo>
                  <a:lnTo>
                    <a:pt x="545" y="295"/>
                  </a:lnTo>
                  <a:lnTo>
                    <a:pt x="540" y="277"/>
                  </a:lnTo>
                  <a:lnTo>
                    <a:pt x="534" y="260"/>
                  </a:lnTo>
                  <a:lnTo>
                    <a:pt x="525" y="244"/>
                  </a:lnTo>
                  <a:lnTo>
                    <a:pt x="515" y="229"/>
                  </a:lnTo>
                  <a:lnTo>
                    <a:pt x="505" y="216"/>
                  </a:lnTo>
                  <a:lnTo>
                    <a:pt x="493" y="204"/>
                  </a:lnTo>
                  <a:lnTo>
                    <a:pt x="481" y="195"/>
                  </a:lnTo>
                  <a:lnTo>
                    <a:pt x="467" y="186"/>
                  </a:lnTo>
                  <a:lnTo>
                    <a:pt x="453" y="180"/>
                  </a:lnTo>
                  <a:lnTo>
                    <a:pt x="439" y="174"/>
                  </a:lnTo>
                  <a:lnTo>
                    <a:pt x="424" y="170"/>
                  </a:lnTo>
                  <a:lnTo>
                    <a:pt x="408" y="168"/>
                  </a:lnTo>
                  <a:lnTo>
                    <a:pt x="392" y="167"/>
                  </a:lnTo>
                  <a:lnTo>
                    <a:pt x="374" y="168"/>
                  </a:lnTo>
                  <a:lnTo>
                    <a:pt x="357" y="170"/>
                  </a:lnTo>
                  <a:lnTo>
                    <a:pt x="341" y="174"/>
                  </a:lnTo>
                  <a:lnTo>
                    <a:pt x="326" y="181"/>
                  </a:lnTo>
                  <a:lnTo>
                    <a:pt x="312" y="187"/>
                  </a:lnTo>
                  <a:lnTo>
                    <a:pt x="298" y="197"/>
                  </a:lnTo>
                  <a:lnTo>
                    <a:pt x="285" y="207"/>
                  </a:lnTo>
                  <a:lnTo>
                    <a:pt x="273" y="219"/>
                  </a:lnTo>
                  <a:lnTo>
                    <a:pt x="263" y="232"/>
                  </a:lnTo>
                  <a:lnTo>
                    <a:pt x="253" y="247"/>
                  </a:lnTo>
                  <a:lnTo>
                    <a:pt x="245" y="263"/>
                  </a:lnTo>
                  <a:lnTo>
                    <a:pt x="239" y="280"/>
                  </a:lnTo>
                  <a:lnTo>
                    <a:pt x="234" y="299"/>
                  </a:lnTo>
                  <a:lnTo>
                    <a:pt x="230" y="318"/>
                  </a:lnTo>
                  <a:lnTo>
                    <a:pt x="228" y="338"/>
                  </a:lnTo>
                  <a:lnTo>
                    <a:pt x="228" y="360"/>
                  </a:lnTo>
                  <a:lnTo>
                    <a:pt x="554" y="36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2" name="Freeform 17">
              <a:extLst>
                <a:ext uri="{FF2B5EF4-FFF2-40B4-BE49-F238E27FC236}">
                  <a16:creationId xmlns:a16="http://schemas.microsoft.com/office/drawing/2014/main" id="{6BE0890A-4611-08E6-D119-A49C2EFAC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3458"/>
              <a:ext cx="63" cy="77"/>
            </a:xfrm>
            <a:custGeom>
              <a:avLst/>
              <a:gdLst>
                <a:gd name="T0" fmla="*/ 0 w 752"/>
                <a:gd name="T1" fmla="*/ 0 h 842"/>
                <a:gd name="T2" fmla="*/ 0 w 752"/>
                <a:gd name="T3" fmla="*/ 0 h 842"/>
                <a:gd name="T4" fmla="*/ 0 w 752"/>
                <a:gd name="T5" fmla="*/ 0 h 842"/>
                <a:gd name="T6" fmla="*/ 0 w 752"/>
                <a:gd name="T7" fmla="*/ 0 h 842"/>
                <a:gd name="T8" fmla="*/ 0 w 752"/>
                <a:gd name="T9" fmla="*/ 0 h 842"/>
                <a:gd name="T10" fmla="*/ 0 w 752"/>
                <a:gd name="T11" fmla="*/ 0 h 842"/>
                <a:gd name="T12" fmla="*/ 0 w 752"/>
                <a:gd name="T13" fmla="*/ 0 h 842"/>
                <a:gd name="T14" fmla="*/ 0 w 752"/>
                <a:gd name="T15" fmla="*/ 0 h 842"/>
                <a:gd name="T16" fmla="*/ 0 w 752"/>
                <a:gd name="T17" fmla="*/ 0 h 842"/>
                <a:gd name="T18" fmla="*/ 0 w 752"/>
                <a:gd name="T19" fmla="*/ 0 h 842"/>
                <a:gd name="T20" fmla="*/ 0 w 752"/>
                <a:gd name="T21" fmla="*/ 0 h 842"/>
                <a:gd name="T22" fmla="*/ 0 w 752"/>
                <a:gd name="T23" fmla="*/ 0 h 842"/>
                <a:gd name="T24" fmla="*/ 0 w 752"/>
                <a:gd name="T25" fmla="*/ 0 h 842"/>
                <a:gd name="T26" fmla="*/ 0 w 752"/>
                <a:gd name="T27" fmla="*/ 0 h 842"/>
                <a:gd name="T28" fmla="*/ 0 w 752"/>
                <a:gd name="T29" fmla="*/ 0 h 842"/>
                <a:gd name="T30" fmla="*/ 0 w 752"/>
                <a:gd name="T31" fmla="*/ 0 h 842"/>
                <a:gd name="T32" fmla="*/ 0 w 752"/>
                <a:gd name="T33" fmla="*/ 0 h 842"/>
                <a:gd name="T34" fmla="*/ 0 w 752"/>
                <a:gd name="T35" fmla="*/ 0 h 842"/>
                <a:gd name="T36" fmla="*/ 0 w 752"/>
                <a:gd name="T37" fmla="*/ 0 h 842"/>
                <a:gd name="T38" fmla="*/ 0 w 752"/>
                <a:gd name="T39" fmla="*/ 0 h 842"/>
                <a:gd name="T40" fmla="*/ 0 w 752"/>
                <a:gd name="T41" fmla="*/ 0 h 842"/>
                <a:gd name="T42" fmla="*/ 0 w 752"/>
                <a:gd name="T43" fmla="*/ 0 h 842"/>
                <a:gd name="T44" fmla="*/ 0 w 752"/>
                <a:gd name="T45" fmla="*/ 0 h 842"/>
                <a:gd name="T46" fmla="*/ 0 w 752"/>
                <a:gd name="T47" fmla="*/ 0 h 842"/>
                <a:gd name="T48" fmla="*/ 0 w 752"/>
                <a:gd name="T49" fmla="*/ 0 h 842"/>
                <a:gd name="T50" fmla="*/ 0 w 752"/>
                <a:gd name="T51" fmla="*/ 0 h 842"/>
                <a:gd name="T52" fmla="*/ 0 w 752"/>
                <a:gd name="T53" fmla="*/ 0 h 842"/>
                <a:gd name="T54" fmla="*/ 0 w 752"/>
                <a:gd name="T55" fmla="*/ 0 h 842"/>
                <a:gd name="T56" fmla="*/ 0 w 752"/>
                <a:gd name="T57" fmla="*/ 0 h 842"/>
                <a:gd name="T58" fmla="*/ 0 w 752"/>
                <a:gd name="T59" fmla="*/ 0 h 842"/>
                <a:gd name="T60" fmla="*/ 0 w 752"/>
                <a:gd name="T61" fmla="*/ 0 h 842"/>
                <a:gd name="T62" fmla="*/ 0 w 752"/>
                <a:gd name="T63" fmla="*/ 0 h 842"/>
                <a:gd name="T64" fmla="*/ 0 w 752"/>
                <a:gd name="T65" fmla="*/ 0 h 842"/>
                <a:gd name="T66" fmla="*/ 0 w 752"/>
                <a:gd name="T67" fmla="*/ 0 h 842"/>
                <a:gd name="T68" fmla="*/ 0 w 752"/>
                <a:gd name="T69" fmla="*/ 0 h 842"/>
                <a:gd name="T70" fmla="*/ 0 w 752"/>
                <a:gd name="T71" fmla="*/ 0 h 842"/>
                <a:gd name="T72" fmla="*/ 0 w 752"/>
                <a:gd name="T73" fmla="*/ 0 h 842"/>
                <a:gd name="T74" fmla="*/ 0 w 752"/>
                <a:gd name="T75" fmla="*/ 0 h 842"/>
                <a:gd name="T76" fmla="*/ 0 w 752"/>
                <a:gd name="T77" fmla="*/ 0 h 842"/>
                <a:gd name="T78" fmla="*/ 0 w 752"/>
                <a:gd name="T79" fmla="*/ 0 h 842"/>
                <a:gd name="T80" fmla="*/ 0 w 752"/>
                <a:gd name="T81" fmla="*/ 0 h 842"/>
                <a:gd name="T82" fmla="*/ 0 w 752"/>
                <a:gd name="T83" fmla="*/ 0 h 842"/>
                <a:gd name="T84" fmla="*/ 0 w 752"/>
                <a:gd name="T85" fmla="*/ 0 h 842"/>
                <a:gd name="T86" fmla="*/ 0 w 752"/>
                <a:gd name="T87" fmla="*/ 0 h 842"/>
                <a:gd name="T88" fmla="*/ 0 w 752"/>
                <a:gd name="T89" fmla="*/ 0 h 842"/>
                <a:gd name="T90" fmla="*/ 0 w 752"/>
                <a:gd name="T91" fmla="*/ 0 h 842"/>
                <a:gd name="T92" fmla="*/ 0 w 752"/>
                <a:gd name="T93" fmla="*/ 0 h 842"/>
                <a:gd name="T94" fmla="*/ 0 w 752"/>
                <a:gd name="T95" fmla="*/ 0 h 842"/>
                <a:gd name="T96" fmla="*/ 0 w 752"/>
                <a:gd name="T97" fmla="*/ 0 h 842"/>
                <a:gd name="T98" fmla="*/ 0 w 752"/>
                <a:gd name="T99" fmla="*/ 0 h 842"/>
                <a:gd name="T100" fmla="*/ 0 w 752"/>
                <a:gd name="T101" fmla="*/ 0 h 8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52" h="842">
                  <a:moveTo>
                    <a:pt x="752" y="842"/>
                  </a:moveTo>
                  <a:lnTo>
                    <a:pt x="533" y="842"/>
                  </a:lnTo>
                  <a:lnTo>
                    <a:pt x="533" y="422"/>
                  </a:lnTo>
                  <a:lnTo>
                    <a:pt x="533" y="390"/>
                  </a:lnTo>
                  <a:lnTo>
                    <a:pt x="532" y="361"/>
                  </a:lnTo>
                  <a:lnTo>
                    <a:pt x="531" y="335"/>
                  </a:lnTo>
                  <a:lnTo>
                    <a:pt x="530" y="313"/>
                  </a:lnTo>
                  <a:lnTo>
                    <a:pt x="528" y="292"/>
                  </a:lnTo>
                  <a:lnTo>
                    <a:pt x="526" y="275"/>
                  </a:lnTo>
                  <a:lnTo>
                    <a:pt x="523" y="261"/>
                  </a:lnTo>
                  <a:lnTo>
                    <a:pt x="519" y="249"/>
                  </a:lnTo>
                  <a:lnTo>
                    <a:pt x="516" y="240"/>
                  </a:lnTo>
                  <a:lnTo>
                    <a:pt x="512" y="231"/>
                  </a:lnTo>
                  <a:lnTo>
                    <a:pt x="506" y="223"/>
                  </a:lnTo>
                  <a:lnTo>
                    <a:pt x="501" y="215"/>
                  </a:lnTo>
                  <a:lnTo>
                    <a:pt x="495" y="207"/>
                  </a:lnTo>
                  <a:lnTo>
                    <a:pt x="488" y="201"/>
                  </a:lnTo>
                  <a:lnTo>
                    <a:pt x="482" y="195"/>
                  </a:lnTo>
                  <a:lnTo>
                    <a:pt x="474" y="189"/>
                  </a:lnTo>
                  <a:lnTo>
                    <a:pt x="466" y="184"/>
                  </a:lnTo>
                  <a:lnTo>
                    <a:pt x="457" y="180"/>
                  </a:lnTo>
                  <a:lnTo>
                    <a:pt x="448" y="175"/>
                  </a:lnTo>
                  <a:lnTo>
                    <a:pt x="440" y="172"/>
                  </a:lnTo>
                  <a:lnTo>
                    <a:pt x="430" y="170"/>
                  </a:lnTo>
                  <a:lnTo>
                    <a:pt x="419" y="169"/>
                  </a:lnTo>
                  <a:lnTo>
                    <a:pt x="410" y="168"/>
                  </a:lnTo>
                  <a:lnTo>
                    <a:pt x="399" y="167"/>
                  </a:lnTo>
                  <a:lnTo>
                    <a:pt x="384" y="168"/>
                  </a:lnTo>
                  <a:lnTo>
                    <a:pt x="371" y="169"/>
                  </a:lnTo>
                  <a:lnTo>
                    <a:pt x="357" y="171"/>
                  </a:lnTo>
                  <a:lnTo>
                    <a:pt x="344" y="175"/>
                  </a:lnTo>
                  <a:lnTo>
                    <a:pt x="332" y="180"/>
                  </a:lnTo>
                  <a:lnTo>
                    <a:pt x="319" y="185"/>
                  </a:lnTo>
                  <a:lnTo>
                    <a:pt x="307" y="190"/>
                  </a:lnTo>
                  <a:lnTo>
                    <a:pt x="297" y="198"/>
                  </a:lnTo>
                  <a:lnTo>
                    <a:pt x="286" y="206"/>
                  </a:lnTo>
                  <a:lnTo>
                    <a:pt x="276" y="215"/>
                  </a:lnTo>
                  <a:lnTo>
                    <a:pt x="267" y="225"/>
                  </a:lnTo>
                  <a:lnTo>
                    <a:pt x="259" y="234"/>
                  </a:lnTo>
                  <a:lnTo>
                    <a:pt x="251" y="245"/>
                  </a:lnTo>
                  <a:lnTo>
                    <a:pt x="245" y="256"/>
                  </a:lnTo>
                  <a:lnTo>
                    <a:pt x="240" y="268"/>
                  </a:lnTo>
                  <a:lnTo>
                    <a:pt x="235" y="280"/>
                  </a:lnTo>
                  <a:lnTo>
                    <a:pt x="231" y="294"/>
                  </a:lnTo>
                  <a:lnTo>
                    <a:pt x="228" y="312"/>
                  </a:lnTo>
                  <a:lnTo>
                    <a:pt x="225" y="331"/>
                  </a:lnTo>
                  <a:lnTo>
                    <a:pt x="222" y="353"/>
                  </a:lnTo>
                  <a:lnTo>
                    <a:pt x="220" y="378"/>
                  </a:lnTo>
                  <a:lnTo>
                    <a:pt x="219" y="406"/>
                  </a:lnTo>
                  <a:lnTo>
                    <a:pt x="218" y="436"/>
                  </a:lnTo>
                  <a:lnTo>
                    <a:pt x="218" y="469"/>
                  </a:lnTo>
                  <a:lnTo>
                    <a:pt x="218" y="842"/>
                  </a:lnTo>
                  <a:lnTo>
                    <a:pt x="0" y="842"/>
                  </a:lnTo>
                  <a:lnTo>
                    <a:pt x="0" y="20"/>
                  </a:lnTo>
                  <a:lnTo>
                    <a:pt x="202" y="20"/>
                  </a:lnTo>
                  <a:lnTo>
                    <a:pt x="202" y="140"/>
                  </a:lnTo>
                  <a:lnTo>
                    <a:pt x="216" y="123"/>
                  </a:lnTo>
                  <a:lnTo>
                    <a:pt x="230" y="108"/>
                  </a:lnTo>
                  <a:lnTo>
                    <a:pt x="245" y="93"/>
                  </a:lnTo>
                  <a:lnTo>
                    <a:pt x="260" y="79"/>
                  </a:lnTo>
                  <a:lnTo>
                    <a:pt x="275" y="67"/>
                  </a:lnTo>
                  <a:lnTo>
                    <a:pt x="291" y="55"/>
                  </a:lnTo>
                  <a:lnTo>
                    <a:pt x="307" y="44"/>
                  </a:lnTo>
                  <a:lnTo>
                    <a:pt x="325" y="36"/>
                  </a:lnTo>
                  <a:lnTo>
                    <a:pt x="342" y="27"/>
                  </a:lnTo>
                  <a:lnTo>
                    <a:pt x="359" y="20"/>
                  </a:lnTo>
                  <a:lnTo>
                    <a:pt x="377" y="14"/>
                  </a:lnTo>
                  <a:lnTo>
                    <a:pt x="396" y="9"/>
                  </a:lnTo>
                  <a:lnTo>
                    <a:pt x="415" y="6"/>
                  </a:lnTo>
                  <a:lnTo>
                    <a:pt x="434" y="3"/>
                  </a:lnTo>
                  <a:lnTo>
                    <a:pt x="454" y="1"/>
                  </a:lnTo>
                  <a:lnTo>
                    <a:pt x="474" y="0"/>
                  </a:lnTo>
                  <a:lnTo>
                    <a:pt x="492" y="1"/>
                  </a:lnTo>
                  <a:lnTo>
                    <a:pt x="510" y="3"/>
                  </a:lnTo>
                  <a:lnTo>
                    <a:pt x="527" y="5"/>
                  </a:lnTo>
                  <a:lnTo>
                    <a:pt x="543" y="7"/>
                  </a:lnTo>
                  <a:lnTo>
                    <a:pt x="560" y="11"/>
                  </a:lnTo>
                  <a:lnTo>
                    <a:pt x="575" y="15"/>
                  </a:lnTo>
                  <a:lnTo>
                    <a:pt x="591" y="21"/>
                  </a:lnTo>
                  <a:lnTo>
                    <a:pt x="606" y="26"/>
                  </a:lnTo>
                  <a:lnTo>
                    <a:pt x="620" y="34"/>
                  </a:lnTo>
                  <a:lnTo>
                    <a:pt x="634" y="40"/>
                  </a:lnTo>
                  <a:lnTo>
                    <a:pt x="647" y="48"/>
                  </a:lnTo>
                  <a:lnTo>
                    <a:pt x="659" y="56"/>
                  </a:lnTo>
                  <a:lnTo>
                    <a:pt x="670" y="65"/>
                  </a:lnTo>
                  <a:lnTo>
                    <a:pt x="680" y="73"/>
                  </a:lnTo>
                  <a:lnTo>
                    <a:pt x="688" y="83"/>
                  </a:lnTo>
                  <a:lnTo>
                    <a:pt x="697" y="93"/>
                  </a:lnTo>
                  <a:lnTo>
                    <a:pt x="704" y="103"/>
                  </a:lnTo>
                  <a:lnTo>
                    <a:pt x="711" y="114"/>
                  </a:lnTo>
                  <a:lnTo>
                    <a:pt x="717" y="125"/>
                  </a:lnTo>
                  <a:lnTo>
                    <a:pt x="723" y="136"/>
                  </a:lnTo>
                  <a:lnTo>
                    <a:pt x="728" y="147"/>
                  </a:lnTo>
                  <a:lnTo>
                    <a:pt x="732" y="159"/>
                  </a:lnTo>
                  <a:lnTo>
                    <a:pt x="737" y="172"/>
                  </a:lnTo>
                  <a:lnTo>
                    <a:pt x="740" y="184"/>
                  </a:lnTo>
                  <a:lnTo>
                    <a:pt x="742" y="198"/>
                  </a:lnTo>
                  <a:lnTo>
                    <a:pt x="745" y="213"/>
                  </a:lnTo>
                  <a:lnTo>
                    <a:pt x="747" y="229"/>
                  </a:lnTo>
                  <a:lnTo>
                    <a:pt x="748" y="246"/>
                  </a:lnTo>
                  <a:lnTo>
                    <a:pt x="751" y="286"/>
                  </a:lnTo>
                  <a:lnTo>
                    <a:pt x="752" y="331"/>
                  </a:lnTo>
                  <a:lnTo>
                    <a:pt x="752" y="84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3" name="Freeform 18">
              <a:extLst>
                <a:ext uri="{FF2B5EF4-FFF2-40B4-BE49-F238E27FC236}">
                  <a16:creationId xmlns:a16="http://schemas.microsoft.com/office/drawing/2014/main" id="{FE051BCB-FAAC-B658-DC4A-0626AD9FDF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6" y="3458"/>
              <a:ext cx="64" cy="79"/>
            </a:xfrm>
            <a:custGeom>
              <a:avLst/>
              <a:gdLst>
                <a:gd name="T0" fmla="*/ 0 w 775"/>
                <a:gd name="T1" fmla="*/ 0 h 860"/>
                <a:gd name="T2" fmla="*/ 0 w 775"/>
                <a:gd name="T3" fmla="*/ 0 h 860"/>
                <a:gd name="T4" fmla="*/ 0 w 775"/>
                <a:gd name="T5" fmla="*/ 0 h 860"/>
                <a:gd name="T6" fmla="*/ 0 w 775"/>
                <a:gd name="T7" fmla="*/ 0 h 860"/>
                <a:gd name="T8" fmla="*/ 0 w 775"/>
                <a:gd name="T9" fmla="*/ 0 h 860"/>
                <a:gd name="T10" fmla="*/ 0 w 775"/>
                <a:gd name="T11" fmla="*/ 0 h 860"/>
                <a:gd name="T12" fmla="*/ 0 w 775"/>
                <a:gd name="T13" fmla="*/ 0 h 860"/>
                <a:gd name="T14" fmla="*/ 0 w 775"/>
                <a:gd name="T15" fmla="*/ 0 h 860"/>
                <a:gd name="T16" fmla="*/ 0 w 775"/>
                <a:gd name="T17" fmla="*/ 0 h 860"/>
                <a:gd name="T18" fmla="*/ 0 w 775"/>
                <a:gd name="T19" fmla="*/ 0 h 860"/>
                <a:gd name="T20" fmla="*/ 0 w 775"/>
                <a:gd name="T21" fmla="*/ 0 h 860"/>
                <a:gd name="T22" fmla="*/ 0 w 775"/>
                <a:gd name="T23" fmla="*/ 0 h 860"/>
                <a:gd name="T24" fmla="*/ 0 w 775"/>
                <a:gd name="T25" fmla="*/ 0 h 860"/>
                <a:gd name="T26" fmla="*/ 0 w 775"/>
                <a:gd name="T27" fmla="*/ 0 h 860"/>
                <a:gd name="T28" fmla="*/ 0 w 775"/>
                <a:gd name="T29" fmla="*/ 0 h 860"/>
                <a:gd name="T30" fmla="*/ 0 w 775"/>
                <a:gd name="T31" fmla="*/ 0 h 860"/>
                <a:gd name="T32" fmla="*/ 0 w 775"/>
                <a:gd name="T33" fmla="*/ 0 h 860"/>
                <a:gd name="T34" fmla="*/ 0 w 775"/>
                <a:gd name="T35" fmla="*/ 0 h 860"/>
                <a:gd name="T36" fmla="*/ 0 w 775"/>
                <a:gd name="T37" fmla="*/ 0 h 860"/>
                <a:gd name="T38" fmla="*/ 0 w 775"/>
                <a:gd name="T39" fmla="*/ 0 h 860"/>
                <a:gd name="T40" fmla="*/ 0 w 775"/>
                <a:gd name="T41" fmla="*/ 0 h 860"/>
                <a:gd name="T42" fmla="*/ 0 w 775"/>
                <a:gd name="T43" fmla="*/ 0 h 860"/>
                <a:gd name="T44" fmla="*/ 0 w 775"/>
                <a:gd name="T45" fmla="*/ 0 h 860"/>
                <a:gd name="T46" fmla="*/ 0 w 775"/>
                <a:gd name="T47" fmla="*/ 0 h 860"/>
                <a:gd name="T48" fmla="*/ 0 w 775"/>
                <a:gd name="T49" fmla="*/ 0 h 860"/>
                <a:gd name="T50" fmla="*/ 0 w 775"/>
                <a:gd name="T51" fmla="*/ 0 h 860"/>
                <a:gd name="T52" fmla="*/ 0 w 775"/>
                <a:gd name="T53" fmla="*/ 0 h 860"/>
                <a:gd name="T54" fmla="*/ 0 w 775"/>
                <a:gd name="T55" fmla="*/ 0 h 860"/>
                <a:gd name="T56" fmla="*/ 0 w 775"/>
                <a:gd name="T57" fmla="*/ 0 h 860"/>
                <a:gd name="T58" fmla="*/ 0 w 775"/>
                <a:gd name="T59" fmla="*/ 0 h 860"/>
                <a:gd name="T60" fmla="*/ 0 w 775"/>
                <a:gd name="T61" fmla="*/ 0 h 860"/>
                <a:gd name="T62" fmla="*/ 0 w 775"/>
                <a:gd name="T63" fmla="*/ 0 h 860"/>
                <a:gd name="T64" fmla="*/ 0 w 775"/>
                <a:gd name="T65" fmla="*/ 0 h 860"/>
                <a:gd name="T66" fmla="*/ 0 w 775"/>
                <a:gd name="T67" fmla="*/ 0 h 860"/>
                <a:gd name="T68" fmla="*/ 0 w 775"/>
                <a:gd name="T69" fmla="*/ 0 h 860"/>
                <a:gd name="T70" fmla="*/ 0 w 775"/>
                <a:gd name="T71" fmla="*/ 0 h 860"/>
                <a:gd name="T72" fmla="*/ 0 w 775"/>
                <a:gd name="T73" fmla="*/ 0 h 860"/>
                <a:gd name="T74" fmla="*/ 0 w 775"/>
                <a:gd name="T75" fmla="*/ 0 h 860"/>
                <a:gd name="T76" fmla="*/ 0 w 775"/>
                <a:gd name="T77" fmla="*/ 0 h 860"/>
                <a:gd name="T78" fmla="*/ 0 w 775"/>
                <a:gd name="T79" fmla="*/ 0 h 860"/>
                <a:gd name="T80" fmla="*/ 0 w 775"/>
                <a:gd name="T81" fmla="*/ 0 h 860"/>
                <a:gd name="T82" fmla="*/ 0 w 775"/>
                <a:gd name="T83" fmla="*/ 0 h 860"/>
                <a:gd name="T84" fmla="*/ 0 w 775"/>
                <a:gd name="T85" fmla="*/ 0 h 860"/>
                <a:gd name="T86" fmla="*/ 0 w 775"/>
                <a:gd name="T87" fmla="*/ 0 h 860"/>
                <a:gd name="T88" fmla="*/ 0 w 775"/>
                <a:gd name="T89" fmla="*/ 0 h 860"/>
                <a:gd name="T90" fmla="*/ 0 w 775"/>
                <a:gd name="T91" fmla="*/ 0 h 860"/>
                <a:gd name="T92" fmla="*/ 0 w 775"/>
                <a:gd name="T93" fmla="*/ 0 h 860"/>
                <a:gd name="T94" fmla="*/ 0 w 775"/>
                <a:gd name="T95" fmla="*/ 0 h 860"/>
                <a:gd name="T96" fmla="*/ 0 w 775"/>
                <a:gd name="T97" fmla="*/ 0 h 860"/>
                <a:gd name="T98" fmla="*/ 0 w 775"/>
                <a:gd name="T99" fmla="*/ 0 h 860"/>
                <a:gd name="T100" fmla="*/ 0 w 775"/>
                <a:gd name="T101" fmla="*/ 0 h 860"/>
                <a:gd name="T102" fmla="*/ 0 w 775"/>
                <a:gd name="T103" fmla="*/ 0 h 860"/>
                <a:gd name="T104" fmla="*/ 0 w 775"/>
                <a:gd name="T105" fmla="*/ 0 h 860"/>
                <a:gd name="T106" fmla="*/ 0 w 775"/>
                <a:gd name="T107" fmla="*/ 0 h 860"/>
                <a:gd name="T108" fmla="*/ 0 w 775"/>
                <a:gd name="T109" fmla="*/ 0 h 860"/>
                <a:gd name="T110" fmla="*/ 0 w 775"/>
                <a:gd name="T111" fmla="*/ 0 h 860"/>
                <a:gd name="T112" fmla="*/ 0 w 775"/>
                <a:gd name="T113" fmla="*/ 0 h 860"/>
                <a:gd name="T114" fmla="*/ 0 w 775"/>
                <a:gd name="T115" fmla="*/ 0 h 860"/>
                <a:gd name="T116" fmla="*/ 0 w 775"/>
                <a:gd name="T117" fmla="*/ 0 h 860"/>
                <a:gd name="T118" fmla="*/ 0 w 775"/>
                <a:gd name="T119" fmla="*/ 0 h 86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775" h="860">
                  <a:moveTo>
                    <a:pt x="221" y="270"/>
                  </a:moveTo>
                  <a:lnTo>
                    <a:pt x="23" y="234"/>
                  </a:lnTo>
                  <a:lnTo>
                    <a:pt x="33" y="205"/>
                  </a:lnTo>
                  <a:lnTo>
                    <a:pt x="43" y="179"/>
                  </a:lnTo>
                  <a:lnTo>
                    <a:pt x="49" y="166"/>
                  </a:lnTo>
                  <a:lnTo>
                    <a:pt x="55" y="154"/>
                  </a:lnTo>
                  <a:lnTo>
                    <a:pt x="62" y="142"/>
                  </a:lnTo>
                  <a:lnTo>
                    <a:pt x="68" y="130"/>
                  </a:lnTo>
                  <a:lnTo>
                    <a:pt x="76" y="119"/>
                  </a:lnTo>
                  <a:lnTo>
                    <a:pt x="83" y="110"/>
                  </a:lnTo>
                  <a:lnTo>
                    <a:pt x="92" y="100"/>
                  </a:lnTo>
                  <a:lnTo>
                    <a:pt x="100" y="91"/>
                  </a:lnTo>
                  <a:lnTo>
                    <a:pt x="109" y="82"/>
                  </a:lnTo>
                  <a:lnTo>
                    <a:pt x="119" y="73"/>
                  </a:lnTo>
                  <a:lnTo>
                    <a:pt x="128" y="66"/>
                  </a:lnTo>
                  <a:lnTo>
                    <a:pt x="138" y="58"/>
                  </a:lnTo>
                  <a:lnTo>
                    <a:pt x="149" y="51"/>
                  </a:lnTo>
                  <a:lnTo>
                    <a:pt x="159" y="44"/>
                  </a:lnTo>
                  <a:lnTo>
                    <a:pt x="171" y="39"/>
                  </a:lnTo>
                  <a:lnTo>
                    <a:pt x="184" y="33"/>
                  </a:lnTo>
                  <a:lnTo>
                    <a:pt x="197" y="28"/>
                  </a:lnTo>
                  <a:lnTo>
                    <a:pt x="210" y="23"/>
                  </a:lnTo>
                  <a:lnTo>
                    <a:pt x="224" y="19"/>
                  </a:lnTo>
                  <a:lnTo>
                    <a:pt x="239" y="15"/>
                  </a:lnTo>
                  <a:lnTo>
                    <a:pt x="255" y="11"/>
                  </a:lnTo>
                  <a:lnTo>
                    <a:pt x="270" y="9"/>
                  </a:lnTo>
                  <a:lnTo>
                    <a:pt x="287" y="6"/>
                  </a:lnTo>
                  <a:lnTo>
                    <a:pt x="305" y="5"/>
                  </a:lnTo>
                  <a:lnTo>
                    <a:pt x="341" y="1"/>
                  </a:lnTo>
                  <a:lnTo>
                    <a:pt x="380" y="0"/>
                  </a:lnTo>
                  <a:lnTo>
                    <a:pt x="415" y="1"/>
                  </a:lnTo>
                  <a:lnTo>
                    <a:pt x="449" y="3"/>
                  </a:lnTo>
                  <a:lnTo>
                    <a:pt x="479" y="6"/>
                  </a:lnTo>
                  <a:lnTo>
                    <a:pt x="508" y="9"/>
                  </a:lnTo>
                  <a:lnTo>
                    <a:pt x="534" y="14"/>
                  </a:lnTo>
                  <a:lnTo>
                    <a:pt x="557" y="20"/>
                  </a:lnTo>
                  <a:lnTo>
                    <a:pt x="579" y="27"/>
                  </a:lnTo>
                  <a:lnTo>
                    <a:pt x="597" y="35"/>
                  </a:lnTo>
                  <a:lnTo>
                    <a:pt x="614" y="44"/>
                  </a:lnTo>
                  <a:lnTo>
                    <a:pt x="630" y="54"/>
                  </a:lnTo>
                  <a:lnTo>
                    <a:pt x="646" y="64"/>
                  </a:lnTo>
                  <a:lnTo>
                    <a:pt x="658" y="74"/>
                  </a:lnTo>
                  <a:lnTo>
                    <a:pt x="670" y="85"/>
                  </a:lnTo>
                  <a:lnTo>
                    <a:pt x="681" y="97"/>
                  </a:lnTo>
                  <a:lnTo>
                    <a:pt x="690" y="110"/>
                  </a:lnTo>
                  <a:lnTo>
                    <a:pt x="698" y="123"/>
                  </a:lnTo>
                  <a:lnTo>
                    <a:pt x="705" y="138"/>
                  </a:lnTo>
                  <a:lnTo>
                    <a:pt x="711" y="155"/>
                  </a:lnTo>
                  <a:lnTo>
                    <a:pt x="715" y="175"/>
                  </a:lnTo>
                  <a:lnTo>
                    <a:pt x="720" y="198"/>
                  </a:lnTo>
                  <a:lnTo>
                    <a:pt x="723" y="224"/>
                  </a:lnTo>
                  <a:lnTo>
                    <a:pt x="725" y="253"/>
                  </a:lnTo>
                  <a:lnTo>
                    <a:pt x="726" y="284"/>
                  </a:lnTo>
                  <a:lnTo>
                    <a:pt x="727" y="318"/>
                  </a:lnTo>
                  <a:lnTo>
                    <a:pt x="725" y="571"/>
                  </a:lnTo>
                  <a:lnTo>
                    <a:pt x="725" y="622"/>
                  </a:lnTo>
                  <a:lnTo>
                    <a:pt x="727" y="666"/>
                  </a:lnTo>
                  <a:lnTo>
                    <a:pt x="729" y="685"/>
                  </a:lnTo>
                  <a:lnTo>
                    <a:pt x="731" y="702"/>
                  </a:lnTo>
                  <a:lnTo>
                    <a:pt x="733" y="717"/>
                  </a:lnTo>
                  <a:lnTo>
                    <a:pt x="736" y="731"/>
                  </a:lnTo>
                  <a:lnTo>
                    <a:pt x="741" y="758"/>
                  </a:lnTo>
                  <a:lnTo>
                    <a:pt x="751" y="785"/>
                  </a:lnTo>
                  <a:lnTo>
                    <a:pt x="762" y="813"/>
                  </a:lnTo>
                  <a:lnTo>
                    <a:pt x="775" y="842"/>
                  </a:lnTo>
                  <a:lnTo>
                    <a:pt x="558" y="842"/>
                  </a:lnTo>
                  <a:lnTo>
                    <a:pt x="554" y="830"/>
                  </a:lnTo>
                  <a:lnTo>
                    <a:pt x="549" y="815"/>
                  </a:lnTo>
                  <a:lnTo>
                    <a:pt x="543" y="798"/>
                  </a:lnTo>
                  <a:lnTo>
                    <a:pt x="538" y="777"/>
                  </a:lnTo>
                  <a:lnTo>
                    <a:pt x="534" y="761"/>
                  </a:lnTo>
                  <a:lnTo>
                    <a:pt x="530" y="752"/>
                  </a:lnTo>
                  <a:lnTo>
                    <a:pt x="515" y="766"/>
                  </a:lnTo>
                  <a:lnTo>
                    <a:pt x="501" y="777"/>
                  </a:lnTo>
                  <a:lnTo>
                    <a:pt x="487" y="789"/>
                  </a:lnTo>
                  <a:lnTo>
                    <a:pt x="472" y="799"/>
                  </a:lnTo>
                  <a:lnTo>
                    <a:pt x="457" y="810"/>
                  </a:lnTo>
                  <a:lnTo>
                    <a:pt x="442" y="818"/>
                  </a:lnTo>
                  <a:lnTo>
                    <a:pt x="426" y="826"/>
                  </a:lnTo>
                  <a:lnTo>
                    <a:pt x="410" y="833"/>
                  </a:lnTo>
                  <a:lnTo>
                    <a:pt x="395" y="840"/>
                  </a:lnTo>
                  <a:lnTo>
                    <a:pt x="378" y="845"/>
                  </a:lnTo>
                  <a:lnTo>
                    <a:pt x="362" y="849"/>
                  </a:lnTo>
                  <a:lnTo>
                    <a:pt x="344" y="854"/>
                  </a:lnTo>
                  <a:lnTo>
                    <a:pt x="327" y="857"/>
                  </a:lnTo>
                  <a:lnTo>
                    <a:pt x="310" y="859"/>
                  </a:lnTo>
                  <a:lnTo>
                    <a:pt x="293" y="860"/>
                  </a:lnTo>
                  <a:lnTo>
                    <a:pt x="275" y="860"/>
                  </a:lnTo>
                  <a:lnTo>
                    <a:pt x="258" y="860"/>
                  </a:lnTo>
                  <a:lnTo>
                    <a:pt x="243" y="859"/>
                  </a:lnTo>
                  <a:lnTo>
                    <a:pt x="228" y="858"/>
                  </a:lnTo>
                  <a:lnTo>
                    <a:pt x="214" y="856"/>
                  </a:lnTo>
                  <a:lnTo>
                    <a:pt x="200" y="854"/>
                  </a:lnTo>
                  <a:lnTo>
                    <a:pt x="186" y="850"/>
                  </a:lnTo>
                  <a:lnTo>
                    <a:pt x="173" y="847"/>
                  </a:lnTo>
                  <a:lnTo>
                    <a:pt x="161" y="843"/>
                  </a:lnTo>
                  <a:lnTo>
                    <a:pt x="149" y="839"/>
                  </a:lnTo>
                  <a:lnTo>
                    <a:pt x="137" y="833"/>
                  </a:lnTo>
                  <a:lnTo>
                    <a:pt x="125" y="828"/>
                  </a:lnTo>
                  <a:lnTo>
                    <a:pt x="114" y="821"/>
                  </a:lnTo>
                  <a:lnTo>
                    <a:pt x="104" y="815"/>
                  </a:lnTo>
                  <a:lnTo>
                    <a:pt x="93" y="807"/>
                  </a:lnTo>
                  <a:lnTo>
                    <a:pt x="83" y="800"/>
                  </a:lnTo>
                  <a:lnTo>
                    <a:pt x="74" y="791"/>
                  </a:lnTo>
                  <a:lnTo>
                    <a:pt x="65" y="783"/>
                  </a:lnTo>
                  <a:lnTo>
                    <a:pt x="57" y="774"/>
                  </a:lnTo>
                  <a:lnTo>
                    <a:pt x="49" y="764"/>
                  </a:lnTo>
                  <a:lnTo>
                    <a:pt x="42" y="755"/>
                  </a:lnTo>
                  <a:lnTo>
                    <a:pt x="36" y="745"/>
                  </a:lnTo>
                  <a:lnTo>
                    <a:pt x="29" y="734"/>
                  </a:lnTo>
                  <a:lnTo>
                    <a:pt x="24" y="724"/>
                  </a:lnTo>
                  <a:lnTo>
                    <a:pt x="19" y="713"/>
                  </a:lnTo>
                  <a:lnTo>
                    <a:pt x="14" y="702"/>
                  </a:lnTo>
                  <a:lnTo>
                    <a:pt x="11" y="691"/>
                  </a:lnTo>
                  <a:lnTo>
                    <a:pt x="8" y="680"/>
                  </a:lnTo>
                  <a:lnTo>
                    <a:pt x="6" y="668"/>
                  </a:lnTo>
                  <a:lnTo>
                    <a:pt x="3" y="655"/>
                  </a:lnTo>
                  <a:lnTo>
                    <a:pt x="1" y="643"/>
                  </a:lnTo>
                  <a:lnTo>
                    <a:pt x="1" y="630"/>
                  </a:lnTo>
                  <a:lnTo>
                    <a:pt x="0" y="617"/>
                  </a:lnTo>
                  <a:lnTo>
                    <a:pt x="1" y="600"/>
                  </a:lnTo>
                  <a:lnTo>
                    <a:pt x="2" y="583"/>
                  </a:lnTo>
                  <a:lnTo>
                    <a:pt x="6" y="567"/>
                  </a:lnTo>
                  <a:lnTo>
                    <a:pt x="9" y="551"/>
                  </a:lnTo>
                  <a:lnTo>
                    <a:pt x="13" y="536"/>
                  </a:lnTo>
                  <a:lnTo>
                    <a:pt x="20" y="521"/>
                  </a:lnTo>
                  <a:lnTo>
                    <a:pt x="26" y="507"/>
                  </a:lnTo>
                  <a:lnTo>
                    <a:pt x="34" y="493"/>
                  </a:lnTo>
                  <a:lnTo>
                    <a:pt x="42" y="479"/>
                  </a:lnTo>
                  <a:lnTo>
                    <a:pt x="52" y="467"/>
                  </a:lnTo>
                  <a:lnTo>
                    <a:pt x="63" y="455"/>
                  </a:lnTo>
                  <a:lnTo>
                    <a:pt x="74" y="445"/>
                  </a:lnTo>
                  <a:lnTo>
                    <a:pt x="86" y="435"/>
                  </a:lnTo>
                  <a:lnTo>
                    <a:pt x="99" y="425"/>
                  </a:lnTo>
                  <a:lnTo>
                    <a:pt x="113" y="417"/>
                  </a:lnTo>
                  <a:lnTo>
                    <a:pt x="127" y="409"/>
                  </a:lnTo>
                  <a:lnTo>
                    <a:pt x="143" y="402"/>
                  </a:lnTo>
                  <a:lnTo>
                    <a:pt x="161" y="395"/>
                  </a:lnTo>
                  <a:lnTo>
                    <a:pt x="180" y="389"/>
                  </a:lnTo>
                  <a:lnTo>
                    <a:pt x="201" y="382"/>
                  </a:lnTo>
                  <a:lnTo>
                    <a:pt x="224" y="376"/>
                  </a:lnTo>
                  <a:lnTo>
                    <a:pt x="248" y="370"/>
                  </a:lnTo>
                  <a:lnTo>
                    <a:pt x="273" y="364"/>
                  </a:lnTo>
                  <a:lnTo>
                    <a:pt x="301" y="359"/>
                  </a:lnTo>
                  <a:lnTo>
                    <a:pt x="338" y="351"/>
                  </a:lnTo>
                  <a:lnTo>
                    <a:pt x="371" y="345"/>
                  </a:lnTo>
                  <a:lnTo>
                    <a:pt x="402" y="337"/>
                  </a:lnTo>
                  <a:lnTo>
                    <a:pt x="430" y="331"/>
                  </a:lnTo>
                  <a:lnTo>
                    <a:pt x="455" y="324"/>
                  </a:lnTo>
                  <a:lnTo>
                    <a:pt x="478" y="318"/>
                  </a:lnTo>
                  <a:lnTo>
                    <a:pt x="497" y="312"/>
                  </a:lnTo>
                  <a:lnTo>
                    <a:pt x="513" y="305"/>
                  </a:lnTo>
                  <a:lnTo>
                    <a:pt x="513" y="284"/>
                  </a:lnTo>
                  <a:lnTo>
                    <a:pt x="512" y="269"/>
                  </a:lnTo>
                  <a:lnTo>
                    <a:pt x="511" y="255"/>
                  </a:lnTo>
                  <a:lnTo>
                    <a:pt x="508" y="242"/>
                  </a:lnTo>
                  <a:lnTo>
                    <a:pt x="505" y="230"/>
                  </a:lnTo>
                  <a:lnTo>
                    <a:pt x="500" y="219"/>
                  </a:lnTo>
                  <a:lnTo>
                    <a:pt x="495" y="210"/>
                  </a:lnTo>
                  <a:lnTo>
                    <a:pt x="490" y="201"/>
                  </a:lnTo>
                  <a:lnTo>
                    <a:pt x="482" y="194"/>
                  </a:lnTo>
                  <a:lnTo>
                    <a:pt x="473" y="187"/>
                  </a:lnTo>
                  <a:lnTo>
                    <a:pt x="463" y="182"/>
                  </a:lnTo>
                  <a:lnTo>
                    <a:pt x="451" y="177"/>
                  </a:lnTo>
                  <a:lnTo>
                    <a:pt x="437" y="174"/>
                  </a:lnTo>
                  <a:lnTo>
                    <a:pt x="422" y="171"/>
                  </a:lnTo>
                  <a:lnTo>
                    <a:pt x="405" y="169"/>
                  </a:lnTo>
                  <a:lnTo>
                    <a:pt x="385" y="168"/>
                  </a:lnTo>
                  <a:lnTo>
                    <a:pt x="365" y="167"/>
                  </a:lnTo>
                  <a:lnTo>
                    <a:pt x="351" y="168"/>
                  </a:lnTo>
                  <a:lnTo>
                    <a:pt x="337" y="169"/>
                  </a:lnTo>
                  <a:lnTo>
                    <a:pt x="325" y="170"/>
                  </a:lnTo>
                  <a:lnTo>
                    <a:pt x="313" y="173"/>
                  </a:lnTo>
                  <a:lnTo>
                    <a:pt x="301" y="176"/>
                  </a:lnTo>
                  <a:lnTo>
                    <a:pt x="292" y="180"/>
                  </a:lnTo>
                  <a:lnTo>
                    <a:pt x="282" y="185"/>
                  </a:lnTo>
                  <a:lnTo>
                    <a:pt x="273" y="190"/>
                  </a:lnTo>
                  <a:lnTo>
                    <a:pt x="266" y="197"/>
                  </a:lnTo>
                  <a:lnTo>
                    <a:pt x="258" y="203"/>
                  </a:lnTo>
                  <a:lnTo>
                    <a:pt x="251" y="212"/>
                  </a:lnTo>
                  <a:lnTo>
                    <a:pt x="244" y="221"/>
                  </a:lnTo>
                  <a:lnTo>
                    <a:pt x="238" y="232"/>
                  </a:lnTo>
                  <a:lnTo>
                    <a:pt x="231" y="244"/>
                  </a:lnTo>
                  <a:lnTo>
                    <a:pt x="226" y="257"/>
                  </a:lnTo>
                  <a:lnTo>
                    <a:pt x="221" y="270"/>
                  </a:lnTo>
                  <a:close/>
                  <a:moveTo>
                    <a:pt x="513" y="447"/>
                  </a:moveTo>
                  <a:lnTo>
                    <a:pt x="489" y="454"/>
                  </a:lnTo>
                  <a:lnTo>
                    <a:pt x="458" y="462"/>
                  </a:lnTo>
                  <a:lnTo>
                    <a:pt x="423" y="470"/>
                  </a:lnTo>
                  <a:lnTo>
                    <a:pt x="380" y="480"/>
                  </a:lnTo>
                  <a:lnTo>
                    <a:pt x="339" y="490"/>
                  </a:lnTo>
                  <a:lnTo>
                    <a:pt x="305" y="499"/>
                  </a:lnTo>
                  <a:lnTo>
                    <a:pt x="292" y="504"/>
                  </a:lnTo>
                  <a:lnTo>
                    <a:pt x="279" y="509"/>
                  </a:lnTo>
                  <a:lnTo>
                    <a:pt x="269" y="513"/>
                  </a:lnTo>
                  <a:lnTo>
                    <a:pt x="262" y="518"/>
                  </a:lnTo>
                  <a:lnTo>
                    <a:pt x="251" y="526"/>
                  </a:lnTo>
                  <a:lnTo>
                    <a:pt x="242" y="534"/>
                  </a:lnTo>
                  <a:lnTo>
                    <a:pt x="236" y="543"/>
                  </a:lnTo>
                  <a:lnTo>
                    <a:pt x="229" y="552"/>
                  </a:lnTo>
                  <a:lnTo>
                    <a:pt x="225" y="562"/>
                  </a:lnTo>
                  <a:lnTo>
                    <a:pt x="222" y="572"/>
                  </a:lnTo>
                  <a:lnTo>
                    <a:pt x="220" y="583"/>
                  </a:lnTo>
                  <a:lnTo>
                    <a:pt x="219" y="595"/>
                  </a:lnTo>
                  <a:lnTo>
                    <a:pt x="220" y="606"/>
                  </a:lnTo>
                  <a:lnTo>
                    <a:pt x="221" y="616"/>
                  </a:lnTo>
                  <a:lnTo>
                    <a:pt x="224" y="627"/>
                  </a:lnTo>
                  <a:lnTo>
                    <a:pt x="227" y="637"/>
                  </a:lnTo>
                  <a:lnTo>
                    <a:pt x="233" y="647"/>
                  </a:lnTo>
                  <a:lnTo>
                    <a:pt x="238" y="656"/>
                  </a:lnTo>
                  <a:lnTo>
                    <a:pt x="244" y="665"/>
                  </a:lnTo>
                  <a:lnTo>
                    <a:pt x="253" y="673"/>
                  </a:lnTo>
                  <a:lnTo>
                    <a:pt x="262" y="682"/>
                  </a:lnTo>
                  <a:lnTo>
                    <a:pt x="271" y="688"/>
                  </a:lnTo>
                  <a:lnTo>
                    <a:pt x="281" y="694"/>
                  </a:lnTo>
                  <a:lnTo>
                    <a:pt x="292" y="699"/>
                  </a:lnTo>
                  <a:lnTo>
                    <a:pt x="302" y="702"/>
                  </a:lnTo>
                  <a:lnTo>
                    <a:pt x="314" y="704"/>
                  </a:lnTo>
                  <a:lnTo>
                    <a:pt x="327" y="707"/>
                  </a:lnTo>
                  <a:lnTo>
                    <a:pt x="340" y="707"/>
                  </a:lnTo>
                  <a:lnTo>
                    <a:pt x="354" y="707"/>
                  </a:lnTo>
                  <a:lnTo>
                    <a:pt x="369" y="704"/>
                  </a:lnTo>
                  <a:lnTo>
                    <a:pt x="383" y="701"/>
                  </a:lnTo>
                  <a:lnTo>
                    <a:pt x="397" y="697"/>
                  </a:lnTo>
                  <a:lnTo>
                    <a:pt x="411" y="691"/>
                  </a:lnTo>
                  <a:lnTo>
                    <a:pt x="425" y="685"/>
                  </a:lnTo>
                  <a:lnTo>
                    <a:pt x="439" y="678"/>
                  </a:lnTo>
                  <a:lnTo>
                    <a:pt x="452" y="668"/>
                  </a:lnTo>
                  <a:lnTo>
                    <a:pt x="462" y="660"/>
                  </a:lnTo>
                  <a:lnTo>
                    <a:pt x="470" y="653"/>
                  </a:lnTo>
                  <a:lnTo>
                    <a:pt x="478" y="644"/>
                  </a:lnTo>
                  <a:lnTo>
                    <a:pt x="485" y="636"/>
                  </a:lnTo>
                  <a:lnTo>
                    <a:pt x="492" y="626"/>
                  </a:lnTo>
                  <a:lnTo>
                    <a:pt x="496" y="616"/>
                  </a:lnTo>
                  <a:lnTo>
                    <a:pt x="500" y="607"/>
                  </a:lnTo>
                  <a:lnTo>
                    <a:pt x="505" y="596"/>
                  </a:lnTo>
                  <a:lnTo>
                    <a:pt x="508" y="579"/>
                  </a:lnTo>
                  <a:lnTo>
                    <a:pt x="511" y="556"/>
                  </a:lnTo>
                  <a:lnTo>
                    <a:pt x="512" y="526"/>
                  </a:lnTo>
                  <a:lnTo>
                    <a:pt x="513" y="490"/>
                  </a:lnTo>
                  <a:lnTo>
                    <a:pt x="513" y="44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4" name="Freeform 19">
              <a:extLst>
                <a:ext uri="{FF2B5EF4-FFF2-40B4-BE49-F238E27FC236}">
                  <a16:creationId xmlns:a16="http://schemas.microsoft.com/office/drawing/2014/main" id="{BDC237CC-EA17-5265-F296-55022C38A2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" y="3458"/>
              <a:ext cx="71" cy="79"/>
            </a:xfrm>
            <a:custGeom>
              <a:avLst/>
              <a:gdLst>
                <a:gd name="T0" fmla="*/ 0 w 851"/>
                <a:gd name="T1" fmla="*/ 0 h 860"/>
                <a:gd name="T2" fmla="*/ 0 w 851"/>
                <a:gd name="T3" fmla="*/ 0 h 860"/>
                <a:gd name="T4" fmla="*/ 0 w 851"/>
                <a:gd name="T5" fmla="*/ 0 h 860"/>
                <a:gd name="T6" fmla="*/ 0 w 851"/>
                <a:gd name="T7" fmla="*/ 0 h 860"/>
                <a:gd name="T8" fmla="*/ 0 w 851"/>
                <a:gd name="T9" fmla="*/ 0 h 860"/>
                <a:gd name="T10" fmla="*/ 0 w 851"/>
                <a:gd name="T11" fmla="*/ 0 h 860"/>
                <a:gd name="T12" fmla="*/ 0 w 851"/>
                <a:gd name="T13" fmla="*/ 0 h 860"/>
                <a:gd name="T14" fmla="*/ 0 w 851"/>
                <a:gd name="T15" fmla="*/ 0 h 860"/>
                <a:gd name="T16" fmla="*/ 0 w 851"/>
                <a:gd name="T17" fmla="*/ 0 h 860"/>
                <a:gd name="T18" fmla="*/ 0 w 851"/>
                <a:gd name="T19" fmla="*/ 0 h 860"/>
                <a:gd name="T20" fmla="*/ 0 w 851"/>
                <a:gd name="T21" fmla="*/ 0 h 860"/>
                <a:gd name="T22" fmla="*/ 0 w 851"/>
                <a:gd name="T23" fmla="*/ 0 h 860"/>
                <a:gd name="T24" fmla="*/ 0 w 851"/>
                <a:gd name="T25" fmla="*/ 0 h 860"/>
                <a:gd name="T26" fmla="*/ 0 w 851"/>
                <a:gd name="T27" fmla="*/ 0 h 860"/>
                <a:gd name="T28" fmla="*/ 0 w 851"/>
                <a:gd name="T29" fmla="*/ 0 h 860"/>
                <a:gd name="T30" fmla="*/ 0 w 851"/>
                <a:gd name="T31" fmla="*/ 0 h 860"/>
                <a:gd name="T32" fmla="*/ 0 w 851"/>
                <a:gd name="T33" fmla="*/ 0 h 860"/>
                <a:gd name="T34" fmla="*/ 0 w 851"/>
                <a:gd name="T35" fmla="*/ 0 h 860"/>
                <a:gd name="T36" fmla="*/ 0 w 851"/>
                <a:gd name="T37" fmla="*/ 0 h 860"/>
                <a:gd name="T38" fmla="*/ 0 w 851"/>
                <a:gd name="T39" fmla="*/ 0 h 860"/>
                <a:gd name="T40" fmla="*/ 0 w 851"/>
                <a:gd name="T41" fmla="*/ 0 h 860"/>
                <a:gd name="T42" fmla="*/ 0 w 851"/>
                <a:gd name="T43" fmla="*/ 0 h 860"/>
                <a:gd name="T44" fmla="*/ 0 w 851"/>
                <a:gd name="T45" fmla="*/ 0 h 860"/>
                <a:gd name="T46" fmla="*/ 0 w 851"/>
                <a:gd name="T47" fmla="*/ 0 h 860"/>
                <a:gd name="T48" fmla="*/ 0 w 851"/>
                <a:gd name="T49" fmla="*/ 0 h 860"/>
                <a:gd name="T50" fmla="*/ 0 w 851"/>
                <a:gd name="T51" fmla="*/ 0 h 860"/>
                <a:gd name="T52" fmla="*/ 0 w 851"/>
                <a:gd name="T53" fmla="*/ 0 h 860"/>
                <a:gd name="T54" fmla="*/ 0 w 851"/>
                <a:gd name="T55" fmla="*/ 0 h 860"/>
                <a:gd name="T56" fmla="*/ 0 w 851"/>
                <a:gd name="T57" fmla="*/ 0 h 860"/>
                <a:gd name="T58" fmla="*/ 0 w 851"/>
                <a:gd name="T59" fmla="*/ 0 h 860"/>
                <a:gd name="T60" fmla="*/ 0 w 851"/>
                <a:gd name="T61" fmla="*/ 0 h 860"/>
                <a:gd name="T62" fmla="*/ 0 w 851"/>
                <a:gd name="T63" fmla="*/ 0 h 860"/>
                <a:gd name="T64" fmla="*/ 0 w 851"/>
                <a:gd name="T65" fmla="*/ 0 h 860"/>
                <a:gd name="T66" fmla="*/ 0 w 851"/>
                <a:gd name="T67" fmla="*/ 0 h 860"/>
                <a:gd name="T68" fmla="*/ 0 w 851"/>
                <a:gd name="T69" fmla="*/ 0 h 860"/>
                <a:gd name="T70" fmla="*/ 0 w 851"/>
                <a:gd name="T71" fmla="*/ 0 h 860"/>
                <a:gd name="T72" fmla="*/ 0 w 851"/>
                <a:gd name="T73" fmla="*/ 0 h 860"/>
                <a:gd name="T74" fmla="*/ 0 w 851"/>
                <a:gd name="T75" fmla="*/ 0 h 860"/>
                <a:gd name="T76" fmla="*/ 0 w 851"/>
                <a:gd name="T77" fmla="*/ 0 h 860"/>
                <a:gd name="T78" fmla="*/ 0 w 851"/>
                <a:gd name="T79" fmla="*/ 0 h 860"/>
                <a:gd name="T80" fmla="*/ 0 w 851"/>
                <a:gd name="T81" fmla="*/ 0 h 860"/>
                <a:gd name="T82" fmla="*/ 0 w 851"/>
                <a:gd name="T83" fmla="*/ 0 h 860"/>
                <a:gd name="T84" fmla="*/ 0 w 851"/>
                <a:gd name="T85" fmla="*/ 0 h 860"/>
                <a:gd name="T86" fmla="*/ 0 w 851"/>
                <a:gd name="T87" fmla="*/ 0 h 860"/>
                <a:gd name="T88" fmla="*/ 0 w 851"/>
                <a:gd name="T89" fmla="*/ 0 h 860"/>
                <a:gd name="T90" fmla="*/ 0 w 851"/>
                <a:gd name="T91" fmla="*/ 0 h 860"/>
                <a:gd name="T92" fmla="*/ 0 w 851"/>
                <a:gd name="T93" fmla="*/ 0 h 860"/>
                <a:gd name="T94" fmla="*/ 0 w 851"/>
                <a:gd name="T95" fmla="*/ 0 h 860"/>
                <a:gd name="T96" fmla="*/ 0 w 851"/>
                <a:gd name="T97" fmla="*/ 0 h 860"/>
                <a:gd name="T98" fmla="*/ 0 w 851"/>
                <a:gd name="T99" fmla="*/ 0 h 860"/>
                <a:gd name="T100" fmla="*/ 0 w 851"/>
                <a:gd name="T101" fmla="*/ 0 h 860"/>
                <a:gd name="T102" fmla="*/ 0 w 851"/>
                <a:gd name="T103" fmla="*/ 0 h 860"/>
                <a:gd name="T104" fmla="*/ 0 w 851"/>
                <a:gd name="T105" fmla="*/ 0 h 860"/>
                <a:gd name="T106" fmla="*/ 0 w 851"/>
                <a:gd name="T107" fmla="*/ 0 h 86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51" h="860">
                  <a:moveTo>
                    <a:pt x="0" y="419"/>
                  </a:moveTo>
                  <a:lnTo>
                    <a:pt x="1" y="392"/>
                  </a:lnTo>
                  <a:lnTo>
                    <a:pt x="3" y="365"/>
                  </a:lnTo>
                  <a:lnTo>
                    <a:pt x="8" y="338"/>
                  </a:lnTo>
                  <a:lnTo>
                    <a:pt x="14" y="313"/>
                  </a:lnTo>
                  <a:lnTo>
                    <a:pt x="22" y="286"/>
                  </a:lnTo>
                  <a:lnTo>
                    <a:pt x="30" y="260"/>
                  </a:lnTo>
                  <a:lnTo>
                    <a:pt x="41" y="234"/>
                  </a:lnTo>
                  <a:lnTo>
                    <a:pt x="54" y="209"/>
                  </a:lnTo>
                  <a:lnTo>
                    <a:pt x="68" y="184"/>
                  </a:lnTo>
                  <a:lnTo>
                    <a:pt x="83" y="161"/>
                  </a:lnTo>
                  <a:lnTo>
                    <a:pt x="100" y="140"/>
                  </a:lnTo>
                  <a:lnTo>
                    <a:pt x="118" y="119"/>
                  </a:lnTo>
                  <a:lnTo>
                    <a:pt x="138" y="101"/>
                  </a:lnTo>
                  <a:lnTo>
                    <a:pt x="159" y="84"/>
                  </a:lnTo>
                  <a:lnTo>
                    <a:pt x="182" y="68"/>
                  </a:lnTo>
                  <a:lnTo>
                    <a:pt x="205" y="54"/>
                  </a:lnTo>
                  <a:lnTo>
                    <a:pt x="230" y="42"/>
                  </a:lnTo>
                  <a:lnTo>
                    <a:pt x="256" y="30"/>
                  </a:lnTo>
                  <a:lnTo>
                    <a:pt x="282" y="22"/>
                  </a:lnTo>
                  <a:lnTo>
                    <a:pt x="310" y="14"/>
                  </a:lnTo>
                  <a:lnTo>
                    <a:pt x="337" y="8"/>
                  </a:lnTo>
                  <a:lnTo>
                    <a:pt x="366" y="4"/>
                  </a:lnTo>
                  <a:lnTo>
                    <a:pt x="395" y="1"/>
                  </a:lnTo>
                  <a:lnTo>
                    <a:pt x="425" y="0"/>
                  </a:lnTo>
                  <a:lnTo>
                    <a:pt x="447" y="1"/>
                  </a:lnTo>
                  <a:lnTo>
                    <a:pt x="470" y="3"/>
                  </a:lnTo>
                  <a:lnTo>
                    <a:pt x="493" y="5"/>
                  </a:lnTo>
                  <a:lnTo>
                    <a:pt x="514" y="8"/>
                  </a:lnTo>
                  <a:lnTo>
                    <a:pt x="535" y="12"/>
                  </a:lnTo>
                  <a:lnTo>
                    <a:pt x="556" y="18"/>
                  </a:lnTo>
                  <a:lnTo>
                    <a:pt x="575" y="24"/>
                  </a:lnTo>
                  <a:lnTo>
                    <a:pt x="595" y="30"/>
                  </a:lnTo>
                  <a:lnTo>
                    <a:pt x="614" y="39"/>
                  </a:lnTo>
                  <a:lnTo>
                    <a:pt x="632" y="48"/>
                  </a:lnTo>
                  <a:lnTo>
                    <a:pt x="650" y="58"/>
                  </a:lnTo>
                  <a:lnTo>
                    <a:pt x="667" y="69"/>
                  </a:lnTo>
                  <a:lnTo>
                    <a:pt x="684" y="81"/>
                  </a:lnTo>
                  <a:lnTo>
                    <a:pt x="700" y="94"/>
                  </a:lnTo>
                  <a:lnTo>
                    <a:pt x="716" y="108"/>
                  </a:lnTo>
                  <a:lnTo>
                    <a:pt x="731" y="122"/>
                  </a:lnTo>
                  <a:lnTo>
                    <a:pt x="746" y="138"/>
                  </a:lnTo>
                  <a:lnTo>
                    <a:pt x="759" y="153"/>
                  </a:lnTo>
                  <a:lnTo>
                    <a:pt x="772" y="170"/>
                  </a:lnTo>
                  <a:lnTo>
                    <a:pt x="784" y="186"/>
                  </a:lnTo>
                  <a:lnTo>
                    <a:pt x="795" y="204"/>
                  </a:lnTo>
                  <a:lnTo>
                    <a:pt x="805" y="221"/>
                  </a:lnTo>
                  <a:lnTo>
                    <a:pt x="813" y="241"/>
                  </a:lnTo>
                  <a:lnTo>
                    <a:pt x="821" y="259"/>
                  </a:lnTo>
                  <a:lnTo>
                    <a:pt x="828" y="278"/>
                  </a:lnTo>
                  <a:lnTo>
                    <a:pt x="835" y="299"/>
                  </a:lnTo>
                  <a:lnTo>
                    <a:pt x="839" y="319"/>
                  </a:lnTo>
                  <a:lnTo>
                    <a:pt x="843" y="339"/>
                  </a:lnTo>
                  <a:lnTo>
                    <a:pt x="846" y="361"/>
                  </a:lnTo>
                  <a:lnTo>
                    <a:pt x="849" y="383"/>
                  </a:lnTo>
                  <a:lnTo>
                    <a:pt x="851" y="405"/>
                  </a:lnTo>
                  <a:lnTo>
                    <a:pt x="851" y="429"/>
                  </a:lnTo>
                  <a:lnTo>
                    <a:pt x="851" y="451"/>
                  </a:lnTo>
                  <a:lnTo>
                    <a:pt x="849" y="474"/>
                  </a:lnTo>
                  <a:lnTo>
                    <a:pt x="846" y="496"/>
                  </a:lnTo>
                  <a:lnTo>
                    <a:pt x="843" y="518"/>
                  </a:lnTo>
                  <a:lnTo>
                    <a:pt x="839" y="539"/>
                  </a:lnTo>
                  <a:lnTo>
                    <a:pt x="834" y="559"/>
                  </a:lnTo>
                  <a:lnTo>
                    <a:pt x="828" y="579"/>
                  </a:lnTo>
                  <a:lnTo>
                    <a:pt x="821" y="599"/>
                  </a:lnTo>
                  <a:lnTo>
                    <a:pt x="813" y="617"/>
                  </a:lnTo>
                  <a:lnTo>
                    <a:pt x="803" y="637"/>
                  </a:lnTo>
                  <a:lnTo>
                    <a:pt x="794" y="655"/>
                  </a:lnTo>
                  <a:lnTo>
                    <a:pt x="783" y="672"/>
                  </a:lnTo>
                  <a:lnTo>
                    <a:pt x="771" y="689"/>
                  </a:lnTo>
                  <a:lnTo>
                    <a:pt x="758" y="705"/>
                  </a:lnTo>
                  <a:lnTo>
                    <a:pt x="745" y="722"/>
                  </a:lnTo>
                  <a:lnTo>
                    <a:pt x="730" y="738"/>
                  </a:lnTo>
                  <a:lnTo>
                    <a:pt x="715" y="753"/>
                  </a:lnTo>
                  <a:lnTo>
                    <a:pt x="699" y="767"/>
                  </a:lnTo>
                  <a:lnTo>
                    <a:pt x="683" y="779"/>
                  </a:lnTo>
                  <a:lnTo>
                    <a:pt x="666" y="791"/>
                  </a:lnTo>
                  <a:lnTo>
                    <a:pt x="649" y="802"/>
                  </a:lnTo>
                  <a:lnTo>
                    <a:pt x="631" y="813"/>
                  </a:lnTo>
                  <a:lnTo>
                    <a:pt x="613" y="821"/>
                  </a:lnTo>
                  <a:lnTo>
                    <a:pt x="594" y="830"/>
                  </a:lnTo>
                  <a:lnTo>
                    <a:pt x="574" y="836"/>
                  </a:lnTo>
                  <a:lnTo>
                    <a:pt x="555" y="843"/>
                  </a:lnTo>
                  <a:lnTo>
                    <a:pt x="535" y="848"/>
                  </a:lnTo>
                  <a:lnTo>
                    <a:pt x="514" y="852"/>
                  </a:lnTo>
                  <a:lnTo>
                    <a:pt x="493" y="856"/>
                  </a:lnTo>
                  <a:lnTo>
                    <a:pt x="471" y="859"/>
                  </a:lnTo>
                  <a:lnTo>
                    <a:pt x="450" y="860"/>
                  </a:lnTo>
                  <a:lnTo>
                    <a:pt x="426" y="860"/>
                  </a:lnTo>
                  <a:lnTo>
                    <a:pt x="398" y="860"/>
                  </a:lnTo>
                  <a:lnTo>
                    <a:pt x="370" y="857"/>
                  </a:lnTo>
                  <a:lnTo>
                    <a:pt x="343" y="854"/>
                  </a:lnTo>
                  <a:lnTo>
                    <a:pt x="315" y="847"/>
                  </a:lnTo>
                  <a:lnTo>
                    <a:pt x="288" y="841"/>
                  </a:lnTo>
                  <a:lnTo>
                    <a:pt x="262" y="832"/>
                  </a:lnTo>
                  <a:lnTo>
                    <a:pt x="236" y="821"/>
                  </a:lnTo>
                  <a:lnTo>
                    <a:pt x="210" y="810"/>
                  </a:lnTo>
                  <a:lnTo>
                    <a:pt x="185" y="796"/>
                  </a:lnTo>
                  <a:lnTo>
                    <a:pt x="161" y="781"/>
                  </a:lnTo>
                  <a:lnTo>
                    <a:pt x="151" y="773"/>
                  </a:lnTo>
                  <a:lnTo>
                    <a:pt x="140" y="764"/>
                  </a:lnTo>
                  <a:lnTo>
                    <a:pt x="129" y="756"/>
                  </a:lnTo>
                  <a:lnTo>
                    <a:pt x="119" y="746"/>
                  </a:lnTo>
                  <a:lnTo>
                    <a:pt x="110" y="737"/>
                  </a:lnTo>
                  <a:lnTo>
                    <a:pt x="101" y="727"/>
                  </a:lnTo>
                  <a:lnTo>
                    <a:pt x="91" y="716"/>
                  </a:lnTo>
                  <a:lnTo>
                    <a:pt x="84" y="705"/>
                  </a:lnTo>
                  <a:lnTo>
                    <a:pt x="68" y="683"/>
                  </a:lnTo>
                  <a:lnTo>
                    <a:pt x="54" y="659"/>
                  </a:lnTo>
                  <a:lnTo>
                    <a:pt x="41" y="634"/>
                  </a:lnTo>
                  <a:lnTo>
                    <a:pt x="30" y="608"/>
                  </a:lnTo>
                  <a:lnTo>
                    <a:pt x="22" y="579"/>
                  </a:lnTo>
                  <a:lnTo>
                    <a:pt x="14" y="550"/>
                  </a:lnTo>
                  <a:lnTo>
                    <a:pt x="8" y="519"/>
                  </a:lnTo>
                  <a:lnTo>
                    <a:pt x="3" y="487"/>
                  </a:lnTo>
                  <a:lnTo>
                    <a:pt x="1" y="453"/>
                  </a:lnTo>
                  <a:lnTo>
                    <a:pt x="0" y="419"/>
                  </a:lnTo>
                  <a:close/>
                  <a:moveTo>
                    <a:pt x="224" y="431"/>
                  </a:moveTo>
                  <a:lnTo>
                    <a:pt x="225" y="460"/>
                  </a:lnTo>
                  <a:lnTo>
                    <a:pt x="227" y="488"/>
                  </a:lnTo>
                  <a:lnTo>
                    <a:pt x="229" y="502"/>
                  </a:lnTo>
                  <a:lnTo>
                    <a:pt x="232" y="514"/>
                  </a:lnTo>
                  <a:lnTo>
                    <a:pt x="234" y="526"/>
                  </a:lnTo>
                  <a:lnTo>
                    <a:pt x="239" y="538"/>
                  </a:lnTo>
                  <a:lnTo>
                    <a:pt x="242" y="550"/>
                  </a:lnTo>
                  <a:lnTo>
                    <a:pt x="246" y="561"/>
                  </a:lnTo>
                  <a:lnTo>
                    <a:pt x="252" y="571"/>
                  </a:lnTo>
                  <a:lnTo>
                    <a:pt x="256" y="582"/>
                  </a:lnTo>
                  <a:lnTo>
                    <a:pt x="262" y="592"/>
                  </a:lnTo>
                  <a:lnTo>
                    <a:pt x="268" y="600"/>
                  </a:lnTo>
                  <a:lnTo>
                    <a:pt x="275" y="610"/>
                  </a:lnTo>
                  <a:lnTo>
                    <a:pt x="282" y="617"/>
                  </a:lnTo>
                  <a:lnTo>
                    <a:pt x="297" y="634"/>
                  </a:lnTo>
                  <a:lnTo>
                    <a:pt x="313" y="646"/>
                  </a:lnTo>
                  <a:lnTo>
                    <a:pt x="321" y="652"/>
                  </a:lnTo>
                  <a:lnTo>
                    <a:pt x="329" y="657"/>
                  </a:lnTo>
                  <a:lnTo>
                    <a:pt x="338" y="663"/>
                  </a:lnTo>
                  <a:lnTo>
                    <a:pt x="347" y="667"/>
                  </a:lnTo>
                  <a:lnTo>
                    <a:pt x="356" y="670"/>
                  </a:lnTo>
                  <a:lnTo>
                    <a:pt x="366" y="673"/>
                  </a:lnTo>
                  <a:lnTo>
                    <a:pt x="375" y="676"/>
                  </a:lnTo>
                  <a:lnTo>
                    <a:pt x="385" y="679"/>
                  </a:lnTo>
                  <a:lnTo>
                    <a:pt x="404" y="682"/>
                  </a:lnTo>
                  <a:lnTo>
                    <a:pt x="426" y="683"/>
                  </a:lnTo>
                  <a:lnTo>
                    <a:pt x="446" y="682"/>
                  </a:lnTo>
                  <a:lnTo>
                    <a:pt x="467" y="679"/>
                  </a:lnTo>
                  <a:lnTo>
                    <a:pt x="476" y="676"/>
                  </a:lnTo>
                  <a:lnTo>
                    <a:pt x="486" y="673"/>
                  </a:lnTo>
                  <a:lnTo>
                    <a:pt x="495" y="670"/>
                  </a:lnTo>
                  <a:lnTo>
                    <a:pt x="504" y="667"/>
                  </a:lnTo>
                  <a:lnTo>
                    <a:pt x="513" y="663"/>
                  </a:lnTo>
                  <a:lnTo>
                    <a:pt x="522" y="657"/>
                  </a:lnTo>
                  <a:lnTo>
                    <a:pt x="530" y="652"/>
                  </a:lnTo>
                  <a:lnTo>
                    <a:pt x="538" y="646"/>
                  </a:lnTo>
                  <a:lnTo>
                    <a:pt x="554" y="634"/>
                  </a:lnTo>
                  <a:lnTo>
                    <a:pt x="569" y="617"/>
                  </a:lnTo>
                  <a:lnTo>
                    <a:pt x="575" y="610"/>
                  </a:lnTo>
                  <a:lnTo>
                    <a:pt x="582" y="600"/>
                  </a:lnTo>
                  <a:lnTo>
                    <a:pt x="588" y="592"/>
                  </a:lnTo>
                  <a:lnTo>
                    <a:pt x="594" y="582"/>
                  </a:lnTo>
                  <a:lnTo>
                    <a:pt x="599" y="571"/>
                  </a:lnTo>
                  <a:lnTo>
                    <a:pt x="604" y="561"/>
                  </a:lnTo>
                  <a:lnTo>
                    <a:pt x="609" y="550"/>
                  </a:lnTo>
                  <a:lnTo>
                    <a:pt x="612" y="538"/>
                  </a:lnTo>
                  <a:lnTo>
                    <a:pt x="618" y="513"/>
                  </a:lnTo>
                  <a:lnTo>
                    <a:pt x="623" y="488"/>
                  </a:lnTo>
                  <a:lnTo>
                    <a:pt x="626" y="459"/>
                  </a:lnTo>
                  <a:lnTo>
                    <a:pt x="627" y="429"/>
                  </a:lnTo>
                  <a:lnTo>
                    <a:pt x="626" y="400"/>
                  </a:lnTo>
                  <a:lnTo>
                    <a:pt x="623" y="372"/>
                  </a:lnTo>
                  <a:lnTo>
                    <a:pt x="618" y="346"/>
                  </a:lnTo>
                  <a:lnTo>
                    <a:pt x="612" y="322"/>
                  </a:lnTo>
                  <a:lnTo>
                    <a:pt x="609" y="311"/>
                  </a:lnTo>
                  <a:lnTo>
                    <a:pt x="604" y="300"/>
                  </a:lnTo>
                  <a:lnTo>
                    <a:pt x="599" y="289"/>
                  </a:lnTo>
                  <a:lnTo>
                    <a:pt x="594" y="279"/>
                  </a:lnTo>
                  <a:lnTo>
                    <a:pt x="588" y="270"/>
                  </a:lnTo>
                  <a:lnTo>
                    <a:pt x="582" y="260"/>
                  </a:lnTo>
                  <a:lnTo>
                    <a:pt x="575" y="251"/>
                  </a:lnTo>
                  <a:lnTo>
                    <a:pt x="569" y="243"/>
                  </a:lnTo>
                  <a:lnTo>
                    <a:pt x="554" y="228"/>
                  </a:lnTo>
                  <a:lnTo>
                    <a:pt x="538" y="215"/>
                  </a:lnTo>
                  <a:lnTo>
                    <a:pt x="522" y="203"/>
                  </a:lnTo>
                  <a:lnTo>
                    <a:pt x="504" y="195"/>
                  </a:lnTo>
                  <a:lnTo>
                    <a:pt x="495" y="190"/>
                  </a:lnTo>
                  <a:lnTo>
                    <a:pt x="486" y="187"/>
                  </a:lnTo>
                  <a:lnTo>
                    <a:pt x="476" y="184"/>
                  </a:lnTo>
                  <a:lnTo>
                    <a:pt x="467" y="182"/>
                  </a:lnTo>
                  <a:lnTo>
                    <a:pt x="446" y="179"/>
                  </a:lnTo>
                  <a:lnTo>
                    <a:pt x="426" y="177"/>
                  </a:lnTo>
                  <a:lnTo>
                    <a:pt x="404" y="179"/>
                  </a:lnTo>
                  <a:lnTo>
                    <a:pt x="385" y="182"/>
                  </a:lnTo>
                  <a:lnTo>
                    <a:pt x="375" y="184"/>
                  </a:lnTo>
                  <a:lnTo>
                    <a:pt x="366" y="187"/>
                  </a:lnTo>
                  <a:lnTo>
                    <a:pt x="356" y="190"/>
                  </a:lnTo>
                  <a:lnTo>
                    <a:pt x="347" y="195"/>
                  </a:lnTo>
                  <a:lnTo>
                    <a:pt x="338" y="199"/>
                  </a:lnTo>
                  <a:lnTo>
                    <a:pt x="329" y="203"/>
                  </a:lnTo>
                  <a:lnTo>
                    <a:pt x="321" y="209"/>
                  </a:lnTo>
                  <a:lnTo>
                    <a:pt x="313" y="215"/>
                  </a:lnTo>
                  <a:lnTo>
                    <a:pt x="297" y="228"/>
                  </a:lnTo>
                  <a:lnTo>
                    <a:pt x="282" y="243"/>
                  </a:lnTo>
                  <a:lnTo>
                    <a:pt x="275" y="251"/>
                  </a:lnTo>
                  <a:lnTo>
                    <a:pt x="268" y="260"/>
                  </a:lnTo>
                  <a:lnTo>
                    <a:pt x="262" y="270"/>
                  </a:lnTo>
                  <a:lnTo>
                    <a:pt x="256" y="279"/>
                  </a:lnTo>
                  <a:lnTo>
                    <a:pt x="252" y="289"/>
                  </a:lnTo>
                  <a:lnTo>
                    <a:pt x="246" y="300"/>
                  </a:lnTo>
                  <a:lnTo>
                    <a:pt x="242" y="311"/>
                  </a:lnTo>
                  <a:lnTo>
                    <a:pt x="239" y="322"/>
                  </a:lnTo>
                  <a:lnTo>
                    <a:pt x="234" y="334"/>
                  </a:lnTo>
                  <a:lnTo>
                    <a:pt x="232" y="347"/>
                  </a:lnTo>
                  <a:lnTo>
                    <a:pt x="229" y="360"/>
                  </a:lnTo>
                  <a:lnTo>
                    <a:pt x="227" y="373"/>
                  </a:lnTo>
                  <a:lnTo>
                    <a:pt x="225" y="401"/>
                  </a:lnTo>
                  <a:lnTo>
                    <a:pt x="224" y="431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5" name="Freeform 20">
              <a:extLst>
                <a:ext uri="{FF2B5EF4-FFF2-40B4-BE49-F238E27FC236}">
                  <a16:creationId xmlns:a16="http://schemas.microsoft.com/office/drawing/2014/main" id="{F4D69BD6-B15A-19B9-5EE4-11CA5988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" y="3432"/>
              <a:ext cx="75" cy="103"/>
            </a:xfrm>
            <a:custGeom>
              <a:avLst/>
              <a:gdLst>
                <a:gd name="T0" fmla="*/ 0 w 903"/>
                <a:gd name="T1" fmla="*/ 0 h 1136"/>
                <a:gd name="T2" fmla="*/ 0 w 903"/>
                <a:gd name="T3" fmla="*/ 0 h 1136"/>
                <a:gd name="T4" fmla="*/ 0 w 903"/>
                <a:gd name="T5" fmla="*/ 0 h 1136"/>
                <a:gd name="T6" fmla="*/ 0 w 903"/>
                <a:gd name="T7" fmla="*/ 0 h 1136"/>
                <a:gd name="T8" fmla="*/ 0 w 903"/>
                <a:gd name="T9" fmla="*/ 0 h 1136"/>
                <a:gd name="T10" fmla="*/ 0 w 903"/>
                <a:gd name="T11" fmla="*/ 0 h 1136"/>
                <a:gd name="T12" fmla="*/ 0 w 903"/>
                <a:gd name="T13" fmla="*/ 0 h 1136"/>
                <a:gd name="T14" fmla="*/ 0 w 903"/>
                <a:gd name="T15" fmla="*/ 0 h 1136"/>
                <a:gd name="T16" fmla="*/ 0 w 903"/>
                <a:gd name="T17" fmla="*/ 0 h 1136"/>
                <a:gd name="T18" fmla="*/ 0 w 903"/>
                <a:gd name="T19" fmla="*/ 0 h 1136"/>
                <a:gd name="T20" fmla="*/ 0 w 903"/>
                <a:gd name="T21" fmla="*/ 0 h 11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03" h="1136">
                  <a:moveTo>
                    <a:pt x="0" y="1136"/>
                  </a:moveTo>
                  <a:lnTo>
                    <a:pt x="0" y="0"/>
                  </a:lnTo>
                  <a:lnTo>
                    <a:pt x="224" y="0"/>
                  </a:lnTo>
                  <a:lnTo>
                    <a:pt x="689" y="758"/>
                  </a:lnTo>
                  <a:lnTo>
                    <a:pt x="689" y="0"/>
                  </a:lnTo>
                  <a:lnTo>
                    <a:pt x="903" y="0"/>
                  </a:lnTo>
                  <a:lnTo>
                    <a:pt x="903" y="1136"/>
                  </a:lnTo>
                  <a:lnTo>
                    <a:pt x="672" y="1136"/>
                  </a:lnTo>
                  <a:lnTo>
                    <a:pt x="214" y="395"/>
                  </a:lnTo>
                  <a:lnTo>
                    <a:pt x="214" y="1136"/>
                  </a:lnTo>
                  <a:lnTo>
                    <a:pt x="0" y="1136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6" name="Freeform 21">
              <a:extLst>
                <a:ext uri="{FF2B5EF4-FFF2-40B4-BE49-F238E27FC236}">
                  <a16:creationId xmlns:a16="http://schemas.microsoft.com/office/drawing/2014/main" id="{2281D21C-9F24-C61B-2123-8785A9D1A3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7" y="3458"/>
              <a:ext cx="64" cy="79"/>
            </a:xfrm>
            <a:custGeom>
              <a:avLst/>
              <a:gdLst>
                <a:gd name="T0" fmla="*/ 0 w 770"/>
                <a:gd name="T1" fmla="*/ 0 h 860"/>
                <a:gd name="T2" fmla="*/ 0 w 770"/>
                <a:gd name="T3" fmla="*/ 0 h 860"/>
                <a:gd name="T4" fmla="*/ 0 w 770"/>
                <a:gd name="T5" fmla="*/ 0 h 860"/>
                <a:gd name="T6" fmla="*/ 0 w 770"/>
                <a:gd name="T7" fmla="*/ 0 h 860"/>
                <a:gd name="T8" fmla="*/ 0 w 770"/>
                <a:gd name="T9" fmla="*/ 0 h 860"/>
                <a:gd name="T10" fmla="*/ 0 w 770"/>
                <a:gd name="T11" fmla="*/ 0 h 860"/>
                <a:gd name="T12" fmla="*/ 0 w 770"/>
                <a:gd name="T13" fmla="*/ 0 h 860"/>
                <a:gd name="T14" fmla="*/ 0 w 770"/>
                <a:gd name="T15" fmla="*/ 0 h 860"/>
                <a:gd name="T16" fmla="*/ 0 w 770"/>
                <a:gd name="T17" fmla="*/ 0 h 860"/>
                <a:gd name="T18" fmla="*/ 0 w 770"/>
                <a:gd name="T19" fmla="*/ 0 h 860"/>
                <a:gd name="T20" fmla="*/ 0 w 770"/>
                <a:gd name="T21" fmla="*/ 0 h 860"/>
                <a:gd name="T22" fmla="*/ 0 w 770"/>
                <a:gd name="T23" fmla="*/ 0 h 860"/>
                <a:gd name="T24" fmla="*/ 0 w 770"/>
                <a:gd name="T25" fmla="*/ 0 h 860"/>
                <a:gd name="T26" fmla="*/ 0 w 770"/>
                <a:gd name="T27" fmla="*/ 0 h 860"/>
                <a:gd name="T28" fmla="*/ 0 w 770"/>
                <a:gd name="T29" fmla="*/ 0 h 860"/>
                <a:gd name="T30" fmla="*/ 0 w 770"/>
                <a:gd name="T31" fmla="*/ 0 h 860"/>
                <a:gd name="T32" fmla="*/ 0 w 770"/>
                <a:gd name="T33" fmla="*/ 0 h 860"/>
                <a:gd name="T34" fmla="*/ 0 w 770"/>
                <a:gd name="T35" fmla="*/ 0 h 860"/>
                <a:gd name="T36" fmla="*/ 0 w 770"/>
                <a:gd name="T37" fmla="*/ 0 h 860"/>
                <a:gd name="T38" fmla="*/ 0 w 770"/>
                <a:gd name="T39" fmla="*/ 0 h 860"/>
                <a:gd name="T40" fmla="*/ 0 w 770"/>
                <a:gd name="T41" fmla="*/ 0 h 860"/>
                <a:gd name="T42" fmla="*/ 0 w 770"/>
                <a:gd name="T43" fmla="*/ 0 h 860"/>
                <a:gd name="T44" fmla="*/ 0 w 770"/>
                <a:gd name="T45" fmla="*/ 0 h 860"/>
                <a:gd name="T46" fmla="*/ 0 w 770"/>
                <a:gd name="T47" fmla="*/ 0 h 860"/>
                <a:gd name="T48" fmla="*/ 0 w 770"/>
                <a:gd name="T49" fmla="*/ 0 h 860"/>
                <a:gd name="T50" fmla="*/ 0 w 770"/>
                <a:gd name="T51" fmla="*/ 0 h 860"/>
                <a:gd name="T52" fmla="*/ 0 w 770"/>
                <a:gd name="T53" fmla="*/ 0 h 860"/>
                <a:gd name="T54" fmla="*/ 0 w 770"/>
                <a:gd name="T55" fmla="*/ 0 h 860"/>
                <a:gd name="T56" fmla="*/ 0 w 770"/>
                <a:gd name="T57" fmla="*/ 0 h 860"/>
                <a:gd name="T58" fmla="*/ 0 w 770"/>
                <a:gd name="T59" fmla="*/ 0 h 860"/>
                <a:gd name="T60" fmla="*/ 0 w 770"/>
                <a:gd name="T61" fmla="*/ 0 h 860"/>
                <a:gd name="T62" fmla="*/ 0 w 770"/>
                <a:gd name="T63" fmla="*/ 0 h 860"/>
                <a:gd name="T64" fmla="*/ 0 w 770"/>
                <a:gd name="T65" fmla="*/ 0 h 860"/>
                <a:gd name="T66" fmla="*/ 0 w 770"/>
                <a:gd name="T67" fmla="*/ 0 h 860"/>
                <a:gd name="T68" fmla="*/ 0 w 770"/>
                <a:gd name="T69" fmla="*/ 0 h 860"/>
                <a:gd name="T70" fmla="*/ 0 w 770"/>
                <a:gd name="T71" fmla="*/ 0 h 860"/>
                <a:gd name="T72" fmla="*/ 0 w 770"/>
                <a:gd name="T73" fmla="*/ 0 h 860"/>
                <a:gd name="T74" fmla="*/ 0 w 770"/>
                <a:gd name="T75" fmla="*/ 0 h 860"/>
                <a:gd name="T76" fmla="*/ 0 w 770"/>
                <a:gd name="T77" fmla="*/ 0 h 860"/>
                <a:gd name="T78" fmla="*/ 0 w 770"/>
                <a:gd name="T79" fmla="*/ 0 h 860"/>
                <a:gd name="T80" fmla="*/ 0 w 770"/>
                <a:gd name="T81" fmla="*/ 0 h 860"/>
                <a:gd name="T82" fmla="*/ 0 w 770"/>
                <a:gd name="T83" fmla="*/ 0 h 860"/>
                <a:gd name="T84" fmla="*/ 0 w 770"/>
                <a:gd name="T85" fmla="*/ 0 h 860"/>
                <a:gd name="T86" fmla="*/ 0 w 770"/>
                <a:gd name="T87" fmla="*/ 0 h 860"/>
                <a:gd name="T88" fmla="*/ 0 w 770"/>
                <a:gd name="T89" fmla="*/ 0 h 860"/>
                <a:gd name="T90" fmla="*/ 0 w 770"/>
                <a:gd name="T91" fmla="*/ 0 h 860"/>
                <a:gd name="T92" fmla="*/ 0 w 770"/>
                <a:gd name="T93" fmla="*/ 0 h 860"/>
                <a:gd name="T94" fmla="*/ 0 w 770"/>
                <a:gd name="T95" fmla="*/ 0 h 8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70" h="860">
                  <a:moveTo>
                    <a:pt x="541" y="580"/>
                  </a:moveTo>
                  <a:lnTo>
                    <a:pt x="759" y="616"/>
                  </a:lnTo>
                  <a:lnTo>
                    <a:pt x="748" y="645"/>
                  </a:lnTo>
                  <a:lnTo>
                    <a:pt x="735" y="672"/>
                  </a:lnTo>
                  <a:lnTo>
                    <a:pt x="728" y="685"/>
                  </a:lnTo>
                  <a:lnTo>
                    <a:pt x="721" y="698"/>
                  </a:lnTo>
                  <a:lnTo>
                    <a:pt x="713" y="710"/>
                  </a:lnTo>
                  <a:lnTo>
                    <a:pt x="705" y="722"/>
                  </a:lnTo>
                  <a:lnTo>
                    <a:pt x="696" y="732"/>
                  </a:lnTo>
                  <a:lnTo>
                    <a:pt x="687" y="743"/>
                  </a:lnTo>
                  <a:lnTo>
                    <a:pt x="679" y="754"/>
                  </a:lnTo>
                  <a:lnTo>
                    <a:pt x="669" y="763"/>
                  </a:lnTo>
                  <a:lnTo>
                    <a:pt x="658" y="773"/>
                  </a:lnTo>
                  <a:lnTo>
                    <a:pt x="649" y="782"/>
                  </a:lnTo>
                  <a:lnTo>
                    <a:pt x="638" y="790"/>
                  </a:lnTo>
                  <a:lnTo>
                    <a:pt x="626" y="798"/>
                  </a:lnTo>
                  <a:lnTo>
                    <a:pt x="615" y="805"/>
                  </a:lnTo>
                  <a:lnTo>
                    <a:pt x="603" y="813"/>
                  </a:lnTo>
                  <a:lnTo>
                    <a:pt x="591" y="819"/>
                  </a:lnTo>
                  <a:lnTo>
                    <a:pt x="579" y="826"/>
                  </a:lnTo>
                  <a:lnTo>
                    <a:pt x="566" y="831"/>
                  </a:lnTo>
                  <a:lnTo>
                    <a:pt x="552" y="836"/>
                  </a:lnTo>
                  <a:lnTo>
                    <a:pt x="539" y="841"/>
                  </a:lnTo>
                  <a:lnTo>
                    <a:pt x="525" y="845"/>
                  </a:lnTo>
                  <a:lnTo>
                    <a:pt x="510" y="848"/>
                  </a:lnTo>
                  <a:lnTo>
                    <a:pt x="496" y="851"/>
                  </a:lnTo>
                  <a:lnTo>
                    <a:pt x="481" y="855"/>
                  </a:lnTo>
                  <a:lnTo>
                    <a:pt x="465" y="857"/>
                  </a:lnTo>
                  <a:lnTo>
                    <a:pt x="434" y="859"/>
                  </a:lnTo>
                  <a:lnTo>
                    <a:pt x="400" y="860"/>
                  </a:lnTo>
                  <a:lnTo>
                    <a:pt x="373" y="860"/>
                  </a:lnTo>
                  <a:lnTo>
                    <a:pt x="349" y="858"/>
                  </a:lnTo>
                  <a:lnTo>
                    <a:pt x="324" y="856"/>
                  </a:lnTo>
                  <a:lnTo>
                    <a:pt x="299" y="851"/>
                  </a:lnTo>
                  <a:lnTo>
                    <a:pt x="276" y="847"/>
                  </a:lnTo>
                  <a:lnTo>
                    <a:pt x="255" y="841"/>
                  </a:lnTo>
                  <a:lnTo>
                    <a:pt x="233" y="833"/>
                  </a:lnTo>
                  <a:lnTo>
                    <a:pt x="213" y="826"/>
                  </a:lnTo>
                  <a:lnTo>
                    <a:pt x="194" y="816"/>
                  </a:lnTo>
                  <a:lnTo>
                    <a:pt x="175" y="805"/>
                  </a:lnTo>
                  <a:lnTo>
                    <a:pt x="157" y="795"/>
                  </a:lnTo>
                  <a:lnTo>
                    <a:pt x="141" y="782"/>
                  </a:lnTo>
                  <a:lnTo>
                    <a:pt x="125" y="768"/>
                  </a:lnTo>
                  <a:lnTo>
                    <a:pt x="110" y="753"/>
                  </a:lnTo>
                  <a:lnTo>
                    <a:pt x="95" y="738"/>
                  </a:lnTo>
                  <a:lnTo>
                    <a:pt x="82" y="720"/>
                  </a:lnTo>
                  <a:lnTo>
                    <a:pt x="72" y="705"/>
                  </a:lnTo>
                  <a:lnTo>
                    <a:pt x="62" y="691"/>
                  </a:lnTo>
                  <a:lnTo>
                    <a:pt x="54" y="676"/>
                  </a:lnTo>
                  <a:lnTo>
                    <a:pt x="46" y="660"/>
                  </a:lnTo>
                  <a:lnTo>
                    <a:pt x="39" y="644"/>
                  </a:lnTo>
                  <a:lnTo>
                    <a:pt x="32" y="628"/>
                  </a:lnTo>
                  <a:lnTo>
                    <a:pt x="26" y="611"/>
                  </a:lnTo>
                  <a:lnTo>
                    <a:pt x="21" y="593"/>
                  </a:lnTo>
                  <a:lnTo>
                    <a:pt x="16" y="576"/>
                  </a:lnTo>
                  <a:lnTo>
                    <a:pt x="12" y="556"/>
                  </a:lnTo>
                  <a:lnTo>
                    <a:pt x="9" y="538"/>
                  </a:lnTo>
                  <a:lnTo>
                    <a:pt x="5" y="519"/>
                  </a:lnTo>
                  <a:lnTo>
                    <a:pt x="3" y="498"/>
                  </a:lnTo>
                  <a:lnTo>
                    <a:pt x="1" y="479"/>
                  </a:lnTo>
                  <a:lnTo>
                    <a:pt x="0" y="458"/>
                  </a:lnTo>
                  <a:lnTo>
                    <a:pt x="0" y="437"/>
                  </a:lnTo>
                  <a:lnTo>
                    <a:pt x="1" y="411"/>
                  </a:lnTo>
                  <a:lnTo>
                    <a:pt x="2" y="387"/>
                  </a:lnTo>
                  <a:lnTo>
                    <a:pt x="4" y="363"/>
                  </a:lnTo>
                  <a:lnTo>
                    <a:pt x="7" y="339"/>
                  </a:lnTo>
                  <a:lnTo>
                    <a:pt x="11" y="318"/>
                  </a:lnTo>
                  <a:lnTo>
                    <a:pt x="15" y="295"/>
                  </a:lnTo>
                  <a:lnTo>
                    <a:pt x="21" y="275"/>
                  </a:lnTo>
                  <a:lnTo>
                    <a:pt x="27" y="255"/>
                  </a:lnTo>
                  <a:lnTo>
                    <a:pt x="35" y="234"/>
                  </a:lnTo>
                  <a:lnTo>
                    <a:pt x="42" y="216"/>
                  </a:lnTo>
                  <a:lnTo>
                    <a:pt x="51" y="198"/>
                  </a:lnTo>
                  <a:lnTo>
                    <a:pt x="60" y="180"/>
                  </a:lnTo>
                  <a:lnTo>
                    <a:pt x="71" y="162"/>
                  </a:lnTo>
                  <a:lnTo>
                    <a:pt x="83" y="146"/>
                  </a:lnTo>
                  <a:lnTo>
                    <a:pt x="95" y="131"/>
                  </a:lnTo>
                  <a:lnTo>
                    <a:pt x="108" y="116"/>
                  </a:lnTo>
                  <a:lnTo>
                    <a:pt x="122" y="102"/>
                  </a:lnTo>
                  <a:lnTo>
                    <a:pt x="136" y="89"/>
                  </a:lnTo>
                  <a:lnTo>
                    <a:pt x="150" y="77"/>
                  </a:lnTo>
                  <a:lnTo>
                    <a:pt x="165" y="66"/>
                  </a:lnTo>
                  <a:lnTo>
                    <a:pt x="180" y="55"/>
                  </a:lnTo>
                  <a:lnTo>
                    <a:pt x="196" y="45"/>
                  </a:lnTo>
                  <a:lnTo>
                    <a:pt x="212" y="37"/>
                  </a:lnTo>
                  <a:lnTo>
                    <a:pt x="229" y="29"/>
                  </a:lnTo>
                  <a:lnTo>
                    <a:pt x="246" y="23"/>
                  </a:lnTo>
                  <a:lnTo>
                    <a:pt x="264" y="16"/>
                  </a:lnTo>
                  <a:lnTo>
                    <a:pt x="282" y="12"/>
                  </a:lnTo>
                  <a:lnTo>
                    <a:pt x="300" y="8"/>
                  </a:lnTo>
                  <a:lnTo>
                    <a:pt x="318" y="5"/>
                  </a:lnTo>
                  <a:lnTo>
                    <a:pt x="338" y="3"/>
                  </a:lnTo>
                  <a:lnTo>
                    <a:pt x="358" y="1"/>
                  </a:lnTo>
                  <a:lnTo>
                    <a:pt x="379" y="0"/>
                  </a:lnTo>
                  <a:lnTo>
                    <a:pt x="401" y="1"/>
                  </a:lnTo>
                  <a:lnTo>
                    <a:pt x="423" y="3"/>
                  </a:lnTo>
                  <a:lnTo>
                    <a:pt x="444" y="5"/>
                  </a:lnTo>
                  <a:lnTo>
                    <a:pt x="466" y="8"/>
                  </a:lnTo>
                  <a:lnTo>
                    <a:pt x="486" y="12"/>
                  </a:lnTo>
                  <a:lnTo>
                    <a:pt x="506" y="18"/>
                  </a:lnTo>
                  <a:lnTo>
                    <a:pt x="525" y="24"/>
                  </a:lnTo>
                  <a:lnTo>
                    <a:pt x="543" y="30"/>
                  </a:lnTo>
                  <a:lnTo>
                    <a:pt x="560" y="39"/>
                  </a:lnTo>
                  <a:lnTo>
                    <a:pt x="578" y="48"/>
                  </a:lnTo>
                  <a:lnTo>
                    <a:pt x="595" y="58"/>
                  </a:lnTo>
                  <a:lnTo>
                    <a:pt x="611" y="69"/>
                  </a:lnTo>
                  <a:lnTo>
                    <a:pt x="626" y="81"/>
                  </a:lnTo>
                  <a:lnTo>
                    <a:pt x="641" y="94"/>
                  </a:lnTo>
                  <a:lnTo>
                    <a:pt x="655" y="108"/>
                  </a:lnTo>
                  <a:lnTo>
                    <a:pt x="669" y="122"/>
                  </a:lnTo>
                  <a:lnTo>
                    <a:pt x="682" y="138"/>
                  </a:lnTo>
                  <a:lnTo>
                    <a:pt x="694" y="154"/>
                  </a:lnTo>
                  <a:lnTo>
                    <a:pt x="705" y="172"/>
                  </a:lnTo>
                  <a:lnTo>
                    <a:pt x="715" y="190"/>
                  </a:lnTo>
                  <a:lnTo>
                    <a:pt x="724" y="211"/>
                  </a:lnTo>
                  <a:lnTo>
                    <a:pt x="733" y="231"/>
                  </a:lnTo>
                  <a:lnTo>
                    <a:pt x="740" y="253"/>
                  </a:lnTo>
                  <a:lnTo>
                    <a:pt x="748" y="275"/>
                  </a:lnTo>
                  <a:lnTo>
                    <a:pt x="753" y="299"/>
                  </a:lnTo>
                  <a:lnTo>
                    <a:pt x="758" y="323"/>
                  </a:lnTo>
                  <a:lnTo>
                    <a:pt x="763" y="349"/>
                  </a:lnTo>
                  <a:lnTo>
                    <a:pt x="766" y="376"/>
                  </a:lnTo>
                  <a:lnTo>
                    <a:pt x="768" y="404"/>
                  </a:lnTo>
                  <a:lnTo>
                    <a:pt x="770" y="433"/>
                  </a:lnTo>
                  <a:lnTo>
                    <a:pt x="770" y="463"/>
                  </a:lnTo>
                  <a:lnTo>
                    <a:pt x="770" y="493"/>
                  </a:lnTo>
                  <a:lnTo>
                    <a:pt x="224" y="493"/>
                  </a:lnTo>
                  <a:lnTo>
                    <a:pt x="225" y="517"/>
                  </a:lnTo>
                  <a:lnTo>
                    <a:pt x="228" y="539"/>
                  </a:lnTo>
                  <a:lnTo>
                    <a:pt x="232" y="559"/>
                  </a:lnTo>
                  <a:lnTo>
                    <a:pt x="238" y="579"/>
                  </a:lnTo>
                  <a:lnTo>
                    <a:pt x="245" y="597"/>
                  </a:lnTo>
                  <a:lnTo>
                    <a:pt x="254" y="614"/>
                  </a:lnTo>
                  <a:lnTo>
                    <a:pt x="265" y="629"/>
                  </a:lnTo>
                  <a:lnTo>
                    <a:pt x="276" y="643"/>
                  </a:lnTo>
                  <a:lnTo>
                    <a:pt x="289" y="656"/>
                  </a:lnTo>
                  <a:lnTo>
                    <a:pt x="303" y="667"/>
                  </a:lnTo>
                  <a:lnTo>
                    <a:pt x="318" y="676"/>
                  </a:lnTo>
                  <a:lnTo>
                    <a:pt x="333" y="684"/>
                  </a:lnTo>
                  <a:lnTo>
                    <a:pt x="350" y="690"/>
                  </a:lnTo>
                  <a:lnTo>
                    <a:pt x="367" y="695"/>
                  </a:lnTo>
                  <a:lnTo>
                    <a:pt x="384" y="697"/>
                  </a:lnTo>
                  <a:lnTo>
                    <a:pt x="402" y="698"/>
                  </a:lnTo>
                  <a:lnTo>
                    <a:pt x="415" y="697"/>
                  </a:lnTo>
                  <a:lnTo>
                    <a:pt x="427" y="696"/>
                  </a:lnTo>
                  <a:lnTo>
                    <a:pt x="439" y="694"/>
                  </a:lnTo>
                  <a:lnTo>
                    <a:pt x="450" y="690"/>
                  </a:lnTo>
                  <a:lnTo>
                    <a:pt x="460" y="687"/>
                  </a:lnTo>
                  <a:lnTo>
                    <a:pt x="470" y="682"/>
                  </a:lnTo>
                  <a:lnTo>
                    <a:pt x="480" y="676"/>
                  </a:lnTo>
                  <a:lnTo>
                    <a:pt x="488" y="670"/>
                  </a:lnTo>
                  <a:lnTo>
                    <a:pt x="497" y="663"/>
                  </a:lnTo>
                  <a:lnTo>
                    <a:pt x="506" y="654"/>
                  </a:lnTo>
                  <a:lnTo>
                    <a:pt x="512" y="644"/>
                  </a:lnTo>
                  <a:lnTo>
                    <a:pt x="520" y="634"/>
                  </a:lnTo>
                  <a:lnTo>
                    <a:pt x="526" y="622"/>
                  </a:lnTo>
                  <a:lnTo>
                    <a:pt x="531" y="609"/>
                  </a:lnTo>
                  <a:lnTo>
                    <a:pt x="537" y="595"/>
                  </a:lnTo>
                  <a:lnTo>
                    <a:pt x="541" y="580"/>
                  </a:lnTo>
                  <a:close/>
                  <a:moveTo>
                    <a:pt x="554" y="360"/>
                  </a:moveTo>
                  <a:lnTo>
                    <a:pt x="553" y="337"/>
                  </a:lnTo>
                  <a:lnTo>
                    <a:pt x="550" y="316"/>
                  </a:lnTo>
                  <a:lnTo>
                    <a:pt x="545" y="295"/>
                  </a:lnTo>
                  <a:lnTo>
                    <a:pt x="540" y="277"/>
                  </a:lnTo>
                  <a:lnTo>
                    <a:pt x="534" y="260"/>
                  </a:lnTo>
                  <a:lnTo>
                    <a:pt x="526" y="244"/>
                  </a:lnTo>
                  <a:lnTo>
                    <a:pt x="516" y="229"/>
                  </a:lnTo>
                  <a:lnTo>
                    <a:pt x="506" y="216"/>
                  </a:lnTo>
                  <a:lnTo>
                    <a:pt x="493" y="204"/>
                  </a:lnTo>
                  <a:lnTo>
                    <a:pt x="481" y="195"/>
                  </a:lnTo>
                  <a:lnTo>
                    <a:pt x="467" y="186"/>
                  </a:lnTo>
                  <a:lnTo>
                    <a:pt x="454" y="180"/>
                  </a:lnTo>
                  <a:lnTo>
                    <a:pt x="439" y="174"/>
                  </a:lnTo>
                  <a:lnTo>
                    <a:pt x="424" y="170"/>
                  </a:lnTo>
                  <a:lnTo>
                    <a:pt x="408" y="168"/>
                  </a:lnTo>
                  <a:lnTo>
                    <a:pt x="392" y="167"/>
                  </a:lnTo>
                  <a:lnTo>
                    <a:pt x="374" y="168"/>
                  </a:lnTo>
                  <a:lnTo>
                    <a:pt x="357" y="170"/>
                  </a:lnTo>
                  <a:lnTo>
                    <a:pt x="341" y="174"/>
                  </a:lnTo>
                  <a:lnTo>
                    <a:pt x="326" y="181"/>
                  </a:lnTo>
                  <a:lnTo>
                    <a:pt x="312" y="187"/>
                  </a:lnTo>
                  <a:lnTo>
                    <a:pt x="298" y="197"/>
                  </a:lnTo>
                  <a:lnTo>
                    <a:pt x="286" y="207"/>
                  </a:lnTo>
                  <a:lnTo>
                    <a:pt x="273" y="219"/>
                  </a:lnTo>
                  <a:lnTo>
                    <a:pt x="263" y="232"/>
                  </a:lnTo>
                  <a:lnTo>
                    <a:pt x="254" y="247"/>
                  </a:lnTo>
                  <a:lnTo>
                    <a:pt x="245" y="263"/>
                  </a:lnTo>
                  <a:lnTo>
                    <a:pt x="239" y="280"/>
                  </a:lnTo>
                  <a:lnTo>
                    <a:pt x="233" y="299"/>
                  </a:lnTo>
                  <a:lnTo>
                    <a:pt x="230" y="318"/>
                  </a:lnTo>
                  <a:lnTo>
                    <a:pt x="228" y="338"/>
                  </a:lnTo>
                  <a:lnTo>
                    <a:pt x="228" y="360"/>
                  </a:lnTo>
                  <a:lnTo>
                    <a:pt x="554" y="36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7" name="Freeform 22">
              <a:extLst>
                <a:ext uri="{FF2B5EF4-FFF2-40B4-BE49-F238E27FC236}">
                  <a16:creationId xmlns:a16="http://schemas.microsoft.com/office/drawing/2014/main" id="{C09797FB-79A0-C3BD-FD5C-DF26089BE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" y="3434"/>
              <a:ext cx="40" cy="103"/>
            </a:xfrm>
            <a:custGeom>
              <a:avLst/>
              <a:gdLst>
                <a:gd name="T0" fmla="*/ 0 w 486"/>
                <a:gd name="T1" fmla="*/ 0 h 1131"/>
                <a:gd name="T2" fmla="*/ 0 w 486"/>
                <a:gd name="T3" fmla="*/ 0 h 1131"/>
                <a:gd name="T4" fmla="*/ 0 w 486"/>
                <a:gd name="T5" fmla="*/ 0 h 1131"/>
                <a:gd name="T6" fmla="*/ 0 w 486"/>
                <a:gd name="T7" fmla="*/ 0 h 1131"/>
                <a:gd name="T8" fmla="*/ 0 w 486"/>
                <a:gd name="T9" fmla="*/ 0 h 1131"/>
                <a:gd name="T10" fmla="*/ 0 w 486"/>
                <a:gd name="T11" fmla="*/ 0 h 1131"/>
                <a:gd name="T12" fmla="*/ 0 w 486"/>
                <a:gd name="T13" fmla="*/ 0 h 1131"/>
                <a:gd name="T14" fmla="*/ 0 w 486"/>
                <a:gd name="T15" fmla="*/ 0 h 1131"/>
                <a:gd name="T16" fmla="*/ 0 w 486"/>
                <a:gd name="T17" fmla="*/ 0 h 1131"/>
                <a:gd name="T18" fmla="*/ 0 w 486"/>
                <a:gd name="T19" fmla="*/ 0 h 1131"/>
                <a:gd name="T20" fmla="*/ 0 w 486"/>
                <a:gd name="T21" fmla="*/ 0 h 1131"/>
                <a:gd name="T22" fmla="*/ 0 w 486"/>
                <a:gd name="T23" fmla="*/ 0 h 1131"/>
                <a:gd name="T24" fmla="*/ 0 w 486"/>
                <a:gd name="T25" fmla="*/ 0 h 1131"/>
                <a:gd name="T26" fmla="*/ 0 w 486"/>
                <a:gd name="T27" fmla="*/ 0 h 1131"/>
                <a:gd name="T28" fmla="*/ 0 w 486"/>
                <a:gd name="T29" fmla="*/ 0 h 1131"/>
                <a:gd name="T30" fmla="*/ 0 w 486"/>
                <a:gd name="T31" fmla="*/ 0 h 1131"/>
                <a:gd name="T32" fmla="*/ 0 w 486"/>
                <a:gd name="T33" fmla="*/ 0 h 1131"/>
                <a:gd name="T34" fmla="*/ 0 w 486"/>
                <a:gd name="T35" fmla="*/ 0 h 1131"/>
                <a:gd name="T36" fmla="*/ 0 w 486"/>
                <a:gd name="T37" fmla="*/ 0 h 1131"/>
                <a:gd name="T38" fmla="*/ 0 w 486"/>
                <a:gd name="T39" fmla="*/ 0 h 1131"/>
                <a:gd name="T40" fmla="*/ 0 w 486"/>
                <a:gd name="T41" fmla="*/ 0 h 1131"/>
                <a:gd name="T42" fmla="*/ 0 w 486"/>
                <a:gd name="T43" fmla="*/ 0 h 1131"/>
                <a:gd name="T44" fmla="*/ 0 w 486"/>
                <a:gd name="T45" fmla="*/ 0 h 1131"/>
                <a:gd name="T46" fmla="*/ 0 w 486"/>
                <a:gd name="T47" fmla="*/ 0 h 1131"/>
                <a:gd name="T48" fmla="*/ 0 w 486"/>
                <a:gd name="T49" fmla="*/ 0 h 1131"/>
                <a:gd name="T50" fmla="*/ 0 w 486"/>
                <a:gd name="T51" fmla="*/ 0 h 1131"/>
                <a:gd name="T52" fmla="*/ 0 w 486"/>
                <a:gd name="T53" fmla="*/ 0 h 1131"/>
                <a:gd name="T54" fmla="*/ 0 w 486"/>
                <a:gd name="T55" fmla="*/ 0 h 1131"/>
                <a:gd name="T56" fmla="*/ 0 w 486"/>
                <a:gd name="T57" fmla="*/ 0 h 1131"/>
                <a:gd name="T58" fmla="*/ 0 w 486"/>
                <a:gd name="T59" fmla="*/ 0 h 1131"/>
                <a:gd name="T60" fmla="*/ 0 w 486"/>
                <a:gd name="T61" fmla="*/ 0 h 1131"/>
                <a:gd name="T62" fmla="*/ 0 w 486"/>
                <a:gd name="T63" fmla="*/ 0 h 1131"/>
                <a:gd name="T64" fmla="*/ 0 w 486"/>
                <a:gd name="T65" fmla="*/ 0 h 11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86" h="1131">
                  <a:moveTo>
                    <a:pt x="467" y="291"/>
                  </a:moveTo>
                  <a:lnTo>
                    <a:pt x="467" y="463"/>
                  </a:lnTo>
                  <a:lnTo>
                    <a:pt x="319" y="463"/>
                  </a:lnTo>
                  <a:lnTo>
                    <a:pt x="319" y="795"/>
                  </a:lnTo>
                  <a:lnTo>
                    <a:pt x="319" y="840"/>
                  </a:lnTo>
                  <a:lnTo>
                    <a:pt x="320" y="874"/>
                  </a:lnTo>
                  <a:lnTo>
                    <a:pt x="321" y="899"/>
                  </a:lnTo>
                  <a:lnTo>
                    <a:pt x="323" y="913"/>
                  </a:lnTo>
                  <a:lnTo>
                    <a:pt x="325" y="921"/>
                  </a:lnTo>
                  <a:lnTo>
                    <a:pt x="330" y="928"/>
                  </a:lnTo>
                  <a:lnTo>
                    <a:pt x="335" y="935"/>
                  </a:lnTo>
                  <a:lnTo>
                    <a:pt x="343" y="940"/>
                  </a:lnTo>
                  <a:lnTo>
                    <a:pt x="350" y="945"/>
                  </a:lnTo>
                  <a:lnTo>
                    <a:pt x="359" y="949"/>
                  </a:lnTo>
                  <a:lnTo>
                    <a:pt x="368" y="951"/>
                  </a:lnTo>
                  <a:lnTo>
                    <a:pt x="379" y="951"/>
                  </a:lnTo>
                  <a:lnTo>
                    <a:pt x="387" y="951"/>
                  </a:lnTo>
                  <a:lnTo>
                    <a:pt x="396" y="950"/>
                  </a:lnTo>
                  <a:lnTo>
                    <a:pt x="406" y="947"/>
                  </a:lnTo>
                  <a:lnTo>
                    <a:pt x="417" y="945"/>
                  </a:lnTo>
                  <a:lnTo>
                    <a:pt x="440" y="939"/>
                  </a:lnTo>
                  <a:lnTo>
                    <a:pt x="467" y="930"/>
                  </a:lnTo>
                  <a:lnTo>
                    <a:pt x="486" y="1099"/>
                  </a:lnTo>
                  <a:lnTo>
                    <a:pt x="466" y="1106"/>
                  </a:lnTo>
                  <a:lnTo>
                    <a:pt x="446" y="1113"/>
                  </a:lnTo>
                  <a:lnTo>
                    <a:pt x="425" y="1118"/>
                  </a:lnTo>
                  <a:lnTo>
                    <a:pt x="404" y="1123"/>
                  </a:lnTo>
                  <a:lnTo>
                    <a:pt x="382" y="1127"/>
                  </a:lnTo>
                  <a:lnTo>
                    <a:pt x="360" y="1129"/>
                  </a:lnTo>
                  <a:lnTo>
                    <a:pt x="337" y="1131"/>
                  </a:lnTo>
                  <a:lnTo>
                    <a:pt x="314" y="1131"/>
                  </a:lnTo>
                  <a:lnTo>
                    <a:pt x="299" y="1131"/>
                  </a:lnTo>
                  <a:lnTo>
                    <a:pt x="285" y="1130"/>
                  </a:lnTo>
                  <a:lnTo>
                    <a:pt x="271" y="1129"/>
                  </a:lnTo>
                  <a:lnTo>
                    <a:pt x="257" y="1127"/>
                  </a:lnTo>
                  <a:lnTo>
                    <a:pt x="244" y="1123"/>
                  </a:lnTo>
                  <a:lnTo>
                    <a:pt x="231" y="1120"/>
                  </a:lnTo>
                  <a:lnTo>
                    <a:pt x="219" y="1116"/>
                  </a:lnTo>
                  <a:lnTo>
                    <a:pt x="207" y="1112"/>
                  </a:lnTo>
                  <a:lnTo>
                    <a:pt x="195" y="1106"/>
                  </a:lnTo>
                  <a:lnTo>
                    <a:pt x="185" y="1101"/>
                  </a:lnTo>
                  <a:lnTo>
                    <a:pt x="175" y="1096"/>
                  </a:lnTo>
                  <a:lnTo>
                    <a:pt x="166" y="1089"/>
                  </a:lnTo>
                  <a:lnTo>
                    <a:pt x="158" y="1083"/>
                  </a:lnTo>
                  <a:lnTo>
                    <a:pt x="150" y="1075"/>
                  </a:lnTo>
                  <a:lnTo>
                    <a:pt x="144" y="1068"/>
                  </a:lnTo>
                  <a:lnTo>
                    <a:pt x="137" y="1060"/>
                  </a:lnTo>
                  <a:lnTo>
                    <a:pt x="132" y="1053"/>
                  </a:lnTo>
                  <a:lnTo>
                    <a:pt x="128" y="1043"/>
                  </a:lnTo>
                  <a:lnTo>
                    <a:pt x="122" y="1033"/>
                  </a:lnTo>
                  <a:lnTo>
                    <a:pt x="119" y="1024"/>
                  </a:lnTo>
                  <a:lnTo>
                    <a:pt x="115" y="1013"/>
                  </a:lnTo>
                  <a:lnTo>
                    <a:pt x="111" y="1001"/>
                  </a:lnTo>
                  <a:lnTo>
                    <a:pt x="109" y="988"/>
                  </a:lnTo>
                  <a:lnTo>
                    <a:pt x="107" y="975"/>
                  </a:lnTo>
                  <a:lnTo>
                    <a:pt x="104" y="952"/>
                  </a:lnTo>
                  <a:lnTo>
                    <a:pt x="102" y="918"/>
                  </a:lnTo>
                  <a:lnTo>
                    <a:pt x="101" y="876"/>
                  </a:lnTo>
                  <a:lnTo>
                    <a:pt x="100" y="822"/>
                  </a:lnTo>
                  <a:lnTo>
                    <a:pt x="100" y="463"/>
                  </a:lnTo>
                  <a:lnTo>
                    <a:pt x="0" y="463"/>
                  </a:lnTo>
                  <a:lnTo>
                    <a:pt x="0" y="291"/>
                  </a:lnTo>
                  <a:lnTo>
                    <a:pt x="100" y="291"/>
                  </a:lnTo>
                  <a:lnTo>
                    <a:pt x="100" y="126"/>
                  </a:lnTo>
                  <a:lnTo>
                    <a:pt x="319" y="0"/>
                  </a:lnTo>
                  <a:lnTo>
                    <a:pt x="319" y="291"/>
                  </a:lnTo>
                  <a:lnTo>
                    <a:pt x="467" y="291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8" name="Freeform 23">
              <a:extLst>
                <a:ext uri="{FF2B5EF4-FFF2-40B4-BE49-F238E27FC236}">
                  <a16:creationId xmlns:a16="http://schemas.microsoft.com/office/drawing/2014/main" id="{BC57FE0A-E6C7-58F7-7C57-81FD65E86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3460"/>
              <a:ext cx="102" cy="75"/>
            </a:xfrm>
            <a:custGeom>
              <a:avLst/>
              <a:gdLst>
                <a:gd name="T0" fmla="*/ 0 w 1229"/>
                <a:gd name="T1" fmla="*/ 0 h 822"/>
                <a:gd name="T2" fmla="*/ 0 w 1229"/>
                <a:gd name="T3" fmla="*/ 0 h 822"/>
                <a:gd name="T4" fmla="*/ 0 w 1229"/>
                <a:gd name="T5" fmla="*/ 0 h 822"/>
                <a:gd name="T6" fmla="*/ 0 w 1229"/>
                <a:gd name="T7" fmla="*/ 0 h 822"/>
                <a:gd name="T8" fmla="*/ 0 w 1229"/>
                <a:gd name="T9" fmla="*/ 0 h 822"/>
                <a:gd name="T10" fmla="*/ 0 w 1229"/>
                <a:gd name="T11" fmla="*/ 0 h 822"/>
                <a:gd name="T12" fmla="*/ 0 w 1229"/>
                <a:gd name="T13" fmla="*/ 0 h 822"/>
                <a:gd name="T14" fmla="*/ 0 w 1229"/>
                <a:gd name="T15" fmla="*/ 0 h 822"/>
                <a:gd name="T16" fmla="*/ 0 w 1229"/>
                <a:gd name="T17" fmla="*/ 0 h 822"/>
                <a:gd name="T18" fmla="*/ 0 w 1229"/>
                <a:gd name="T19" fmla="*/ 0 h 822"/>
                <a:gd name="T20" fmla="*/ 0 w 1229"/>
                <a:gd name="T21" fmla="*/ 0 h 822"/>
                <a:gd name="T22" fmla="*/ 0 w 1229"/>
                <a:gd name="T23" fmla="*/ 0 h 822"/>
                <a:gd name="T24" fmla="*/ 0 w 1229"/>
                <a:gd name="T25" fmla="*/ 0 h 822"/>
                <a:gd name="T26" fmla="*/ 0 w 1229"/>
                <a:gd name="T27" fmla="*/ 0 h 82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29" h="822">
                  <a:moveTo>
                    <a:pt x="261" y="822"/>
                  </a:moveTo>
                  <a:lnTo>
                    <a:pt x="0" y="0"/>
                  </a:lnTo>
                  <a:lnTo>
                    <a:pt x="213" y="0"/>
                  </a:lnTo>
                  <a:lnTo>
                    <a:pt x="366" y="538"/>
                  </a:lnTo>
                  <a:lnTo>
                    <a:pt x="508" y="0"/>
                  </a:lnTo>
                  <a:lnTo>
                    <a:pt x="719" y="0"/>
                  </a:lnTo>
                  <a:lnTo>
                    <a:pt x="857" y="538"/>
                  </a:lnTo>
                  <a:lnTo>
                    <a:pt x="1014" y="0"/>
                  </a:lnTo>
                  <a:lnTo>
                    <a:pt x="1229" y="0"/>
                  </a:lnTo>
                  <a:lnTo>
                    <a:pt x="964" y="822"/>
                  </a:lnTo>
                  <a:lnTo>
                    <a:pt x="755" y="822"/>
                  </a:lnTo>
                  <a:lnTo>
                    <a:pt x="613" y="293"/>
                  </a:lnTo>
                  <a:lnTo>
                    <a:pt x="473" y="822"/>
                  </a:lnTo>
                  <a:lnTo>
                    <a:pt x="261" y="82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39" name="Freeform 24">
              <a:extLst>
                <a:ext uri="{FF2B5EF4-FFF2-40B4-BE49-F238E27FC236}">
                  <a16:creationId xmlns:a16="http://schemas.microsoft.com/office/drawing/2014/main" id="{8CFABBD6-C043-A617-BD8C-F2B72AD847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1" y="3458"/>
              <a:ext cx="71" cy="79"/>
            </a:xfrm>
            <a:custGeom>
              <a:avLst/>
              <a:gdLst>
                <a:gd name="T0" fmla="*/ 0 w 850"/>
                <a:gd name="T1" fmla="*/ 0 h 860"/>
                <a:gd name="T2" fmla="*/ 0 w 850"/>
                <a:gd name="T3" fmla="*/ 0 h 860"/>
                <a:gd name="T4" fmla="*/ 0 w 850"/>
                <a:gd name="T5" fmla="*/ 0 h 860"/>
                <a:gd name="T6" fmla="*/ 0 w 850"/>
                <a:gd name="T7" fmla="*/ 0 h 860"/>
                <a:gd name="T8" fmla="*/ 0 w 850"/>
                <a:gd name="T9" fmla="*/ 0 h 860"/>
                <a:gd name="T10" fmla="*/ 0 w 850"/>
                <a:gd name="T11" fmla="*/ 0 h 860"/>
                <a:gd name="T12" fmla="*/ 0 w 850"/>
                <a:gd name="T13" fmla="*/ 0 h 860"/>
                <a:gd name="T14" fmla="*/ 0 w 850"/>
                <a:gd name="T15" fmla="*/ 0 h 860"/>
                <a:gd name="T16" fmla="*/ 0 w 850"/>
                <a:gd name="T17" fmla="*/ 0 h 860"/>
                <a:gd name="T18" fmla="*/ 0 w 850"/>
                <a:gd name="T19" fmla="*/ 0 h 860"/>
                <a:gd name="T20" fmla="*/ 0 w 850"/>
                <a:gd name="T21" fmla="*/ 0 h 860"/>
                <a:gd name="T22" fmla="*/ 0 w 850"/>
                <a:gd name="T23" fmla="*/ 0 h 860"/>
                <a:gd name="T24" fmla="*/ 0 w 850"/>
                <a:gd name="T25" fmla="*/ 0 h 860"/>
                <a:gd name="T26" fmla="*/ 0 w 850"/>
                <a:gd name="T27" fmla="*/ 0 h 860"/>
                <a:gd name="T28" fmla="*/ 0 w 850"/>
                <a:gd name="T29" fmla="*/ 0 h 860"/>
                <a:gd name="T30" fmla="*/ 0 w 850"/>
                <a:gd name="T31" fmla="*/ 0 h 860"/>
                <a:gd name="T32" fmla="*/ 0 w 850"/>
                <a:gd name="T33" fmla="*/ 0 h 860"/>
                <a:gd name="T34" fmla="*/ 0 w 850"/>
                <a:gd name="T35" fmla="*/ 0 h 860"/>
                <a:gd name="T36" fmla="*/ 0 w 850"/>
                <a:gd name="T37" fmla="*/ 0 h 860"/>
                <a:gd name="T38" fmla="*/ 0 w 850"/>
                <a:gd name="T39" fmla="*/ 0 h 860"/>
                <a:gd name="T40" fmla="*/ 0 w 850"/>
                <a:gd name="T41" fmla="*/ 0 h 860"/>
                <a:gd name="T42" fmla="*/ 0 w 850"/>
                <a:gd name="T43" fmla="*/ 0 h 860"/>
                <a:gd name="T44" fmla="*/ 0 w 850"/>
                <a:gd name="T45" fmla="*/ 0 h 860"/>
                <a:gd name="T46" fmla="*/ 0 w 850"/>
                <a:gd name="T47" fmla="*/ 0 h 860"/>
                <a:gd name="T48" fmla="*/ 0 w 850"/>
                <a:gd name="T49" fmla="*/ 0 h 860"/>
                <a:gd name="T50" fmla="*/ 0 w 850"/>
                <a:gd name="T51" fmla="*/ 0 h 860"/>
                <a:gd name="T52" fmla="*/ 0 w 850"/>
                <a:gd name="T53" fmla="*/ 0 h 860"/>
                <a:gd name="T54" fmla="*/ 0 w 850"/>
                <a:gd name="T55" fmla="*/ 0 h 860"/>
                <a:gd name="T56" fmla="*/ 0 w 850"/>
                <a:gd name="T57" fmla="*/ 0 h 860"/>
                <a:gd name="T58" fmla="*/ 0 w 850"/>
                <a:gd name="T59" fmla="*/ 0 h 860"/>
                <a:gd name="T60" fmla="*/ 0 w 850"/>
                <a:gd name="T61" fmla="*/ 0 h 860"/>
                <a:gd name="T62" fmla="*/ 0 w 850"/>
                <a:gd name="T63" fmla="*/ 0 h 860"/>
                <a:gd name="T64" fmla="*/ 0 w 850"/>
                <a:gd name="T65" fmla="*/ 0 h 860"/>
                <a:gd name="T66" fmla="*/ 0 w 850"/>
                <a:gd name="T67" fmla="*/ 0 h 860"/>
                <a:gd name="T68" fmla="*/ 0 w 850"/>
                <a:gd name="T69" fmla="*/ 0 h 860"/>
                <a:gd name="T70" fmla="*/ 0 w 850"/>
                <a:gd name="T71" fmla="*/ 0 h 860"/>
                <a:gd name="T72" fmla="*/ 0 w 850"/>
                <a:gd name="T73" fmla="*/ 0 h 860"/>
                <a:gd name="T74" fmla="*/ 0 w 850"/>
                <a:gd name="T75" fmla="*/ 0 h 860"/>
                <a:gd name="T76" fmla="*/ 0 w 850"/>
                <a:gd name="T77" fmla="*/ 0 h 860"/>
                <a:gd name="T78" fmla="*/ 0 w 850"/>
                <a:gd name="T79" fmla="*/ 0 h 860"/>
                <a:gd name="T80" fmla="*/ 0 w 850"/>
                <a:gd name="T81" fmla="*/ 0 h 860"/>
                <a:gd name="T82" fmla="*/ 0 w 850"/>
                <a:gd name="T83" fmla="*/ 0 h 860"/>
                <a:gd name="T84" fmla="*/ 0 w 850"/>
                <a:gd name="T85" fmla="*/ 0 h 860"/>
                <a:gd name="T86" fmla="*/ 0 w 850"/>
                <a:gd name="T87" fmla="*/ 0 h 860"/>
                <a:gd name="T88" fmla="*/ 0 w 850"/>
                <a:gd name="T89" fmla="*/ 0 h 860"/>
                <a:gd name="T90" fmla="*/ 0 w 850"/>
                <a:gd name="T91" fmla="*/ 0 h 860"/>
                <a:gd name="T92" fmla="*/ 0 w 850"/>
                <a:gd name="T93" fmla="*/ 0 h 860"/>
                <a:gd name="T94" fmla="*/ 0 w 850"/>
                <a:gd name="T95" fmla="*/ 0 h 860"/>
                <a:gd name="T96" fmla="*/ 0 w 850"/>
                <a:gd name="T97" fmla="*/ 0 h 860"/>
                <a:gd name="T98" fmla="*/ 0 w 850"/>
                <a:gd name="T99" fmla="*/ 0 h 860"/>
                <a:gd name="T100" fmla="*/ 0 w 850"/>
                <a:gd name="T101" fmla="*/ 0 h 860"/>
                <a:gd name="T102" fmla="*/ 0 w 850"/>
                <a:gd name="T103" fmla="*/ 0 h 860"/>
                <a:gd name="T104" fmla="*/ 0 w 850"/>
                <a:gd name="T105" fmla="*/ 0 h 860"/>
                <a:gd name="T106" fmla="*/ 0 w 850"/>
                <a:gd name="T107" fmla="*/ 0 h 86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50" h="860">
                  <a:moveTo>
                    <a:pt x="0" y="419"/>
                  </a:moveTo>
                  <a:lnTo>
                    <a:pt x="1" y="392"/>
                  </a:lnTo>
                  <a:lnTo>
                    <a:pt x="3" y="365"/>
                  </a:lnTo>
                  <a:lnTo>
                    <a:pt x="7" y="338"/>
                  </a:lnTo>
                  <a:lnTo>
                    <a:pt x="14" y="313"/>
                  </a:lnTo>
                  <a:lnTo>
                    <a:pt x="21" y="286"/>
                  </a:lnTo>
                  <a:lnTo>
                    <a:pt x="30" y="260"/>
                  </a:lnTo>
                  <a:lnTo>
                    <a:pt x="41" y="234"/>
                  </a:lnTo>
                  <a:lnTo>
                    <a:pt x="53" y="209"/>
                  </a:lnTo>
                  <a:lnTo>
                    <a:pt x="67" y="184"/>
                  </a:lnTo>
                  <a:lnTo>
                    <a:pt x="84" y="161"/>
                  </a:lnTo>
                  <a:lnTo>
                    <a:pt x="100" y="140"/>
                  </a:lnTo>
                  <a:lnTo>
                    <a:pt x="118" y="119"/>
                  </a:lnTo>
                  <a:lnTo>
                    <a:pt x="138" y="101"/>
                  </a:lnTo>
                  <a:lnTo>
                    <a:pt x="159" y="84"/>
                  </a:lnTo>
                  <a:lnTo>
                    <a:pt x="181" y="68"/>
                  </a:lnTo>
                  <a:lnTo>
                    <a:pt x="205" y="54"/>
                  </a:lnTo>
                  <a:lnTo>
                    <a:pt x="230" y="42"/>
                  </a:lnTo>
                  <a:lnTo>
                    <a:pt x="256" y="30"/>
                  </a:lnTo>
                  <a:lnTo>
                    <a:pt x="283" y="22"/>
                  </a:lnTo>
                  <a:lnTo>
                    <a:pt x="309" y="14"/>
                  </a:lnTo>
                  <a:lnTo>
                    <a:pt x="337" y="8"/>
                  </a:lnTo>
                  <a:lnTo>
                    <a:pt x="365" y="4"/>
                  </a:lnTo>
                  <a:lnTo>
                    <a:pt x="394" y="1"/>
                  </a:lnTo>
                  <a:lnTo>
                    <a:pt x="424" y="0"/>
                  </a:lnTo>
                  <a:lnTo>
                    <a:pt x="448" y="1"/>
                  </a:lnTo>
                  <a:lnTo>
                    <a:pt x="471" y="3"/>
                  </a:lnTo>
                  <a:lnTo>
                    <a:pt x="492" y="5"/>
                  </a:lnTo>
                  <a:lnTo>
                    <a:pt x="514" y="8"/>
                  </a:lnTo>
                  <a:lnTo>
                    <a:pt x="535" y="12"/>
                  </a:lnTo>
                  <a:lnTo>
                    <a:pt x="556" y="18"/>
                  </a:lnTo>
                  <a:lnTo>
                    <a:pt x="575" y="24"/>
                  </a:lnTo>
                  <a:lnTo>
                    <a:pt x="594" y="30"/>
                  </a:lnTo>
                  <a:lnTo>
                    <a:pt x="614" y="39"/>
                  </a:lnTo>
                  <a:lnTo>
                    <a:pt x="632" y="48"/>
                  </a:lnTo>
                  <a:lnTo>
                    <a:pt x="650" y="58"/>
                  </a:lnTo>
                  <a:lnTo>
                    <a:pt x="668" y="69"/>
                  </a:lnTo>
                  <a:lnTo>
                    <a:pt x="684" y="81"/>
                  </a:lnTo>
                  <a:lnTo>
                    <a:pt x="700" y="94"/>
                  </a:lnTo>
                  <a:lnTo>
                    <a:pt x="716" y="108"/>
                  </a:lnTo>
                  <a:lnTo>
                    <a:pt x="731" y="122"/>
                  </a:lnTo>
                  <a:lnTo>
                    <a:pt x="746" y="138"/>
                  </a:lnTo>
                  <a:lnTo>
                    <a:pt x="759" y="153"/>
                  </a:lnTo>
                  <a:lnTo>
                    <a:pt x="772" y="170"/>
                  </a:lnTo>
                  <a:lnTo>
                    <a:pt x="784" y="186"/>
                  </a:lnTo>
                  <a:lnTo>
                    <a:pt x="794" y="204"/>
                  </a:lnTo>
                  <a:lnTo>
                    <a:pt x="804" y="221"/>
                  </a:lnTo>
                  <a:lnTo>
                    <a:pt x="813" y="241"/>
                  </a:lnTo>
                  <a:lnTo>
                    <a:pt x="821" y="259"/>
                  </a:lnTo>
                  <a:lnTo>
                    <a:pt x="828" y="278"/>
                  </a:lnTo>
                  <a:lnTo>
                    <a:pt x="834" y="299"/>
                  </a:lnTo>
                  <a:lnTo>
                    <a:pt x="840" y="319"/>
                  </a:lnTo>
                  <a:lnTo>
                    <a:pt x="843" y="339"/>
                  </a:lnTo>
                  <a:lnTo>
                    <a:pt x="846" y="361"/>
                  </a:lnTo>
                  <a:lnTo>
                    <a:pt x="849" y="383"/>
                  </a:lnTo>
                  <a:lnTo>
                    <a:pt x="850" y="405"/>
                  </a:lnTo>
                  <a:lnTo>
                    <a:pt x="850" y="429"/>
                  </a:lnTo>
                  <a:lnTo>
                    <a:pt x="850" y="451"/>
                  </a:lnTo>
                  <a:lnTo>
                    <a:pt x="849" y="474"/>
                  </a:lnTo>
                  <a:lnTo>
                    <a:pt x="846" y="496"/>
                  </a:lnTo>
                  <a:lnTo>
                    <a:pt x="843" y="518"/>
                  </a:lnTo>
                  <a:lnTo>
                    <a:pt x="839" y="539"/>
                  </a:lnTo>
                  <a:lnTo>
                    <a:pt x="834" y="559"/>
                  </a:lnTo>
                  <a:lnTo>
                    <a:pt x="828" y="579"/>
                  </a:lnTo>
                  <a:lnTo>
                    <a:pt x="820" y="599"/>
                  </a:lnTo>
                  <a:lnTo>
                    <a:pt x="813" y="617"/>
                  </a:lnTo>
                  <a:lnTo>
                    <a:pt x="804" y="637"/>
                  </a:lnTo>
                  <a:lnTo>
                    <a:pt x="793" y="655"/>
                  </a:lnTo>
                  <a:lnTo>
                    <a:pt x="783" y="672"/>
                  </a:lnTo>
                  <a:lnTo>
                    <a:pt x="771" y="689"/>
                  </a:lnTo>
                  <a:lnTo>
                    <a:pt x="758" y="705"/>
                  </a:lnTo>
                  <a:lnTo>
                    <a:pt x="745" y="722"/>
                  </a:lnTo>
                  <a:lnTo>
                    <a:pt x="730" y="738"/>
                  </a:lnTo>
                  <a:lnTo>
                    <a:pt x="715" y="753"/>
                  </a:lnTo>
                  <a:lnTo>
                    <a:pt x="699" y="767"/>
                  </a:lnTo>
                  <a:lnTo>
                    <a:pt x="683" y="779"/>
                  </a:lnTo>
                  <a:lnTo>
                    <a:pt x="665" y="791"/>
                  </a:lnTo>
                  <a:lnTo>
                    <a:pt x="648" y="802"/>
                  </a:lnTo>
                  <a:lnTo>
                    <a:pt x="631" y="813"/>
                  </a:lnTo>
                  <a:lnTo>
                    <a:pt x="613" y="821"/>
                  </a:lnTo>
                  <a:lnTo>
                    <a:pt x="593" y="830"/>
                  </a:lnTo>
                  <a:lnTo>
                    <a:pt x="575" y="836"/>
                  </a:lnTo>
                  <a:lnTo>
                    <a:pt x="555" y="843"/>
                  </a:lnTo>
                  <a:lnTo>
                    <a:pt x="534" y="848"/>
                  </a:lnTo>
                  <a:lnTo>
                    <a:pt x="514" y="852"/>
                  </a:lnTo>
                  <a:lnTo>
                    <a:pt x="492" y="856"/>
                  </a:lnTo>
                  <a:lnTo>
                    <a:pt x="471" y="859"/>
                  </a:lnTo>
                  <a:lnTo>
                    <a:pt x="449" y="860"/>
                  </a:lnTo>
                  <a:lnTo>
                    <a:pt x="427" y="860"/>
                  </a:lnTo>
                  <a:lnTo>
                    <a:pt x="398" y="860"/>
                  </a:lnTo>
                  <a:lnTo>
                    <a:pt x="370" y="857"/>
                  </a:lnTo>
                  <a:lnTo>
                    <a:pt x="343" y="854"/>
                  </a:lnTo>
                  <a:lnTo>
                    <a:pt x="316" y="847"/>
                  </a:lnTo>
                  <a:lnTo>
                    <a:pt x="289" y="841"/>
                  </a:lnTo>
                  <a:lnTo>
                    <a:pt x="262" y="832"/>
                  </a:lnTo>
                  <a:lnTo>
                    <a:pt x="236" y="821"/>
                  </a:lnTo>
                  <a:lnTo>
                    <a:pt x="210" y="810"/>
                  </a:lnTo>
                  <a:lnTo>
                    <a:pt x="185" y="796"/>
                  </a:lnTo>
                  <a:lnTo>
                    <a:pt x="162" y="781"/>
                  </a:lnTo>
                  <a:lnTo>
                    <a:pt x="150" y="773"/>
                  </a:lnTo>
                  <a:lnTo>
                    <a:pt x="139" y="764"/>
                  </a:lnTo>
                  <a:lnTo>
                    <a:pt x="130" y="756"/>
                  </a:lnTo>
                  <a:lnTo>
                    <a:pt x="119" y="746"/>
                  </a:lnTo>
                  <a:lnTo>
                    <a:pt x="109" y="737"/>
                  </a:lnTo>
                  <a:lnTo>
                    <a:pt x="101" y="727"/>
                  </a:lnTo>
                  <a:lnTo>
                    <a:pt x="92" y="716"/>
                  </a:lnTo>
                  <a:lnTo>
                    <a:pt x="84" y="705"/>
                  </a:lnTo>
                  <a:lnTo>
                    <a:pt x="67" y="683"/>
                  </a:lnTo>
                  <a:lnTo>
                    <a:pt x="53" y="659"/>
                  </a:lnTo>
                  <a:lnTo>
                    <a:pt x="41" y="634"/>
                  </a:lnTo>
                  <a:lnTo>
                    <a:pt x="30" y="608"/>
                  </a:lnTo>
                  <a:lnTo>
                    <a:pt x="21" y="579"/>
                  </a:lnTo>
                  <a:lnTo>
                    <a:pt x="14" y="550"/>
                  </a:lnTo>
                  <a:lnTo>
                    <a:pt x="7" y="519"/>
                  </a:lnTo>
                  <a:lnTo>
                    <a:pt x="3" y="487"/>
                  </a:lnTo>
                  <a:lnTo>
                    <a:pt x="1" y="453"/>
                  </a:lnTo>
                  <a:lnTo>
                    <a:pt x="0" y="419"/>
                  </a:lnTo>
                  <a:close/>
                  <a:moveTo>
                    <a:pt x="223" y="431"/>
                  </a:moveTo>
                  <a:lnTo>
                    <a:pt x="224" y="460"/>
                  </a:lnTo>
                  <a:lnTo>
                    <a:pt x="228" y="488"/>
                  </a:lnTo>
                  <a:lnTo>
                    <a:pt x="229" y="502"/>
                  </a:lnTo>
                  <a:lnTo>
                    <a:pt x="232" y="514"/>
                  </a:lnTo>
                  <a:lnTo>
                    <a:pt x="234" y="526"/>
                  </a:lnTo>
                  <a:lnTo>
                    <a:pt x="238" y="538"/>
                  </a:lnTo>
                  <a:lnTo>
                    <a:pt x="242" y="550"/>
                  </a:lnTo>
                  <a:lnTo>
                    <a:pt x="246" y="561"/>
                  </a:lnTo>
                  <a:lnTo>
                    <a:pt x="251" y="571"/>
                  </a:lnTo>
                  <a:lnTo>
                    <a:pt x="257" y="582"/>
                  </a:lnTo>
                  <a:lnTo>
                    <a:pt x="262" y="592"/>
                  </a:lnTo>
                  <a:lnTo>
                    <a:pt x="269" y="600"/>
                  </a:lnTo>
                  <a:lnTo>
                    <a:pt x="275" y="610"/>
                  </a:lnTo>
                  <a:lnTo>
                    <a:pt x="281" y="617"/>
                  </a:lnTo>
                  <a:lnTo>
                    <a:pt x="297" y="634"/>
                  </a:lnTo>
                  <a:lnTo>
                    <a:pt x="313" y="646"/>
                  </a:lnTo>
                  <a:lnTo>
                    <a:pt x="321" y="652"/>
                  </a:lnTo>
                  <a:lnTo>
                    <a:pt x="329" y="657"/>
                  </a:lnTo>
                  <a:lnTo>
                    <a:pt x="337" y="663"/>
                  </a:lnTo>
                  <a:lnTo>
                    <a:pt x="347" y="667"/>
                  </a:lnTo>
                  <a:lnTo>
                    <a:pt x="356" y="670"/>
                  </a:lnTo>
                  <a:lnTo>
                    <a:pt x="365" y="673"/>
                  </a:lnTo>
                  <a:lnTo>
                    <a:pt x="375" y="676"/>
                  </a:lnTo>
                  <a:lnTo>
                    <a:pt x="385" y="679"/>
                  </a:lnTo>
                  <a:lnTo>
                    <a:pt x="404" y="682"/>
                  </a:lnTo>
                  <a:lnTo>
                    <a:pt x="426" y="683"/>
                  </a:lnTo>
                  <a:lnTo>
                    <a:pt x="446" y="682"/>
                  </a:lnTo>
                  <a:lnTo>
                    <a:pt x="466" y="679"/>
                  </a:lnTo>
                  <a:lnTo>
                    <a:pt x="476" y="676"/>
                  </a:lnTo>
                  <a:lnTo>
                    <a:pt x="486" y="673"/>
                  </a:lnTo>
                  <a:lnTo>
                    <a:pt x="494" y="670"/>
                  </a:lnTo>
                  <a:lnTo>
                    <a:pt x="504" y="667"/>
                  </a:lnTo>
                  <a:lnTo>
                    <a:pt x="513" y="663"/>
                  </a:lnTo>
                  <a:lnTo>
                    <a:pt x="521" y="657"/>
                  </a:lnTo>
                  <a:lnTo>
                    <a:pt x="530" y="652"/>
                  </a:lnTo>
                  <a:lnTo>
                    <a:pt x="538" y="646"/>
                  </a:lnTo>
                  <a:lnTo>
                    <a:pt x="554" y="634"/>
                  </a:lnTo>
                  <a:lnTo>
                    <a:pt x="569" y="617"/>
                  </a:lnTo>
                  <a:lnTo>
                    <a:pt x="575" y="610"/>
                  </a:lnTo>
                  <a:lnTo>
                    <a:pt x="583" y="600"/>
                  </a:lnTo>
                  <a:lnTo>
                    <a:pt x="588" y="592"/>
                  </a:lnTo>
                  <a:lnTo>
                    <a:pt x="594" y="582"/>
                  </a:lnTo>
                  <a:lnTo>
                    <a:pt x="599" y="571"/>
                  </a:lnTo>
                  <a:lnTo>
                    <a:pt x="604" y="561"/>
                  </a:lnTo>
                  <a:lnTo>
                    <a:pt x="608" y="550"/>
                  </a:lnTo>
                  <a:lnTo>
                    <a:pt x="612" y="538"/>
                  </a:lnTo>
                  <a:lnTo>
                    <a:pt x="618" y="513"/>
                  </a:lnTo>
                  <a:lnTo>
                    <a:pt x="623" y="488"/>
                  </a:lnTo>
                  <a:lnTo>
                    <a:pt x="626" y="459"/>
                  </a:lnTo>
                  <a:lnTo>
                    <a:pt x="627" y="429"/>
                  </a:lnTo>
                  <a:lnTo>
                    <a:pt x="626" y="400"/>
                  </a:lnTo>
                  <a:lnTo>
                    <a:pt x="623" y="372"/>
                  </a:lnTo>
                  <a:lnTo>
                    <a:pt x="618" y="346"/>
                  </a:lnTo>
                  <a:lnTo>
                    <a:pt x="612" y="322"/>
                  </a:lnTo>
                  <a:lnTo>
                    <a:pt x="608" y="311"/>
                  </a:lnTo>
                  <a:lnTo>
                    <a:pt x="604" y="300"/>
                  </a:lnTo>
                  <a:lnTo>
                    <a:pt x="599" y="289"/>
                  </a:lnTo>
                  <a:lnTo>
                    <a:pt x="594" y="279"/>
                  </a:lnTo>
                  <a:lnTo>
                    <a:pt x="588" y="270"/>
                  </a:lnTo>
                  <a:lnTo>
                    <a:pt x="583" y="260"/>
                  </a:lnTo>
                  <a:lnTo>
                    <a:pt x="575" y="251"/>
                  </a:lnTo>
                  <a:lnTo>
                    <a:pt x="569" y="243"/>
                  </a:lnTo>
                  <a:lnTo>
                    <a:pt x="554" y="228"/>
                  </a:lnTo>
                  <a:lnTo>
                    <a:pt x="538" y="215"/>
                  </a:lnTo>
                  <a:lnTo>
                    <a:pt x="521" y="203"/>
                  </a:lnTo>
                  <a:lnTo>
                    <a:pt x="504" y="195"/>
                  </a:lnTo>
                  <a:lnTo>
                    <a:pt x="494" y="190"/>
                  </a:lnTo>
                  <a:lnTo>
                    <a:pt x="486" y="187"/>
                  </a:lnTo>
                  <a:lnTo>
                    <a:pt x="476" y="184"/>
                  </a:lnTo>
                  <a:lnTo>
                    <a:pt x="466" y="182"/>
                  </a:lnTo>
                  <a:lnTo>
                    <a:pt x="446" y="179"/>
                  </a:lnTo>
                  <a:lnTo>
                    <a:pt x="426" y="177"/>
                  </a:lnTo>
                  <a:lnTo>
                    <a:pt x="404" y="179"/>
                  </a:lnTo>
                  <a:lnTo>
                    <a:pt x="385" y="182"/>
                  </a:lnTo>
                  <a:lnTo>
                    <a:pt x="375" y="184"/>
                  </a:lnTo>
                  <a:lnTo>
                    <a:pt x="365" y="187"/>
                  </a:lnTo>
                  <a:lnTo>
                    <a:pt x="356" y="190"/>
                  </a:lnTo>
                  <a:lnTo>
                    <a:pt x="347" y="195"/>
                  </a:lnTo>
                  <a:lnTo>
                    <a:pt x="337" y="199"/>
                  </a:lnTo>
                  <a:lnTo>
                    <a:pt x="329" y="203"/>
                  </a:lnTo>
                  <a:lnTo>
                    <a:pt x="321" y="209"/>
                  </a:lnTo>
                  <a:lnTo>
                    <a:pt x="313" y="215"/>
                  </a:lnTo>
                  <a:lnTo>
                    <a:pt x="297" y="228"/>
                  </a:lnTo>
                  <a:lnTo>
                    <a:pt x="281" y="243"/>
                  </a:lnTo>
                  <a:lnTo>
                    <a:pt x="275" y="251"/>
                  </a:lnTo>
                  <a:lnTo>
                    <a:pt x="269" y="260"/>
                  </a:lnTo>
                  <a:lnTo>
                    <a:pt x="262" y="270"/>
                  </a:lnTo>
                  <a:lnTo>
                    <a:pt x="257" y="279"/>
                  </a:lnTo>
                  <a:lnTo>
                    <a:pt x="251" y="289"/>
                  </a:lnTo>
                  <a:lnTo>
                    <a:pt x="246" y="300"/>
                  </a:lnTo>
                  <a:lnTo>
                    <a:pt x="242" y="311"/>
                  </a:lnTo>
                  <a:lnTo>
                    <a:pt x="238" y="322"/>
                  </a:lnTo>
                  <a:lnTo>
                    <a:pt x="234" y="334"/>
                  </a:lnTo>
                  <a:lnTo>
                    <a:pt x="232" y="347"/>
                  </a:lnTo>
                  <a:lnTo>
                    <a:pt x="229" y="360"/>
                  </a:lnTo>
                  <a:lnTo>
                    <a:pt x="228" y="373"/>
                  </a:lnTo>
                  <a:lnTo>
                    <a:pt x="224" y="401"/>
                  </a:lnTo>
                  <a:lnTo>
                    <a:pt x="223" y="431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0" name="Freeform 25">
              <a:extLst>
                <a:ext uri="{FF2B5EF4-FFF2-40B4-BE49-F238E27FC236}">
                  <a16:creationId xmlns:a16="http://schemas.microsoft.com/office/drawing/2014/main" id="{22F5497A-5C69-521D-190B-31090359E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458"/>
              <a:ext cx="44" cy="77"/>
            </a:xfrm>
            <a:custGeom>
              <a:avLst/>
              <a:gdLst>
                <a:gd name="T0" fmla="*/ 0 w 533"/>
                <a:gd name="T1" fmla="*/ 0 h 842"/>
                <a:gd name="T2" fmla="*/ 0 w 533"/>
                <a:gd name="T3" fmla="*/ 0 h 842"/>
                <a:gd name="T4" fmla="*/ 0 w 533"/>
                <a:gd name="T5" fmla="*/ 0 h 842"/>
                <a:gd name="T6" fmla="*/ 0 w 533"/>
                <a:gd name="T7" fmla="*/ 0 h 842"/>
                <a:gd name="T8" fmla="*/ 0 w 533"/>
                <a:gd name="T9" fmla="*/ 0 h 842"/>
                <a:gd name="T10" fmla="*/ 0 w 533"/>
                <a:gd name="T11" fmla="*/ 0 h 842"/>
                <a:gd name="T12" fmla="*/ 0 w 533"/>
                <a:gd name="T13" fmla="*/ 0 h 842"/>
                <a:gd name="T14" fmla="*/ 0 w 533"/>
                <a:gd name="T15" fmla="*/ 0 h 842"/>
                <a:gd name="T16" fmla="*/ 0 w 533"/>
                <a:gd name="T17" fmla="*/ 0 h 842"/>
                <a:gd name="T18" fmla="*/ 0 w 533"/>
                <a:gd name="T19" fmla="*/ 0 h 842"/>
                <a:gd name="T20" fmla="*/ 0 w 533"/>
                <a:gd name="T21" fmla="*/ 0 h 842"/>
                <a:gd name="T22" fmla="*/ 0 w 533"/>
                <a:gd name="T23" fmla="*/ 0 h 842"/>
                <a:gd name="T24" fmla="*/ 0 w 533"/>
                <a:gd name="T25" fmla="*/ 0 h 842"/>
                <a:gd name="T26" fmla="*/ 0 w 533"/>
                <a:gd name="T27" fmla="*/ 0 h 842"/>
                <a:gd name="T28" fmla="*/ 0 w 533"/>
                <a:gd name="T29" fmla="*/ 0 h 842"/>
                <a:gd name="T30" fmla="*/ 0 w 533"/>
                <a:gd name="T31" fmla="*/ 0 h 842"/>
                <a:gd name="T32" fmla="*/ 0 w 533"/>
                <a:gd name="T33" fmla="*/ 0 h 842"/>
                <a:gd name="T34" fmla="*/ 0 w 533"/>
                <a:gd name="T35" fmla="*/ 0 h 842"/>
                <a:gd name="T36" fmla="*/ 0 w 533"/>
                <a:gd name="T37" fmla="*/ 0 h 842"/>
                <a:gd name="T38" fmla="*/ 0 w 533"/>
                <a:gd name="T39" fmla="*/ 0 h 842"/>
                <a:gd name="T40" fmla="*/ 0 w 533"/>
                <a:gd name="T41" fmla="*/ 0 h 842"/>
                <a:gd name="T42" fmla="*/ 0 w 533"/>
                <a:gd name="T43" fmla="*/ 0 h 842"/>
                <a:gd name="T44" fmla="*/ 0 w 533"/>
                <a:gd name="T45" fmla="*/ 0 h 842"/>
                <a:gd name="T46" fmla="*/ 0 w 533"/>
                <a:gd name="T47" fmla="*/ 0 h 842"/>
                <a:gd name="T48" fmla="*/ 0 w 533"/>
                <a:gd name="T49" fmla="*/ 0 h 842"/>
                <a:gd name="T50" fmla="*/ 0 w 533"/>
                <a:gd name="T51" fmla="*/ 0 h 842"/>
                <a:gd name="T52" fmla="*/ 0 w 533"/>
                <a:gd name="T53" fmla="*/ 0 h 842"/>
                <a:gd name="T54" fmla="*/ 0 w 533"/>
                <a:gd name="T55" fmla="*/ 0 h 842"/>
                <a:gd name="T56" fmla="*/ 0 w 533"/>
                <a:gd name="T57" fmla="*/ 0 h 842"/>
                <a:gd name="T58" fmla="*/ 0 w 533"/>
                <a:gd name="T59" fmla="*/ 0 h 842"/>
                <a:gd name="T60" fmla="*/ 0 w 533"/>
                <a:gd name="T61" fmla="*/ 0 h 842"/>
                <a:gd name="T62" fmla="*/ 0 w 533"/>
                <a:gd name="T63" fmla="*/ 0 h 842"/>
                <a:gd name="T64" fmla="*/ 0 w 533"/>
                <a:gd name="T65" fmla="*/ 0 h 842"/>
                <a:gd name="T66" fmla="*/ 0 w 533"/>
                <a:gd name="T67" fmla="*/ 0 h 842"/>
                <a:gd name="T68" fmla="*/ 0 w 533"/>
                <a:gd name="T69" fmla="*/ 0 h 842"/>
                <a:gd name="T70" fmla="*/ 0 w 533"/>
                <a:gd name="T71" fmla="*/ 0 h 842"/>
                <a:gd name="T72" fmla="*/ 0 w 533"/>
                <a:gd name="T73" fmla="*/ 0 h 842"/>
                <a:gd name="T74" fmla="*/ 0 w 533"/>
                <a:gd name="T75" fmla="*/ 0 h 842"/>
                <a:gd name="T76" fmla="*/ 0 w 533"/>
                <a:gd name="T77" fmla="*/ 0 h 842"/>
                <a:gd name="T78" fmla="*/ 0 w 533"/>
                <a:gd name="T79" fmla="*/ 0 h 842"/>
                <a:gd name="T80" fmla="*/ 0 w 533"/>
                <a:gd name="T81" fmla="*/ 0 h 842"/>
                <a:gd name="T82" fmla="*/ 0 w 533"/>
                <a:gd name="T83" fmla="*/ 0 h 842"/>
                <a:gd name="T84" fmla="*/ 0 w 533"/>
                <a:gd name="T85" fmla="*/ 0 h 842"/>
                <a:gd name="T86" fmla="*/ 0 w 533"/>
                <a:gd name="T87" fmla="*/ 0 h 842"/>
                <a:gd name="T88" fmla="*/ 0 w 533"/>
                <a:gd name="T89" fmla="*/ 0 h 842"/>
                <a:gd name="T90" fmla="*/ 0 w 533"/>
                <a:gd name="T91" fmla="*/ 0 h 842"/>
                <a:gd name="T92" fmla="*/ 0 w 533"/>
                <a:gd name="T93" fmla="*/ 0 h 842"/>
                <a:gd name="T94" fmla="*/ 0 w 533"/>
                <a:gd name="T95" fmla="*/ 0 h 842"/>
                <a:gd name="T96" fmla="*/ 0 w 533"/>
                <a:gd name="T97" fmla="*/ 0 h 842"/>
                <a:gd name="T98" fmla="*/ 0 w 533"/>
                <a:gd name="T99" fmla="*/ 0 h 842"/>
                <a:gd name="T100" fmla="*/ 0 w 533"/>
                <a:gd name="T101" fmla="*/ 0 h 842"/>
                <a:gd name="T102" fmla="*/ 0 w 533"/>
                <a:gd name="T103" fmla="*/ 0 h 842"/>
                <a:gd name="T104" fmla="*/ 0 w 533"/>
                <a:gd name="T105" fmla="*/ 0 h 842"/>
                <a:gd name="T106" fmla="*/ 0 w 533"/>
                <a:gd name="T107" fmla="*/ 0 h 842"/>
                <a:gd name="T108" fmla="*/ 0 w 533"/>
                <a:gd name="T109" fmla="*/ 0 h 842"/>
                <a:gd name="T110" fmla="*/ 0 w 533"/>
                <a:gd name="T111" fmla="*/ 0 h 842"/>
                <a:gd name="T112" fmla="*/ 0 w 533"/>
                <a:gd name="T113" fmla="*/ 0 h 842"/>
                <a:gd name="T114" fmla="*/ 0 w 533"/>
                <a:gd name="T115" fmla="*/ 0 h 842"/>
                <a:gd name="T116" fmla="*/ 0 w 533"/>
                <a:gd name="T117" fmla="*/ 0 h 842"/>
                <a:gd name="T118" fmla="*/ 0 w 533"/>
                <a:gd name="T119" fmla="*/ 0 h 842"/>
                <a:gd name="T120" fmla="*/ 0 w 533"/>
                <a:gd name="T121" fmla="*/ 0 h 842"/>
                <a:gd name="T122" fmla="*/ 0 w 533"/>
                <a:gd name="T123" fmla="*/ 0 h 842"/>
                <a:gd name="T124" fmla="*/ 0 w 533"/>
                <a:gd name="T125" fmla="*/ 0 h 84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533" h="842">
                  <a:moveTo>
                    <a:pt x="218" y="842"/>
                  </a:moveTo>
                  <a:lnTo>
                    <a:pt x="0" y="842"/>
                  </a:lnTo>
                  <a:lnTo>
                    <a:pt x="0" y="20"/>
                  </a:lnTo>
                  <a:lnTo>
                    <a:pt x="202" y="20"/>
                  </a:lnTo>
                  <a:lnTo>
                    <a:pt x="202" y="137"/>
                  </a:lnTo>
                  <a:lnTo>
                    <a:pt x="215" y="116"/>
                  </a:lnTo>
                  <a:lnTo>
                    <a:pt x="228" y="98"/>
                  </a:lnTo>
                  <a:lnTo>
                    <a:pt x="240" y="82"/>
                  </a:lnTo>
                  <a:lnTo>
                    <a:pt x="252" y="67"/>
                  </a:lnTo>
                  <a:lnTo>
                    <a:pt x="263" y="55"/>
                  </a:lnTo>
                  <a:lnTo>
                    <a:pt x="274" y="43"/>
                  </a:lnTo>
                  <a:lnTo>
                    <a:pt x="285" y="35"/>
                  </a:lnTo>
                  <a:lnTo>
                    <a:pt x="296" y="27"/>
                  </a:lnTo>
                  <a:lnTo>
                    <a:pt x="307" y="21"/>
                  </a:lnTo>
                  <a:lnTo>
                    <a:pt x="317" y="15"/>
                  </a:lnTo>
                  <a:lnTo>
                    <a:pt x="328" y="11"/>
                  </a:lnTo>
                  <a:lnTo>
                    <a:pt x="340" y="7"/>
                  </a:lnTo>
                  <a:lnTo>
                    <a:pt x="352" y="5"/>
                  </a:lnTo>
                  <a:lnTo>
                    <a:pt x="365" y="3"/>
                  </a:lnTo>
                  <a:lnTo>
                    <a:pt x="377" y="1"/>
                  </a:lnTo>
                  <a:lnTo>
                    <a:pt x="390" y="0"/>
                  </a:lnTo>
                  <a:lnTo>
                    <a:pt x="409" y="1"/>
                  </a:lnTo>
                  <a:lnTo>
                    <a:pt x="427" y="4"/>
                  </a:lnTo>
                  <a:lnTo>
                    <a:pt x="445" y="7"/>
                  </a:lnTo>
                  <a:lnTo>
                    <a:pt x="464" y="11"/>
                  </a:lnTo>
                  <a:lnTo>
                    <a:pt x="481" y="16"/>
                  </a:lnTo>
                  <a:lnTo>
                    <a:pt x="499" y="24"/>
                  </a:lnTo>
                  <a:lnTo>
                    <a:pt x="516" y="33"/>
                  </a:lnTo>
                  <a:lnTo>
                    <a:pt x="533" y="42"/>
                  </a:lnTo>
                  <a:lnTo>
                    <a:pt x="466" y="231"/>
                  </a:lnTo>
                  <a:lnTo>
                    <a:pt x="453" y="224"/>
                  </a:lnTo>
                  <a:lnTo>
                    <a:pt x="439" y="216"/>
                  </a:lnTo>
                  <a:lnTo>
                    <a:pt x="426" y="210"/>
                  </a:lnTo>
                  <a:lnTo>
                    <a:pt x="413" y="204"/>
                  </a:lnTo>
                  <a:lnTo>
                    <a:pt x="400" y="201"/>
                  </a:lnTo>
                  <a:lnTo>
                    <a:pt x="388" y="198"/>
                  </a:lnTo>
                  <a:lnTo>
                    <a:pt x="375" y="197"/>
                  </a:lnTo>
                  <a:lnTo>
                    <a:pt x="364" y="196"/>
                  </a:lnTo>
                  <a:lnTo>
                    <a:pt x="353" y="197"/>
                  </a:lnTo>
                  <a:lnTo>
                    <a:pt x="342" y="198"/>
                  </a:lnTo>
                  <a:lnTo>
                    <a:pt x="331" y="199"/>
                  </a:lnTo>
                  <a:lnTo>
                    <a:pt x="322" y="202"/>
                  </a:lnTo>
                  <a:lnTo>
                    <a:pt x="312" y="205"/>
                  </a:lnTo>
                  <a:lnTo>
                    <a:pt x="303" y="210"/>
                  </a:lnTo>
                  <a:lnTo>
                    <a:pt x="295" y="215"/>
                  </a:lnTo>
                  <a:lnTo>
                    <a:pt x="286" y="221"/>
                  </a:lnTo>
                  <a:lnTo>
                    <a:pt x="279" y="228"/>
                  </a:lnTo>
                  <a:lnTo>
                    <a:pt x="271" y="236"/>
                  </a:lnTo>
                  <a:lnTo>
                    <a:pt x="265" y="245"/>
                  </a:lnTo>
                  <a:lnTo>
                    <a:pt x="258" y="256"/>
                  </a:lnTo>
                  <a:lnTo>
                    <a:pt x="252" y="269"/>
                  </a:lnTo>
                  <a:lnTo>
                    <a:pt x="246" y="282"/>
                  </a:lnTo>
                  <a:lnTo>
                    <a:pt x="241" y="297"/>
                  </a:lnTo>
                  <a:lnTo>
                    <a:pt x="237" y="312"/>
                  </a:lnTo>
                  <a:lnTo>
                    <a:pt x="232" y="331"/>
                  </a:lnTo>
                  <a:lnTo>
                    <a:pt x="228" y="353"/>
                  </a:lnTo>
                  <a:lnTo>
                    <a:pt x="225" y="381"/>
                  </a:lnTo>
                  <a:lnTo>
                    <a:pt x="223" y="414"/>
                  </a:lnTo>
                  <a:lnTo>
                    <a:pt x="220" y="451"/>
                  </a:lnTo>
                  <a:lnTo>
                    <a:pt x="219" y="492"/>
                  </a:lnTo>
                  <a:lnTo>
                    <a:pt x="218" y="538"/>
                  </a:lnTo>
                  <a:lnTo>
                    <a:pt x="218" y="587"/>
                  </a:lnTo>
                  <a:lnTo>
                    <a:pt x="218" y="84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1" name="Freeform 26">
              <a:extLst>
                <a:ext uri="{FF2B5EF4-FFF2-40B4-BE49-F238E27FC236}">
                  <a16:creationId xmlns:a16="http://schemas.microsoft.com/office/drawing/2014/main" id="{43D7743F-FB3F-7066-C08D-FB3EE7BDD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3432"/>
              <a:ext cx="63" cy="103"/>
            </a:xfrm>
            <a:custGeom>
              <a:avLst/>
              <a:gdLst>
                <a:gd name="T0" fmla="*/ 0 w 762"/>
                <a:gd name="T1" fmla="*/ 0 h 1136"/>
                <a:gd name="T2" fmla="*/ 0 w 762"/>
                <a:gd name="T3" fmla="*/ 0 h 1136"/>
                <a:gd name="T4" fmla="*/ 0 w 762"/>
                <a:gd name="T5" fmla="*/ 0 h 1136"/>
                <a:gd name="T6" fmla="*/ 0 w 762"/>
                <a:gd name="T7" fmla="*/ 0 h 1136"/>
                <a:gd name="T8" fmla="*/ 0 w 762"/>
                <a:gd name="T9" fmla="*/ 0 h 1136"/>
                <a:gd name="T10" fmla="*/ 0 w 762"/>
                <a:gd name="T11" fmla="*/ 0 h 1136"/>
                <a:gd name="T12" fmla="*/ 0 w 762"/>
                <a:gd name="T13" fmla="*/ 0 h 1136"/>
                <a:gd name="T14" fmla="*/ 0 w 762"/>
                <a:gd name="T15" fmla="*/ 0 h 1136"/>
                <a:gd name="T16" fmla="*/ 0 w 762"/>
                <a:gd name="T17" fmla="*/ 0 h 1136"/>
                <a:gd name="T18" fmla="*/ 0 w 762"/>
                <a:gd name="T19" fmla="*/ 0 h 1136"/>
                <a:gd name="T20" fmla="*/ 0 w 762"/>
                <a:gd name="T21" fmla="*/ 0 h 1136"/>
                <a:gd name="T22" fmla="*/ 0 w 762"/>
                <a:gd name="T23" fmla="*/ 0 h 1136"/>
                <a:gd name="T24" fmla="*/ 0 w 762"/>
                <a:gd name="T25" fmla="*/ 0 h 11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62" h="1136">
                  <a:moveTo>
                    <a:pt x="0" y="1136"/>
                  </a:moveTo>
                  <a:lnTo>
                    <a:pt x="0" y="0"/>
                  </a:lnTo>
                  <a:lnTo>
                    <a:pt x="218" y="0"/>
                  </a:lnTo>
                  <a:lnTo>
                    <a:pt x="218" y="602"/>
                  </a:lnTo>
                  <a:lnTo>
                    <a:pt x="474" y="314"/>
                  </a:lnTo>
                  <a:lnTo>
                    <a:pt x="743" y="314"/>
                  </a:lnTo>
                  <a:lnTo>
                    <a:pt x="461" y="613"/>
                  </a:lnTo>
                  <a:lnTo>
                    <a:pt x="762" y="1136"/>
                  </a:lnTo>
                  <a:lnTo>
                    <a:pt x="528" y="1136"/>
                  </a:lnTo>
                  <a:lnTo>
                    <a:pt x="320" y="767"/>
                  </a:lnTo>
                  <a:lnTo>
                    <a:pt x="218" y="873"/>
                  </a:lnTo>
                  <a:lnTo>
                    <a:pt x="218" y="1136"/>
                  </a:lnTo>
                  <a:lnTo>
                    <a:pt x="0" y="1136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2" name="Freeform 27">
              <a:extLst>
                <a:ext uri="{FF2B5EF4-FFF2-40B4-BE49-F238E27FC236}">
                  <a16:creationId xmlns:a16="http://schemas.microsoft.com/office/drawing/2014/main" id="{834161C0-8497-3C6C-EBFA-200C7E7F6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3458"/>
              <a:ext cx="64" cy="79"/>
            </a:xfrm>
            <a:custGeom>
              <a:avLst/>
              <a:gdLst>
                <a:gd name="T0" fmla="*/ 0 w 770"/>
                <a:gd name="T1" fmla="*/ 0 h 860"/>
                <a:gd name="T2" fmla="*/ 0 w 770"/>
                <a:gd name="T3" fmla="*/ 0 h 860"/>
                <a:gd name="T4" fmla="*/ 0 w 770"/>
                <a:gd name="T5" fmla="*/ 0 h 860"/>
                <a:gd name="T6" fmla="*/ 0 w 770"/>
                <a:gd name="T7" fmla="*/ 0 h 860"/>
                <a:gd name="T8" fmla="*/ 0 w 770"/>
                <a:gd name="T9" fmla="*/ 0 h 860"/>
                <a:gd name="T10" fmla="*/ 0 w 770"/>
                <a:gd name="T11" fmla="*/ 0 h 860"/>
                <a:gd name="T12" fmla="*/ 0 w 770"/>
                <a:gd name="T13" fmla="*/ 0 h 860"/>
                <a:gd name="T14" fmla="*/ 0 w 770"/>
                <a:gd name="T15" fmla="*/ 0 h 860"/>
                <a:gd name="T16" fmla="*/ 0 w 770"/>
                <a:gd name="T17" fmla="*/ 0 h 860"/>
                <a:gd name="T18" fmla="*/ 0 w 770"/>
                <a:gd name="T19" fmla="*/ 0 h 860"/>
                <a:gd name="T20" fmla="*/ 0 w 770"/>
                <a:gd name="T21" fmla="*/ 0 h 860"/>
                <a:gd name="T22" fmla="*/ 0 w 770"/>
                <a:gd name="T23" fmla="*/ 0 h 860"/>
                <a:gd name="T24" fmla="*/ 0 w 770"/>
                <a:gd name="T25" fmla="*/ 0 h 860"/>
                <a:gd name="T26" fmla="*/ 0 w 770"/>
                <a:gd name="T27" fmla="*/ 0 h 860"/>
                <a:gd name="T28" fmla="*/ 0 w 770"/>
                <a:gd name="T29" fmla="*/ 0 h 860"/>
                <a:gd name="T30" fmla="*/ 0 w 770"/>
                <a:gd name="T31" fmla="*/ 0 h 860"/>
                <a:gd name="T32" fmla="*/ 0 w 770"/>
                <a:gd name="T33" fmla="*/ 0 h 860"/>
                <a:gd name="T34" fmla="*/ 0 w 770"/>
                <a:gd name="T35" fmla="*/ 0 h 860"/>
                <a:gd name="T36" fmla="*/ 0 w 770"/>
                <a:gd name="T37" fmla="*/ 0 h 860"/>
                <a:gd name="T38" fmla="*/ 0 w 770"/>
                <a:gd name="T39" fmla="*/ 0 h 860"/>
                <a:gd name="T40" fmla="*/ 0 w 770"/>
                <a:gd name="T41" fmla="*/ 0 h 860"/>
                <a:gd name="T42" fmla="*/ 0 w 770"/>
                <a:gd name="T43" fmla="*/ 0 h 860"/>
                <a:gd name="T44" fmla="*/ 0 w 770"/>
                <a:gd name="T45" fmla="*/ 0 h 860"/>
                <a:gd name="T46" fmla="*/ 0 w 770"/>
                <a:gd name="T47" fmla="*/ 0 h 860"/>
                <a:gd name="T48" fmla="*/ 0 w 770"/>
                <a:gd name="T49" fmla="*/ 0 h 860"/>
                <a:gd name="T50" fmla="*/ 0 w 770"/>
                <a:gd name="T51" fmla="*/ 0 h 860"/>
                <a:gd name="T52" fmla="*/ 0 w 770"/>
                <a:gd name="T53" fmla="*/ 0 h 860"/>
                <a:gd name="T54" fmla="*/ 0 w 770"/>
                <a:gd name="T55" fmla="*/ 0 h 860"/>
                <a:gd name="T56" fmla="*/ 0 w 770"/>
                <a:gd name="T57" fmla="*/ 0 h 860"/>
                <a:gd name="T58" fmla="*/ 0 w 770"/>
                <a:gd name="T59" fmla="*/ 0 h 860"/>
                <a:gd name="T60" fmla="*/ 0 w 770"/>
                <a:gd name="T61" fmla="*/ 0 h 860"/>
                <a:gd name="T62" fmla="*/ 0 w 770"/>
                <a:gd name="T63" fmla="*/ 0 h 860"/>
                <a:gd name="T64" fmla="*/ 0 w 770"/>
                <a:gd name="T65" fmla="*/ 0 h 860"/>
                <a:gd name="T66" fmla="*/ 0 w 770"/>
                <a:gd name="T67" fmla="*/ 0 h 860"/>
                <a:gd name="T68" fmla="*/ 0 w 770"/>
                <a:gd name="T69" fmla="*/ 0 h 860"/>
                <a:gd name="T70" fmla="*/ 0 w 770"/>
                <a:gd name="T71" fmla="*/ 0 h 860"/>
                <a:gd name="T72" fmla="*/ 0 w 770"/>
                <a:gd name="T73" fmla="*/ 0 h 860"/>
                <a:gd name="T74" fmla="*/ 0 w 770"/>
                <a:gd name="T75" fmla="*/ 0 h 860"/>
                <a:gd name="T76" fmla="*/ 0 w 770"/>
                <a:gd name="T77" fmla="*/ 0 h 860"/>
                <a:gd name="T78" fmla="*/ 0 w 770"/>
                <a:gd name="T79" fmla="*/ 0 h 860"/>
                <a:gd name="T80" fmla="*/ 0 w 770"/>
                <a:gd name="T81" fmla="*/ 0 h 860"/>
                <a:gd name="T82" fmla="*/ 0 w 770"/>
                <a:gd name="T83" fmla="*/ 0 h 860"/>
                <a:gd name="T84" fmla="*/ 0 w 770"/>
                <a:gd name="T85" fmla="*/ 0 h 860"/>
                <a:gd name="T86" fmla="*/ 0 w 770"/>
                <a:gd name="T87" fmla="*/ 0 h 860"/>
                <a:gd name="T88" fmla="*/ 0 w 770"/>
                <a:gd name="T89" fmla="*/ 0 h 860"/>
                <a:gd name="T90" fmla="*/ 0 w 770"/>
                <a:gd name="T91" fmla="*/ 0 h 860"/>
                <a:gd name="T92" fmla="*/ 0 w 770"/>
                <a:gd name="T93" fmla="*/ 0 h 860"/>
                <a:gd name="T94" fmla="*/ 0 w 770"/>
                <a:gd name="T95" fmla="*/ 0 h 860"/>
                <a:gd name="T96" fmla="*/ 0 w 770"/>
                <a:gd name="T97" fmla="*/ 0 h 860"/>
                <a:gd name="T98" fmla="*/ 0 w 770"/>
                <a:gd name="T99" fmla="*/ 0 h 860"/>
                <a:gd name="T100" fmla="*/ 0 w 770"/>
                <a:gd name="T101" fmla="*/ 0 h 860"/>
                <a:gd name="T102" fmla="*/ 0 w 770"/>
                <a:gd name="T103" fmla="*/ 0 h 860"/>
                <a:gd name="T104" fmla="*/ 0 w 770"/>
                <a:gd name="T105" fmla="*/ 0 h 86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70" h="860">
                  <a:moveTo>
                    <a:pt x="0" y="607"/>
                  </a:moveTo>
                  <a:lnTo>
                    <a:pt x="218" y="573"/>
                  </a:lnTo>
                  <a:lnTo>
                    <a:pt x="223" y="590"/>
                  </a:lnTo>
                  <a:lnTo>
                    <a:pt x="227" y="603"/>
                  </a:lnTo>
                  <a:lnTo>
                    <a:pt x="234" y="617"/>
                  </a:lnTo>
                  <a:lnTo>
                    <a:pt x="240" y="629"/>
                  </a:lnTo>
                  <a:lnTo>
                    <a:pt x="248" y="641"/>
                  </a:lnTo>
                  <a:lnTo>
                    <a:pt x="256" y="652"/>
                  </a:lnTo>
                  <a:lnTo>
                    <a:pt x="265" y="661"/>
                  </a:lnTo>
                  <a:lnTo>
                    <a:pt x="275" y="670"/>
                  </a:lnTo>
                  <a:lnTo>
                    <a:pt x="286" y="678"/>
                  </a:lnTo>
                  <a:lnTo>
                    <a:pt x="299" y="685"/>
                  </a:lnTo>
                  <a:lnTo>
                    <a:pt x="312" y="690"/>
                  </a:lnTo>
                  <a:lnTo>
                    <a:pt x="326" y="695"/>
                  </a:lnTo>
                  <a:lnTo>
                    <a:pt x="342" y="699"/>
                  </a:lnTo>
                  <a:lnTo>
                    <a:pt x="358" y="701"/>
                  </a:lnTo>
                  <a:lnTo>
                    <a:pt x="377" y="702"/>
                  </a:lnTo>
                  <a:lnTo>
                    <a:pt x="395" y="703"/>
                  </a:lnTo>
                  <a:lnTo>
                    <a:pt x="415" y="702"/>
                  </a:lnTo>
                  <a:lnTo>
                    <a:pt x="435" y="701"/>
                  </a:lnTo>
                  <a:lnTo>
                    <a:pt x="453" y="699"/>
                  </a:lnTo>
                  <a:lnTo>
                    <a:pt x="469" y="696"/>
                  </a:lnTo>
                  <a:lnTo>
                    <a:pt x="484" y="691"/>
                  </a:lnTo>
                  <a:lnTo>
                    <a:pt x="498" y="686"/>
                  </a:lnTo>
                  <a:lnTo>
                    <a:pt x="511" y="680"/>
                  </a:lnTo>
                  <a:lnTo>
                    <a:pt x="522" y="672"/>
                  </a:lnTo>
                  <a:lnTo>
                    <a:pt x="529" y="667"/>
                  </a:lnTo>
                  <a:lnTo>
                    <a:pt x="535" y="660"/>
                  </a:lnTo>
                  <a:lnTo>
                    <a:pt x="540" y="654"/>
                  </a:lnTo>
                  <a:lnTo>
                    <a:pt x="543" y="646"/>
                  </a:lnTo>
                  <a:lnTo>
                    <a:pt x="547" y="639"/>
                  </a:lnTo>
                  <a:lnTo>
                    <a:pt x="550" y="631"/>
                  </a:lnTo>
                  <a:lnTo>
                    <a:pt x="551" y="623"/>
                  </a:lnTo>
                  <a:lnTo>
                    <a:pt x="551" y="614"/>
                  </a:lnTo>
                  <a:lnTo>
                    <a:pt x="550" y="602"/>
                  </a:lnTo>
                  <a:lnTo>
                    <a:pt x="548" y="592"/>
                  </a:lnTo>
                  <a:lnTo>
                    <a:pt x="544" y="586"/>
                  </a:lnTo>
                  <a:lnTo>
                    <a:pt x="542" y="582"/>
                  </a:lnTo>
                  <a:lnTo>
                    <a:pt x="539" y="577"/>
                  </a:lnTo>
                  <a:lnTo>
                    <a:pt x="536" y="572"/>
                  </a:lnTo>
                  <a:lnTo>
                    <a:pt x="530" y="569"/>
                  </a:lnTo>
                  <a:lnTo>
                    <a:pt x="525" y="565"/>
                  </a:lnTo>
                  <a:lnTo>
                    <a:pt x="517" y="562"/>
                  </a:lnTo>
                  <a:lnTo>
                    <a:pt x="509" y="558"/>
                  </a:lnTo>
                  <a:lnTo>
                    <a:pt x="488" y="551"/>
                  </a:lnTo>
                  <a:lnTo>
                    <a:pt x="463" y="544"/>
                  </a:lnTo>
                  <a:lnTo>
                    <a:pt x="399" y="531"/>
                  </a:lnTo>
                  <a:lnTo>
                    <a:pt x="342" y="515"/>
                  </a:lnTo>
                  <a:lnTo>
                    <a:pt x="292" y="503"/>
                  </a:lnTo>
                  <a:lnTo>
                    <a:pt x="246" y="489"/>
                  </a:lnTo>
                  <a:lnTo>
                    <a:pt x="208" y="476"/>
                  </a:lnTo>
                  <a:lnTo>
                    <a:pt x="175" y="463"/>
                  </a:lnTo>
                  <a:lnTo>
                    <a:pt x="161" y="456"/>
                  </a:lnTo>
                  <a:lnTo>
                    <a:pt x="149" y="450"/>
                  </a:lnTo>
                  <a:lnTo>
                    <a:pt x="138" y="445"/>
                  </a:lnTo>
                  <a:lnTo>
                    <a:pt x="128" y="438"/>
                  </a:lnTo>
                  <a:lnTo>
                    <a:pt x="116" y="430"/>
                  </a:lnTo>
                  <a:lnTo>
                    <a:pt x="104" y="421"/>
                  </a:lnTo>
                  <a:lnTo>
                    <a:pt x="95" y="411"/>
                  </a:lnTo>
                  <a:lnTo>
                    <a:pt x="85" y="402"/>
                  </a:lnTo>
                  <a:lnTo>
                    <a:pt x="77" y="392"/>
                  </a:lnTo>
                  <a:lnTo>
                    <a:pt x="68" y="381"/>
                  </a:lnTo>
                  <a:lnTo>
                    <a:pt x="61" y="371"/>
                  </a:lnTo>
                  <a:lnTo>
                    <a:pt x="55" y="359"/>
                  </a:lnTo>
                  <a:lnTo>
                    <a:pt x="49" y="347"/>
                  </a:lnTo>
                  <a:lnTo>
                    <a:pt x="44" y="335"/>
                  </a:lnTo>
                  <a:lnTo>
                    <a:pt x="40" y="322"/>
                  </a:lnTo>
                  <a:lnTo>
                    <a:pt x="36" y="309"/>
                  </a:lnTo>
                  <a:lnTo>
                    <a:pt x="33" y="295"/>
                  </a:lnTo>
                  <a:lnTo>
                    <a:pt x="31" y="282"/>
                  </a:lnTo>
                  <a:lnTo>
                    <a:pt x="30" y="268"/>
                  </a:lnTo>
                  <a:lnTo>
                    <a:pt x="30" y="253"/>
                  </a:lnTo>
                  <a:lnTo>
                    <a:pt x="30" y="240"/>
                  </a:lnTo>
                  <a:lnTo>
                    <a:pt x="31" y="227"/>
                  </a:lnTo>
                  <a:lnTo>
                    <a:pt x="33" y="214"/>
                  </a:lnTo>
                  <a:lnTo>
                    <a:pt x="36" y="202"/>
                  </a:lnTo>
                  <a:lnTo>
                    <a:pt x="38" y="189"/>
                  </a:lnTo>
                  <a:lnTo>
                    <a:pt x="42" y="177"/>
                  </a:lnTo>
                  <a:lnTo>
                    <a:pt x="46" y="166"/>
                  </a:lnTo>
                  <a:lnTo>
                    <a:pt x="51" y="155"/>
                  </a:lnTo>
                  <a:lnTo>
                    <a:pt x="57" y="144"/>
                  </a:lnTo>
                  <a:lnTo>
                    <a:pt x="63" y="132"/>
                  </a:lnTo>
                  <a:lnTo>
                    <a:pt x="70" y="123"/>
                  </a:lnTo>
                  <a:lnTo>
                    <a:pt x="78" y="112"/>
                  </a:lnTo>
                  <a:lnTo>
                    <a:pt x="86" y="102"/>
                  </a:lnTo>
                  <a:lnTo>
                    <a:pt x="95" y="93"/>
                  </a:lnTo>
                  <a:lnTo>
                    <a:pt x="104" y="83"/>
                  </a:lnTo>
                  <a:lnTo>
                    <a:pt x="114" y="73"/>
                  </a:lnTo>
                  <a:lnTo>
                    <a:pt x="126" y="65"/>
                  </a:lnTo>
                  <a:lnTo>
                    <a:pt x="137" y="56"/>
                  </a:lnTo>
                  <a:lnTo>
                    <a:pt x="150" y="49"/>
                  </a:lnTo>
                  <a:lnTo>
                    <a:pt x="163" y="41"/>
                  </a:lnTo>
                  <a:lnTo>
                    <a:pt x="177" y="35"/>
                  </a:lnTo>
                  <a:lnTo>
                    <a:pt x="192" y="29"/>
                  </a:lnTo>
                  <a:lnTo>
                    <a:pt x="207" y="24"/>
                  </a:lnTo>
                  <a:lnTo>
                    <a:pt x="223" y="19"/>
                  </a:lnTo>
                  <a:lnTo>
                    <a:pt x="239" y="14"/>
                  </a:lnTo>
                  <a:lnTo>
                    <a:pt x="257" y="11"/>
                  </a:lnTo>
                  <a:lnTo>
                    <a:pt x="274" y="8"/>
                  </a:lnTo>
                  <a:lnTo>
                    <a:pt x="294" y="5"/>
                  </a:lnTo>
                  <a:lnTo>
                    <a:pt x="313" y="4"/>
                  </a:lnTo>
                  <a:lnTo>
                    <a:pt x="334" y="1"/>
                  </a:lnTo>
                  <a:lnTo>
                    <a:pt x="355" y="0"/>
                  </a:lnTo>
                  <a:lnTo>
                    <a:pt x="377" y="0"/>
                  </a:lnTo>
                  <a:lnTo>
                    <a:pt x="417" y="1"/>
                  </a:lnTo>
                  <a:lnTo>
                    <a:pt x="456" y="4"/>
                  </a:lnTo>
                  <a:lnTo>
                    <a:pt x="492" y="8"/>
                  </a:lnTo>
                  <a:lnTo>
                    <a:pt x="525" y="14"/>
                  </a:lnTo>
                  <a:lnTo>
                    <a:pt x="540" y="18"/>
                  </a:lnTo>
                  <a:lnTo>
                    <a:pt x="555" y="22"/>
                  </a:lnTo>
                  <a:lnTo>
                    <a:pt x="569" y="26"/>
                  </a:lnTo>
                  <a:lnTo>
                    <a:pt x="582" y="31"/>
                  </a:lnTo>
                  <a:lnTo>
                    <a:pt x="595" y="37"/>
                  </a:lnTo>
                  <a:lnTo>
                    <a:pt x="607" y="42"/>
                  </a:lnTo>
                  <a:lnTo>
                    <a:pt x="617" y="49"/>
                  </a:lnTo>
                  <a:lnTo>
                    <a:pt x="628" y="55"/>
                  </a:lnTo>
                  <a:lnTo>
                    <a:pt x="639" y="63"/>
                  </a:lnTo>
                  <a:lnTo>
                    <a:pt x="649" y="70"/>
                  </a:lnTo>
                  <a:lnTo>
                    <a:pt x="657" y="78"/>
                  </a:lnTo>
                  <a:lnTo>
                    <a:pt x="667" y="86"/>
                  </a:lnTo>
                  <a:lnTo>
                    <a:pt x="674" y="95"/>
                  </a:lnTo>
                  <a:lnTo>
                    <a:pt x="683" y="104"/>
                  </a:lnTo>
                  <a:lnTo>
                    <a:pt x="691" y="114"/>
                  </a:lnTo>
                  <a:lnTo>
                    <a:pt x="698" y="124"/>
                  </a:lnTo>
                  <a:lnTo>
                    <a:pt x="705" y="135"/>
                  </a:lnTo>
                  <a:lnTo>
                    <a:pt x="711" y="145"/>
                  </a:lnTo>
                  <a:lnTo>
                    <a:pt x="718" y="156"/>
                  </a:lnTo>
                  <a:lnTo>
                    <a:pt x="723" y="168"/>
                  </a:lnTo>
                  <a:lnTo>
                    <a:pt x="734" y="192"/>
                  </a:lnTo>
                  <a:lnTo>
                    <a:pt x="742" y="218"/>
                  </a:lnTo>
                  <a:lnTo>
                    <a:pt x="536" y="256"/>
                  </a:lnTo>
                  <a:lnTo>
                    <a:pt x="533" y="245"/>
                  </a:lnTo>
                  <a:lnTo>
                    <a:pt x="528" y="233"/>
                  </a:lnTo>
                  <a:lnTo>
                    <a:pt x="523" y="224"/>
                  </a:lnTo>
                  <a:lnTo>
                    <a:pt x="517" y="214"/>
                  </a:lnTo>
                  <a:lnTo>
                    <a:pt x="510" y="205"/>
                  </a:lnTo>
                  <a:lnTo>
                    <a:pt x="503" y="197"/>
                  </a:lnTo>
                  <a:lnTo>
                    <a:pt x="495" y="189"/>
                  </a:lnTo>
                  <a:lnTo>
                    <a:pt x="486" y="183"/>
                  </a:lnTo>
                  <a:lnTo>
                    <a:pt x="477" y="176"/>
                  </a:lnTo>
                  <a:lnTo>
                    <a:pt x="466" y="171"/>
                  </a:lnTo>
                  <a:lnTo>
                    <a:pt x="454" y="167"/>
                  </a:lnTo>
                  <a:lnTo>
                    <a:pt x="441" y="163"/>
                  </a:lnTo>
                  <a:lnTo>
                    <a:pt x="428" y="160"/>
                  </a:lnTo>
                  <a:lnTo>
                    <a:pt x="413" y="159"/>
                  </a:lnTo>
                  <a:lnTo>
                    <a:pt x="397" y="157"/>
                  </a:lnTo>
                  <a:lnTo>
                    <a:pt x="381" y="157"/>
                  </a:lnTo>
                  <a:lnTo>
                    <a:pt x="360" y="157"/>
                  </a:lnTo>
                  <a:lnTo>
                    <a:pt x="341" y="158"/>
                  </a:lnTo>
                  <a:lnTo>
                    <a:pt x="323" y="160"/>
                  </a:lnTo>
                  <a:lnTo>
                    <a:pt x="307" y="163"/>
                  </a:lnTo>
                  <a:lnTo>
                    <a:pt x="293" y="167"/>
                  </a:lnTo>
                  <a:lnTo>
                    <a:pt x="279" y="171"/>
                  </a:lnTo>
                  <a:lnTo>
                    <a:pt x="268" y="175"/>
                  </a:lnTo>
                  <a:lnTo>
                    <a:pt x="257" y="181"/>
                  </a:lnTo>
                  <a:lnTo>
                    <a:pt x="252" y="186"/>
                  </a:lnTo>
                  <a:lnTo>
                    <a:pt x="246" y="190"/>
                  </a:lnTo>
                  <a:lnTo>
                    <a:pt x="242" y="196"/>
                  </a:lnTo>
                  <a:lnTo>
                    <a:pt x="239" y="201"/>
                  </a:lnTo>
                  <a:lnTo>
                    <a:pt x="237" y="206"/>
                  </a:lnTo>
                  <a:lnTo>
                    <a:pt x="235" y="213"/>
                  </a:lnTo>
                  <a:lnTo>
                    <a:pt x="234" y="218"/>
                  </a:lnTo>
                  <a:lnTo>
                    <a:pt x="232" y="226"/>
                  </a:lnTo>
                  <a:lnTo>
                    <a:pt x="234" y="231"/>
                  </a:lnTo>
                  <a:lnTo>
                    <a:pt x="235" y="236"/>
                  </a:lnTo>
                  <a:lnTo>
                    <a:pt x="236" y="242"/>
                  </a:lnTo>
                  <a:lnTo>
                    <a:pt x="238" y="247"/>
                  </a:lnTo>
                  <a:lnTo>
                    <a:pt x="241" y="251"/>
                  </a:lnTo>
                  <a:lnTo>
                    <a:pt x="245" y="256"/>
                  </a:lnTo>
                  <a:lnTo>
                    <a:pt x="250" y="260"/>
                  </a:lnTo>
                  <a:lnTo>
                    <a:pt x="255" y="264"/>
                  </a:lnTo>
                  <a:lnTo>
                    <a:pt x="264" y="271"/>
                  </a:lnTo>
                  <a:lnTo>
                    <a:pt x="279" y="276"/>
                  </a:lnTo>
                  <a:lnTo>
                    <a:pt x="297" y="284"/>
                  </a:lnTo>
                  <a:lnTo>
                    <a:pt x="321" y="291"/>
                  </a:lnTo>
                  <a:lnTo>
                    <a:pt x="348" y="299"/>
                  </a:lnTo>
                  <a:lnTo>
                    <a:pt x="380" y="307"/>
                  </a:lnTo>
                  <a:lnTo>
                    <a:pt x="416" y="316"/>
                  </a:lnTo>
                  <a:lnTo>
                    <a:pt x="458" y="326"/>
                  </a:lnTo>
                  <a:lnTo>
                    <a:pt x="500" y="336"/>
                  </a:lnTo>
                  <a:lnTo>
                    <a:pt x="539" y="347"/>
                  </a:lnTo>
                  <a:lnTo>
                    <a:pt x="574" y="358"/>
                  </a:lnTo>
                  <a:lnTo>
                    <a:pt x="606" y="370"/>
                  </a:lnTo>
                  <a:lnTo>
                    <a:pt x="635" y="382"/>
                  </a:lnTo>
                  <a:lnTo>
                    <a:pt x="661" y="395"/>
                  </a:lnTo>
                  <a:lnTo>
                    <a:pt x="672" y="402"/>
                  </a:lnTo>
                  <a:lnTo>
                    <a:pt x="683" y="408"/>
                  </a:lnTo>
                  <a:lnTo>
                    <a:pt x="693" y="416"/>
                  </a:lnTo>
                  <a:lnTo>
                    <a:pt x="701" y="423"/>
                  </a:lnTo>
                  <a:lnTo>
                    <a:pt x="710" y="431"/>
                  </a:lnTo>
                  <a:lnTo>
                    <a:pt x="718" y="438"/>
                  </a:lnTo>
                  <a:lnTo>
                    <a:pt x="725" y="446"/>
                  </a:lnTo>
                  <a:lnTo>
                    <a:pt x="731" y="454"/>
                  </a:lnTo>
                  <a:lnTo>
                    <a:pt x="738" y="464"/>
                  </a:lnTo>
                  <a:lnTo>
                    <a:pt x="743" y="473"/>
                  </a:lnTo>
                  <a:lnTo>
                    <a:pt x="749" y="482"/>
                  </a:lnTo>
                  <a:lnTo>
                    <a:pt x="753" y="492"/>
                  </a:lnTo>
                  <a:lnTo>
                    <a:pt x="757" y="503"/>
                  </a:lnTo>
                  <a:lnTo>
                    <a:pt x="761" y="513"/>
                  </a:lnTo>
                  <a:lnTo>
                    <a:pt x="763" y="524"/>
                  </a:lnTo>
                  <a:lnTo>
                    <a:pt x="766" y="536"/>
                  </a:lnTo>
                  <a:lnTo>
                    <a:pt x="767" y="548"/>
                  </a:lnTo>
                  <a:lnTo>
                    <a:pt x="769" y="559"/>
                  </a:lnTo>
                  <a:lnTo>
                    <a:pt x="769" y="571"/>
                  </a:lnTo>
                  <a:lnTo>
                    <a:pt x="770" y="584"/>
                  </a:lnTo>
                  <a:lnTo>
                    <a:pt x="769" y="598"/>
                  </a:lnTo>
                  <a:lnTo>
                    <a:pt x="768" y="612"/>
                  </a:lnTo>
                  <a:lnTo>
                    <a:pt x="767" y="626"/>
                  </a:lnTo>
                  <a:lnTo>
                    <a:pt x="764" y="639"/>
                  </a:lnTo>
                  <a:lnTo>
                    <a:pt x="761" y="652"/>
                  </a:lnTo>
                  <a:lnTo>
                    <a:pt x="756" y="665"/>
                  </a:lnTo>
                  <a:lnTo>
                    <a:pt x="752" y="678"/>
                  </a:lnTo>
                  <a:lnTo>
                    <a:pt x="747" y="689"/>
                  </a:lnTo>
                  <a:lnTo>
                    <a:pt x="740" y="702"/>
                  </a:lnTo>
                  <a:lnTo>
                    <a:pt x="733" y="714"/>
                  </a:lnTo>
                  <a:lnTo>
                    <a:pt x="725" y="725"/>
                  </a:lnTo>
                  <a:lnTo>
                    <a:pt x="716" y="737"/>
                  </a:lnTo>
                  <a:lnTo>
                    <a:pt x="707" y="747"/>
                  </a:lnTo>
                  <a:lnTo>
                    <a:pt x="697" y="758"/>
                  </a:lnTo>
                  <a:lnTo>
                    <a:pt x="686" y="769"/>
                  </a:lnTo>
                  <a:lnTo>
                    <a:pt x="676" y="779"/>
                  </a:lnTo>
                  <a:lnTo>
                    <a:pt x="663" y="789"/>
                  </a:lnTo>
                  <a:lnTo>
                    <a:pt x="650" y="798"/>
                  </a:lnTo>
                  <a:lnTo>
                    <a:pt x="637" y="806"/>
                  </a:lnTo>
                  <a:lnTo>
                    <a:pt x="622" y="815"/>
                  </a:lnTo>
                  <a:lnTo>
                    <a:pt x="607" y="822"/>
                  </a:lnTo>
                  <a:lnTo>
                    <a:pt x="592" y="829"/>
                  </a:lnTo>
                  <a:lnTo>
                    <a:pt x="574" y="834"/>
                  </a:lnTo>
                  <a:lnTo>
                    <a:pt x="557" y="840"/>
                  </a:lnTo>
                  <a:lnTo>
                    <a:pt x="540" y="845"/>
                  </a:lnTo>
                  <a:lnTo>
                    <a:pt x="522" y="849"/>
                  </a:lnTo>
                  <a:lnTo>
                    <a:pt x="502" y="852"/>
                  </a:lnTo>
                  <a:lnTo>
                    <a:pt x="482" y="856"/>
                  </a:lnTo>
                  <a:lnTo>
                    <a:pt x="462" y="858"/>
                  </a:lnTo>
                  <a:lnTo>
                    <a:pt x="440" y="859"/>
                  </a:lnTo>
                  <a:lnTo>
                    <a:pt x="417" y="860"/>
                  </a:lnTo>
                  <a:lnTo>
                    <a:pt x="395" y="860"/>
                  </a:lnTo>
                  <a:lnTo>
                    <a:pt x="374" y="860"/>
                  </a:lnTo>
                  <a:lnTo>
                    <a:pt x="354" y="859"/>
                  </a:lnTo>
                  <a:lnTo>
                    <a:pt x="335" y="858"/>
                  </a:lnTo>
                  <a:lnTo>
                    <a:pt x="315" y="856"/>
                  </a:lnTo>
                  <a:lnTo>
                    <a:pt x="297" y="854"/>
                  </a:lnTo>
                  <a:lnTo>
                    <a:pt x="279" y="850"/>
                  </a:lnTo>
                  <a:lnTo>
                    <a:pt x="260" y="847"/>
                  </a:lnTo>
                  <a:lnTo>
                    <a:pt x="244" y="843"/>
                  </a:lnTo>
                  <a:lnTo>
                    <a:pt x="227" y="839"/>
                  </a:lnTo>
                  <a:lnTo>
                    <a:pt x="212" y="833"/>
                  </a:lnTo>
                  <a:lnTo>
                    <a:pt x="197" y="828"/>
                  </a:lnTo>
                  <a:lnTo>
                    <a:pt x="182" y="822"/>
                  </a:lnTo>
                  <a:lnTo>
                    <a:pt x="168" y="815"/>
                  </a:lnTo>
                  <a:lnTo>
                    <a:pt x="154" y="808"/>
                  </a:lnTo>
                  <a:lnTo>
                    <a:pt x="141" y="800"/>
                  </a:lnTo>
                  <a:lnTo>
                    <a:pt x="128" y="792"/>
                  </a:lnTo>
                  <a:lnTo>
                    <a:pt x="116" y="784"/>
                  </a:lnTo>
                  <a:lnTo>
                    <a:pt x="104" y="774"/>
                  </a:lnTo>
                  <a:lnTo>
                    <a:pt x="94" y="764"/>
                  </a:lnTo>
                  <a:lnTo>
                    <a:pt x="83" y="755"/>
                  </a:lnTo>
                  <a:lnTo>
                    <a:pt x="73" y="745"/>
                  </a:lnTo>
                  <a:lnTo>
                    <a:pt x="64" y="734"/>
                  </a:lnTo>
                  <a:lnTo>
                    <a:pt x="55" y="724"/>
                  </a:lnTo>
                  <a:lnTo>
                    <a:pt x="47" y="712"/>
                  </a:lnTo>
                  <a:lnTo>
                    <a:pt x="39" y="700"/>
                  </a:lnTo>
                  <a:lnTo>
                    <a:pt x="32" y="688"/>
                  </a:lnTo>
                  <a:lnTo>
                    <a:pt x="25" y="675"/>
                  </a:lnTo>
                  <a:lnTo>
                    <a:pt x="20" y="663"/>
                  </a:lnTo>
                  <a:lnTo>
                    <a:pt x="13" y="650"/>
                  </a:lnTo>
                  <a:lnTo>
                    <a:pt x="9" y="636"/>
                  </a:lnTo>
                  <a:lnTo>
                    <a:pt x="3" y="622"/>
                  </a:lnTo>
                  <a:lnTo>
                    <a:pt x="0" y="607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3" name="Freeform 28">
              <a:extLst>
                <a:ext uri="{FF2B5EF4-FFF2-40B4-BE49-F238E27FC236}">
                  <a16:creationId xmlns:a16="http://schemas.microsoft.com/office/drawing/2014/main" id="{597A0F76-187F-2F6E-3CD8-392BCF03D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3515"/>
              <a:ext cx="19" cy="43"/>
            </a:xfrm>
            <a:custGeom>
              <a:avLst/>
              <a:gdLst>
                <a:gd name="T0" fmla="*/ 0 w 236"/>
                <a:gd name="T1" fmla="*/ 0 h 471"/>
                <a:gd name="T2" fmla="*/ 0 w 236"/>
                <a:gd name="T3" fmla="*/ 0 h 471"/>
                <a:gd name="T4" fmla="*/ 0 w 236"/>
                <a:gd name="T5" fmla="*/ 0 h 471"/>
                <a:gd name="T6" fmla="*/ 0 w 236"/>
                <a:gd name="T7" fmla="*/ 0 h 471"/>
                <a:gd name="T8" fmla="*/ 0 w 236"/>
                <a:gd name="T9" fmla="*/ 0 h 471"/>
                <a:gd name="T10" fmla="*/ 0 w 236"/>
                <a:gd name="T11" fmla="*/ 0 h 471"/>
                <a:gd name="T12" fmla="*/ 0 w 236"/>
                <a:gd name="T13" fmla="*/ 0 h 471"/>
                <a:gd name="T14" fmla="*/ 0 w 236"/>
                <a:gd name="T15" fmla="*/ 0 h 471"/>
                <a:gd name="T16" fmla="*/ 0 w 236"/>
                <a:gd name="T17" fmla="*/ 0 h 471"/>
                <a:gd name="T18" fmla="*/ 0 w 236"/>
                <a:gd name="T19" fmla="*/ 0 h 471"/>
                <a:gd name="T20" fmla="*/ 0 w 236"/>
                <a:gd name="T21" fmla="*/ 0 h 471"/>
                <a:gd name="T22" fmla="*/ 0 w 236"/>
                <a:gd name="T23" fmla="*/ 0 h 471"/>
                <a:gd name="T24" fmla="*/ 0 w 236"/>
                <a:gd name="T25" fmla="*/ 0 h 471"/>
                <a:gd name="T26" fmla="*/ 0 w 236"/>
                <a:gd name="T27" fmla="*/ 0 h 471"/>
                <a:gd name="T28" fmla="*/ 0 w 236"/>
                <a:gd name="T29" fmla="*/ 0 h 471"/>
                <a:gd name="T30" fmla="*/ 0 w 236"/>
                <a:gd name="T31" fmla="*/ 0 h 471"/>
                <a:gd name="T32" fmla="*/ 0 w 236"/>
                <a:gd name="T33" fmla="*/ 0 h 471"/>
                <a:gd name="T34" fmla="*/ 0 w 236"/>
                <a:gd name="T35" fmla="*/ 0 h 471"/>
                <a:gd name="T36" fmla="*/ 0 w 236"/>
                <a:gd name="T37" fmla="*/ 0 h 471"/>
                <a:gd name="T38" fmla="*/ 0 w 236"/>
                <a:gd name="T39" fmla="*/ 0 h 471"/>
                <a:gd name="T40" fmla="*/ 0 w 236"/>
                <a:gd name="T41" fmla="*/ 0 h 471"/>
                <a:gd name="T42" fmla="*/ 0 w 236"/>
                <a:gd name="T43" fmla="*/ 0 h 471"/>
                <a:gd name="T44" fmla="*/ 0 w 236"/>
                <a:gd name="T45" fmla="*/ 0 h 471"/>
                <a:gd name="T46" fmla="*/ 0 w 236"/>
                <a:gd name="T47" fmla="*/ 0 h 471"/>
                <a:gd name="T48" fmla="*/ 0 w 236"/>
                <a:gd name="T49" fmla="*/ 0 h 471"/>
                <a:gd name="T50" fmla="*/ 0 w 236"/>
                <a:gd name="T51" fmla="*/ 0 h 471"/>
                <a:gd name="T52" fmla="*/ 0 w 236"/>
                <a:gd name="T53" fmla="*/ 0 h 471"/>
                <a:gd name="T54" fmla="*/ 0 w 236"/>
                <a:gd name="T55" fmla="*/ 0 h 471"/>
                <a:gd name="T56" fmla="*/ 0 w 236"/>
                <a:gd name="T57" fmla="*/ 0 h 471"/>
                <a:gd name="T58" fmla="*/ 0 w 236"/>
                <a:gd name="T59" fmla="*/ 0 h 471"/>
                <a:gd name="T60" fmla="*/ 0 w 236"/>
                <a:gd name="T61" fmla="*/ 0 h 471"/>
                <a:gd name="T62" fmla="*/ 0 w 236"/>
                <a:gd name="T63" fmla="*/ 0 h 471"/>
                <a:gd name="T64" fmla="*/ 0 w 236"/>
                <a:gd name="T65" fmla="*/ 0 h 471"/>
                <a:gd name="T66" fmla="*/ 0 w 236"/>
                <a:gd name="T67" fmla="*/ 0 h 471"/>
                <a:gd name="T68" fmla="*/ 0 w 236"/>
                <a:gd name="T69" fmla="*/ 0 h 471"/>
                <a:gd name="T70" fmla="*/ 0 w 236"/>
                <a:gd name="T71" fmla="*/ 0 h 471"/>
                <a:gd name="T72" fmla="*/ 0 w 236"/>
                <a:gd name="T73" fmla="*/ 0 h 471"/>
                <a:gd name="T74" fmla="*/ 0 w 236"/>
                <a:gd name="T75" fmla="*/ 0 h 471"/>
                <a:gd name="T76" fmla="*/ 0 w 236"/>
                <a:gd name="T77" fmla="*/ 0 h 471"/>
                <a:gd name="T78" fmla="*/ 0 w 236"/>
                <a:gd name="T79" fmla="*/ 0 h 471"/>
                <a:gd name="T80" fmla="*/ 0 w 236"/>
                <a:gd name="T81" fmla="*/ 0 h 471"/>
                <a:gd name="T82" fmla="*/ 0 w 236"/>
                <a:gd name="T83" fmla="*/ 0 h 471"/>
                <a:gd name="T84" fmla="*/ 0 w 236"/>
                <a:gd name="T85" fmla="*/ 0 h 471"/>
                <a:gd name="T86" fmla="*/ 0 w 236"/>
                <a:gd name="T87" fmla="*/ 0 h 471"/>
                <a:gd name="T88" fmla="*/ 0 w 236"/>
                <a:gd name="T89" fmla="*/ 0 h 471"/>
                <a:gd name="T90" fmla="*/ 0 w 236"/>
                <a:gd name="T91" fmla="*/ 0 h 47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36" h="471">
                  <a:moveTo>
                    <a:pt x="17" y="0"/>
                  </a:moveTo>
                  <a:lnTo>
                    <a:pt x="236" y="0"/>
                  </a:lnTo>
                  <a:lnTo>
                    <a:pt x="236" y="155"/>
                  </a:lnTo>
                  <a:lnTo>
                    <a:pt x="236" y="179"/>
                  </a:lnTo>
                  <a:lnTo>
                    <a:pt x="235" y="201"/>
                  </a:lnTo>
                  <a:lnTo>
                    <a:pt x="234" y="221"/>
                  </a:lnTo>
                  <a:lnTo>
                    <a:pt x="231" y="240"/>
                  </a:lnTo>
                  <a:lnTo>
                    <a:pt x="229" y="259"/>
                  </a:lnTo>
                  <a:lnTo>
                    <a:pt x="227" y="275"/>
                  </a:lnTo>
                  <a:lnTo>
                    <a:pt x="224" y="291"/>
                  </a:lnTo>
                  <a:lnTo>
                    <a:pt x="220" y="305"/>
                  </a:lnTo>
                  <a:lnTo>
                    <a:pt x="215" y="319"/>
                  </a:lnTo>
                  <a:lnTo>
                    <a:pt x="210" y="331"/>
                  </a:lnTo>
                  <a:lnTo>
                    <a:pt x="203" y="344"/>
                  </a:lnTo>
                  <a:lnTo>
                    <a:pt x="196" y="356"/>
                  </a:lnTo>
                  <a:lnTo>
                    <a:pt x="187" y="369"/>
                  </a:lnTo>
                  <a:lnTo>
                    <a:pt x="179" y="381"/>
                  </a:lnTo>
                  <a:lnTo>
                    <a:pt x="169" y="392"/>
                  </a:lnTo>
                  <a:lnTo>
                    <a:pt x="158" y="402"/>
                  </a:lnTo>
                  <a:lnTo>
                    <a:pt x="146" y="413"/>
                  </a:lnTo>
                  <a:lnTo>
                    <a:pt x="134" y="424"/>
                  </a:lnTo>
                  <a:lnTo>
                    <a:pt x="121" y="432"/>
                  </a:lnTo>
                  <a:lnTo>
                    <a:pt x="107" y="442"/>
                  </a:lnTo>
                  <a:lnTo>
                    <a:pt x="92" y="450"/>
                  </a:lnTo>
                  <a:lnTo>
                    <a:pt x="77" y="457"/>
                  </a:lnTo>
                  <a:lnTo>
                    <a:pt x="59" y="465"/>
                  </a:lnTo>
                  <a:lnTo>
                    <a:pt x="42" y="471"/>
                  </a:lnTo>
                  <a:lnTo>
                    <a:pt x="0" y="381"/>
                  </a:lnTo>
                  <a:lnTo>
                    <a:pt x="16" y="375"/>
                  </a:lnTo>
                  <a:lnTo>
                    <a:pt x="30" y="369"/>
                  </a:lnTo>
                  <a:lnTo>
                    <a:pt x="44" y="363"/>
                  </a:lnTo>
                  <a:lnTo>
                    <a:pt x="56" y="355"/>
                  </a:lnTo>
                  <a:lnTo>
                    <a:pt x="68" y="348"/>
                  </a:lnTo>
                  <a:lnTo>
                    <a:pt x="78" y="339"/>
                  </a:lnTo>
                  <a:lnTo>
                    <a:pt x="86" y="330"/>
                  </a:lnTo>
                  <a:lnTo>
                    <a:pt x="94" y="322"/>
                  </a:lnTo>
                  <a:lnTo>
                    <a:pt x="100" y="312"/>
                  </a:lnTo>
                  <a:lnTo>
                    <a:pt x="107" y="300"/>
                  </a:lnTo>
                  <a:lnTo>
                    <a:pt x="111" y="290"/>
                  </a:lnTo>
                  <a:lnTo>
                    <a:pt x="115" y="277"/>
                  </a:lnTo>
                  <a:lnTo>
                    <a:pt x="118" y="263"/>
                  </a:lnTo>
                  <a:lnTo>
                    <a:pt x="121" y="249"/>
                  </a:lnTo>
                  <a:lnTo>
                    <a:pt x="123" y="234"/>
                  </a:lnTo>
                  <a:lnTo>
                    <a:pt x="124" y="218"/>
                  </a:lnTo>
                  <a:lnTo>
                    <a:pt x="17" y="218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4" name="Rectangle 29">
              <a:extLst>
                <a:ext uri="{FF2B5EF4-FFF2-40B4-BE49-F238E27FC236}">
                  <a16:creationId xmlns:a16="http://schemas.microsoft.com/office/drawing/2014/main" id="{933B8074-713D-D52F-EEB1-725FD9349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3432"/>
              <a:ext cx="19" cy="10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1800" b="0">
                <a:ea typeface="新細明體" panose="02020500000000000000" pitchFamily="18" charset="-120"/>
              </a:endParaRPr>
            </a:p>
          </p:txBody>
        </p:sp>
        <p:sp>
          <p:nvSpPr>
            <p:cNvPr id="1045" name="Freeform 30">
              <a:extLst>
                <a:ext uri="{FF2B5EF4-FFF2-40B4-BE49-F238E27FC236}">
                  <a16:creationId xmlns:a16="http://schemas.microsoft.com/office/drawing/2014/main" id="{A133779A-9325-E481-EEA2-ECCEFE67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3458"/>
              <a:ext cx="63" cy="77"/>
            </a:xfrm>
            <a:custGeom>
              <a:avLst/>
              <a:gdLst>
                <a:gd name="T0" fmla="*/ 0 w 752"/>
                <a:gd name="T1" fmla="*/ 0 h 842"/>
                <a:gd name="T2" fmla="*/ 0 w 752"/>
                <a:gd name="T3" fmla="*/ 0 h 842"/>
                <a:gd name="T4" fmla="*/ 0 w 752"/>
                <a:gd name="T5" fmla="*/ 0 h 842"/>
                <a:gd name="T6" fmla="*/ 0 w 752"/>
                <a:gd name="T7" fmla="*/ 0 h 842"/>
                <a:gd name="T8" fmla="*/ 0 w 752"/>
                <a:gd name="T9" fmla="*/ 0 h 842"/>
                <a:gd name="T10" fmla="*/ 0 w 752"/>
                <a:gd name="T11" fmla="*/ 0 h 842"/>
                <a:gd name="T12" fmla="*/ 0 w 752"/>
                <a:gd name="T13" fmla="*/ 0 h 842"/>
                <a:gd name="T14" fmla="*/ 0 w 752"/>
                <a:gd name="T15" fmla="*/ 0 h 842"/>
                <a:gd name="T16" fmla="*/ 0 w 752"/>
                <a:gd name="T17" fmla="*/ 0 h 842"/>
                <a:gd name="T18" fmla="*/ 0 w 752"/>
                <a:gd name="T19" fmla="*/ 0 h 842"/>
                <a:gd name="T20" fmla="*/ 0 w 752"/>
                <a:gd name="T21" fmla="*/ 0 h 842"/>
                <a:gd name="T22" fmla="*/ 0 w 752"/>
                <a:gd name="T23" fmla="*/ 0 h 842"/>
                <a:gd name="T24" fmla="*/ 0 w 752"/>
                <a:gd name="T25" fmla="*/ 0 h 842"/>
                <a:gd name="T26" fmla="*/ 0 w 752"/>
                <a:gd name="T27" fmla="*/ 0 h 842"/>
                <a:gd name="T28" fmla="*/ 0 w 752"/>
                <a:gd name="T29" fmla="*/ 0 h 842"/>
                <a:gd name="T30" fmla="*/ 0 w 752"/>
                <a:gd name="T31" fmla="*/ 0 h 842"/>
                <a:gd name="T32" fmla="*/ 0 w 752"/>
                <a:gd name="T33" fmla="*/ 0 h 842"/>
                <a:gd name="T34" fmla="*/ 0 w 752"/>
                <a:gd name="T35" fmla="*/ 0 h 842"/>
                <a:gd name="T36" fmla="*/ 0 w 752"/>
                <a:gd name="T37" fmla="*/ 0 h 842"/>
                <a:gd name="T38" fmla="*/ 0 w 752"/>
                <a:gd name="T39" fmla="*/ 0 h 842"/>
                <a:gd name="T40" fmla="*/ 0 w 752"/>
                <a:gd name="T41" fmla="*/ 0 h 842"/>
                <a:gd name="T42" fmla="*/ 0 w 752"/>
                <a:gd name="T43" fmla="*/ 0 h 842"/>
                <a:gd name="T44" fmla="*/ 0 w 752"/>
                <a:gd name="T45" fmla="*/ 0 h 842"/>
                <a:gd name="T46" fmla="*/ 0 w 752"/>
                <a:gd name="T47" fmla="*/ 0 h 842"/>
                <a:gd name="T48" fmla="*/ 0 w 752"/>
                <a:gd name="T49" fmla="*/ 0 h 842"/>
                <a:gd name="T50" fmla="*/ 0 w 752"/>
                <a:gd name="T51" fmla="*/ 0 h 842"/>
                <a:gd name="T52" fmla="*/ 0 w 752"/>
                <a:gd name="T53" fmla="*/ 0 h 842"/>
                <a:gd name="T54" fmla="*/ 0 w 752"/>
                <a:gd name="T55" fmla="*/ 0 h 842"/>
                <a:gd name="T56" fmla="*/ 0 w 752"/>
                <a:gd name="T57" fmla="*/ 0 h 842"/>
                <a:gd name="T58" fmla="*/ 0 w 752"/>
                <a:gd name="T59" fmla="*/ 0 h 842"/>
                <a:gd name="T60" fmla="*/ 0 w 752"/>
                <a:gd name="T61" fmla="*/ 0 h 842"/>
                <a:gd name="T62" fmla="*/ 0 w 752"/>
                <a:gd name="T63" fmla="*/ 0 h 842"/>
                <a:gd name="T64" fmla="*/ 0 w 752"/>
                <a:gd name="T65" fmla="*/ 0 h 842"/>
                <a:gd name="T66" fmla="*/ 0 w 752"/>
                <a:gd name="T67" fmla="*/ 0 h 842"/>
                <a:gd name="T68" fmla="*/ 0 w 752"/>
                <a:gd name="T69" fmla="*/ 0 h 842"/>
                <a:gd name="T70" fmla="*/ 0 w 752"/>
                <a:gd name="T71" fmla="*/ 0 h 842"/>
                <a:gd name="T72" fmla="*/ 0 w 752"/>
                <a:gd name="T73" fmla="*/ 0 h 842"/>
                <a:gd name="T74" fmla="*/ 0 w 752"/>
                <a:gd name="T75" fmla="*/ 0 h 842"/>
                <a:gd name="T76" fmla="*/ 0 w 752"/>
                <a:gd name="T77" fmla="*/ 0 h 842"/>
                <a:gd name="T78" fmla="*/ 0 w 752"/>
                <a:gd name="T79" fmla="*/ 0 h 842"/>
                <a:gd name="T80" fmla="*/ 0 w 752"/>
                <a:gd name="T81" fmla="*/ 0 h 842"/>
                <a:gd name="T82" fmla="*/ 0 w 752"/>
                <a:gd name="T83" fmla="*/ 0 h 842"/>
                <a:gd name="T84" fmla="*/ 0 w 752"/>
                <a:gd name="T85" fmla="*/ 0 h 842"/>
                <a:gd name="T86" fmla="*/ 0 w 752"/>
                <a:gd name="T87" fmla="*/ 0 h 842"/>
                <a:gd name="T88" fmla="*/ 0 w 752"/>
                <a:gd name="T89" fmla="*/ 0 h 842"/>
                <a:gd name="T90" fmla="*/ 0 w 752"/>
                <a:gd name="T91" fmla="*/ 0 h 842"/>
                <a:gd name="T92" fmla="*/ 0 w 752"/>
                <a:gd name="T93" fmla="*/ 0 h 842"/>
                <a:gd name="T94" fmla="*/ 0 w 752"/>
                <a:gd name="T95" fmla="*/ 0 h 842"/>
                <a:gd name="T96" fmla="*/ 0 w 752"/>
                <a:gd name="T97" fmla="*/ 0 h 842"/>
                <a:gd name="T98" fmla="*/ 0 w 752"/>
                <a:gd name="T99" fmla="*/ 0 h 842"/>
                <a:gd name="T100" fmla="*/ 0 w 752"/>
                <a:gd name="T101" fmla="*/ 0 h 8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52" h="842">
                  <a:moveTo>
                    <a:pt x="752" y="842"/>
                  </a:moveTo>
                  <a:lnTo>
                    <a:pt x="533" y="842"/>
                  </a:lnTo>
                  <a:lnTo>
                    <a:pt x="533" y="422"/>
                  </a:lnTo>
                  <a:lnTo>
                    <a:pt x="533" y="390"/>
                  </a:lnTo>
                  <a:lnTo>
                    <a:pt x="532" y="361"/>
                  </a:lnTo>
                  <a:lnTo>
                    <a:pt x="531" y="335"/>
                  </a:lnTo>
                  <a:lnTo>
                    <a:pt x="530" y="313"/>
                  </a:lnTo>
                  <a:lnTo>
                    <a:pt x="528" y="292"/>
                  </a:lnTo>
                  <a:lnTo>
                    <a:pt x="526" y="275"/>
                  </a:lnTo>
                  <a:lnTo>
                    <a:pt x="523" y="261"/>
                  </a:lnTo>
                  <a:lnTo>
                    <a:pt x="519" y="249"/>
                  </a:lnTo>
                  <a:lnTo>
                    <a:pt x="516" y="240"/>
                  </a:lnTo>
                  <a:lnTo>
                    <a:pt x="512" y="231"/>
                  </a:lnTo>
                  <a:lnTo>
                    <a:pt x="506" y="223"/>
                  </a:lnTo>
                  <a:lnTo>
                    <a:pt x="501" y="215"/>
                  </a:lnTo>
                  <a:lnTo>
                    <a:pt x="496" y="207"/>
                  </a:lnTo>
                  <a:lnTo>
                    <a:pt x="488" y="201"/>
                  </a:lnTo>
                  <a:lnTo>
                    <a:pt x="482" y="195"/>
                  </a:lnTo>
                  <a:lnTo>
                    <a:pt x="474" y="189"/>
                  </a:lnTo>
                  <a:lnTo>
                    <a:pt x="466" y="184"/>
                  </a:lnTo>
                  <a:lnTo>
                    <a:pt x="457" y="180"/>
                  </a:lnTo>
                  <a:lnTo>
                    <a:pt x="448" y="175"/>
                  </a:lnTo>
                  <a:lnTo>
                    <a:pt x="440" y="172"/>
                  </a:lnTo>
                  <a:lnTo>
                    <a:pt x="430" y="170"/>
                  </a:lnTo>
                  <a:lnTo>
                    <a:pt x="419" y="169"/>
                  </a:lnTo>
                  <a:lnTo>
                    <a:pt x="410" y="168"/>
                  </a:lnTo>
                  <a:lnTo>
                    <a:pt x="399" y="167"/>
                  </a:lnTo>
                  <a:lnTo>
                    <a:pt x="385" y="168"/>
                  </a:lnTo>
                  <a:lnTo>
                    <a:pt x="371" y="169"/>
                  </a:lnTo>
                  <a:lnTo>
                    <a:pt x="358" y="171"/>
                  </a:lnTo>
                  <a:lnTo>
                    <a:pt x="345" y="175"/>
                  </a:lnTo>
                  <a:lnTo>
                    <a:pt x="332" y="180"/>
                  </a:lnTo>
                  <a:lnTo>
                    <a:pt x="320" y="185"/>
                  </a:lnTo>
                  <a:lnTo>
                    <a:pt x="309" y="190"/>
                  </a:lnTo>
                  <a:lnTo>
                    <a:pt x="297" y="198"/>
                  </a:lnTo>
                  <a:lnTo>
                    <a:pt x="286" y="206"/>
                  </a:lnTo>
                  <a:lnTo>
                    <a:pt x="276" y="215"/>
                  </a:lnTo>
                  <a:lnTo>
                    <a:pt x="267" y="225"/>
                  </a:lnTo>
                  <a:lnTo>
                    <a:pt x="259" y="234"/>
                  </a:lnTo>
                  <a:lnTo>
                    <a:pt x="252" y="245"/>
                  </a:lnTo>
                  <a:lnTo>
                    <a:pt x="245" y="256"/>
                  </a:lnTo>
                  <a:lnTo>
                    <a:pt x="240" y="268"/>
                  </a:lnTo>
                  <a:lnTo>
                    <a:pt x="235" y="280"/>
                  </a:lnTo>
                  <a:lnTo>
                    <a:pt x="231" y="294"/>
                  </a:lnTo>
                  <a:lnTo>
                    <a:pt x="228" y="312"/>
                  </a:lnTo>
                  <a:lnTo>
                    <a:pt x="225" y="331"/>
                  </a:lnTo>
                  <a:lnTo>
                    <a:pt x="223" y="353"/>
                  </a:lnTo>
                  <a:lnTo>
                    <a:pt x="220" y="378"/>
                  </a:lnTo>
                  <a:lnTo>
                    <a:pt x="219" y="406"/>
                  </a:lnTo>
                  <a:lnTo>
                    <a:pt x="218" y="436"/>
                  </a:lnTo>
                  <a:lnTo>
                    <a:pt x="218" y="469"/>
                  </a:lnTo>
                  <a:lnTo>
                    <a:pt x="218" y="842"/>
                  </a:lnTo>
                  <a:lnTo>
                    <a:pt x="0" y="842"/>
                  </a:lnTo>
                  <a:lnTo>
                    <a:pt x="0" y="20"/>
                  </a:lnTo>
                  <a:lnTo>
                    <a:pt x="203" y="20"/>
                  </a:lnTo>
                  <a:lnTo>
                    <a:pt x="203" y="140"/>
                  </a:lnTo>
                  <a:lnTo>
                    <a:pt x="216" y="123"/>
                  </a:lnTo>
                  <a:lnTo>
                    <a:pt x="230" y="108"/>
                  </a:lnTo>
                  <a:lnTo>
                    <a:pt x="245" y="93"/>
                  </a:lnTo>
                  <a:lnTo>
                    <a:pt x="260" y="79"/>
                  </a:lnTo>
                  <a:lnTo>
                    <a:pt x="275" y="67"/>
                  </a:lnTo>
                  <a:lnTo>
                    <a:pt x="291" y="55"/>
                  </a:lnTo>
                  <a:lnTo>
                    <a:pt x="307" y="44"/>
                  </a:lnTo>
                  <a:lnTo>
                    <a:pt x="325" y="36"/>
                  </a:lnTo>
                  <a:lnTo>
                    <a:pt x="342" y="27"/>
                  </a:lnTo>
                  <a:lnTo>
                    <a:pt x="359" y="20"/>
                  </a:lnTo>
                  <a:lnTo>
                    <a:pt x="377" y="14"/>
                  </a:lnTo>
                  <a:lnTo>
                    <a:pt x="396" y="9"/>
                  </a:lnTo>
                  <a:lnTo>
                    <a:pt x="415" y="6"/>
                  </a:lnTo>
                  <a:lnTo>
                    <a:pt x="434" y="3"/>
                  </a:lnTo>
                  <a:lnTo>
                    <a:pt x="454" y="1"/>
                  </a:lnTo>
                  <a:lnTo>
                    <a:pt x="474" y="0"/>
                  </a:lnTo>
                  <a:lnTo>
                    <a:pt x="492" y="1"/>
                  </a:lnTo>
                  <a:lnTo>
                    <a:pt x="510" y="3"/>
                  </a:lnTo>
                  <a:lnTo>
                    <a:pt x="527" y="5"/>
                  </a:lnTo>
                  <a:lnTo>
                    <a:pt x="544" y="7"/>
                  </a:lnTo>
                  <a:lnTo>
                    <a:pt x="560" y="11"/>
                  </a:lnTo>
                  <a:lnTo>
                    <a:pt x="576" y="15"/>
                  </a:lnTo>
                  <a:lnTo>
                    <a:pt x="591" y="21"/>
                  </a:lnTo>
                  <a:lnTo>
                    <a:pt x="606" y="26"/>
                  </a:lnTo>
                  <a:lnTo>
                    <a:pt x="620" y="34"/>
                  </a:lnTo>
                  <a:lnTo>
                    <a:pt x="634" y="40"/>
                  </a:lnTo>
                  <a:lnTo>
                    <a:pt x="647" y="48"/>
                  </a:lnTo>
                  <a:lnTo>
                    <a:pt x="659" y="56"/>
                  </a:lnTo>
                  <a:lnTo>
                    <a:pt x="670" y="65"/>
                  </a:lnTo>
                  <a:lnTo>
                    <a:pt x="680" y="73"/>
                  </a:lnTo>
                  <a:lnTo>
                    <a:pt x="688" y="83"/>
                  </a:lnTo>
                  <a:lnTo>
                    <a:pt x="697" y="93"/>
                  </a:lnTo>
                  <a:lnTo>
                    <a:pt x="704" y="103"/>
                  </a:lnTo>
                  <a:lnTo>
                    <a:pt x="711" y="114"/>
                  </a:lnTo>
                  <a:lnTo>
                    <a:pt x="717" y="125"/>
                  </a:lnTo>
                  <a:lnTo>
                    <a:pt x="723" y="136"/>
                  </a:lnTo>
                  <a:lnTo>
                    <a:pt x="728" y="147"/>
                  </a:lnTo>
                  <a:lnTo>
                    <a:pt x="732" y="159"/>
                  </a:lnTo>
                  <a:lnTo>
                    <a:pt x="737" y="172"/>
                  </a:lnTo>
                  <a:lnTo>
                    <a:pt x="740" y="184"/>
                  </a:lnTo>
                  <a:lnTo>
                    <a:pt x="742" y="198"/>
                  </a:lnTo>
                  <a:lnTo>
                    <a:pt x="745" y="213"/>
                  </a:lnTo>
                  <a:lnTo>
                    <a:pt x="747" y="229"/>
                  </a:lnTo>
                  <a:lnTo>
                    <a:pt x="748" y="246"/>
                  </a:lnTo>
                  <a:lnTo>
                    <a:pt x="751" y="286"/>
                  </a:lnTo>
                  <a:lnTo>
                    <a:pt x="752" y="331"/>
                  </a:lnTo>
                  <a:lnTo>
                    <a:pt x="752" y="84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6" name="Freeform 31">
              <a:extLst>
                <a:ext uri="{FF2B5EF4-FFF2-40B4-BE49-F238E27FC236}">
                  <a16:creationId xmlns:a16="http://schemas.microsoft.com/office/drawing/2014/main" id="{5A5027AA-D3F3-711C-A536-9A52C3747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458"/>
              <a:ext cx="65" cy="79"/>
            </a:xfrm>
            <a:custGeom>
              <a:avLst/>
              <a:gdLst>
                <a:gd name="T0" fmla="*/ 0 w 778"/>
                <a:gd name="T1" fmla="*/ 0 h 860"/>
                <a:gd name="T2" fmla="*/ 0 w 778"/>
                <a:gd name="T3" fmla="*/ 0 h 860"/>
                <a:gd name="T4" fmla="*/ 0 w 778"/>
                <a:gd name="T5" fmla="*/ 0 h 860"/>
                <a:gd name="T6" fmla="*/ 0 w 778"/>
                <a:gd name="T7" fmla="*/ 0 h 860"/>
                <a:gd name="T8" fmla="*/ 0 w 778"/>
                <a:gd name="T9" fmla="*/ 0 h 860"/>
                <a:gd name="T10" fmla="*/ 0 w 778"/>
                <a:gd name="T11" fmla="*/ 0 h 860"/>
                <a:gd name="T12" fmla="*/ 0 w 778"/>
                <a:gd name="T13" fmla="*/ 0 h 860"/>
                <a:gd name="T14" fmla="*/ 0 w 778"/>
                <a:gd name="T15" fmla="*/ 0 h 860"/>
                <a:gd name="T16" fmla="*/ 0 w 778"/>
                <a:gd name="T17" fmla="*/ 0 h 860"/>
                <a:gd name="T18" fmla="*/ 0 w 778"/>
                <a:gd name="T19" fmla="*/ 0 h 860"/>
                <a:gd name="T20" fmla="*/ 0 w 778"/>
                <a:gd name="T21" fmla="*/ 0 h 860"/>
                <a:gd name="T22" fmla="*/ 0 w 778"/>
                <a:gd name="T23" fmla="*/ 0 h 860"/>
                <a:gd name="T24" fmla="*/ 0 w 778"/>
                <a:gd name="T25" fmla="*/ 0 h 860"/>
                <a:gd name="T26" fmla="*/ 0 w 778"/>
                <a:gd name="T27" fmla="*/ 0 h 860"/>
                <a:gd name="T28" fmla="*/ 0 w 778"/>
                <a:gd name="T29" fmla="*/ 0 h 860"/>
                <a:gd name="T30" fmla="*/ 0 w 778"/>
                <a:gd name="T31" fmla="*/ 0 h 860"/>
                <a:gd name="T32" fmla="*/ 0 w 778"/>
                <a:gd name="T33" fmla="*/ 0 h 860"/>
                <a:gd name="T34" fmla="*/ 0 w 778"/>
                <a:gd name="T35" fmla="*/ 0 h 860"/>
                <a:gd name="T36" fmla="*/ 0 w 778"/>
                <a:gd name="T37" fmla="*/ 0 h 860"/>
                <a:gd name="T38" fmla="*/ 0 w 778"/>
                <a:gd name="T39" fmla="*/ 0 h 860"/>
                <a:gd name="T40" fmla="*/ 0 w 778"/>
                <a:gd name="T41" fmla="*/ 0 h 860"/>
                <a:gd name="T42" fmla="*/ 0 w 778"/>
                <a:gd name="T43" fmla="*/ 0 h 860"/>
                <a:gd name="T44" fmla="*/ 0 w 778"/>
                <a:gd name="T45" fmla="*/ 0 h 860"/>
                <a:gd name="T46" fmla="*/ 0 w 778"/>
                <a:gd name="T47" fmla="*/ 0 h 860"/>
                <a:gd name="T48" fmla="*/ 0 w 778"/>
                <a:gd name="T49" fmla="*/ 0 h 860"/>
                <a:gd name="T50" fmla="*/ 0 w 778"/>
                <a:gd name="T51" fmla="*/ 0 h 860"/>
                <a:gd name="T52" fmla="*/ 0 w 778"/>
                <a:gd name="T53" fmla="*/ 0 h 860"/>
                <a:gd name="T54" fmla="*/ 0 w 778"/>
                <a:gd name="T55" fmla="*/ 0 h 860"/>
                <a:gd name="T56" fmla="*/ 0 w 778"/>
                <a:gd name="T57" fmla="*/ 0 h 860"/>
                <a:gd name="T58" fmla="*/ 0 w 778"/>
                <a:gd name="T59" fmla="*/ 0 h 860"/>
                <a:gd name="T60" fmla="*/ 0 w 778"/>
                <a:gd name="T61" fmla="*/ 0 h 860"/>
                <a:gd name="T62" fmla="*/ 0 w 778"/>
                <a:gd name="T63" fmla="*/ 0 h 860"/>
                <a:gd name="T64" fmla="*/ 0 w 778"/>
                <a:gd name="T65" fmla="*/ 0 h 860"/>
                <a:gd name="T66" fmla="*/ 0 w 778"/>
                <a:gd name="T67" fmla="*/ 0 h 860"/>
                <a:gd name="T68" fmla="*/ 0 w 778"/>
                <a:gd name="T69" fmla="*/ 0 h 860"/>
                <a:gd name="T70" fmla="*/ 0 w 778"/>
                <a:gd name="T71" fmla="*/ 0 h 860"/>
                <a:gd name="T72" fmla="*/ 0 w 778"/>
                <a:gd name="T73" fmla="*/ 0 h 860"/>
                <a:gd name="T74" fmla="*/ 0 w 778"/>
                <a:gd name="T75" fmla="*/ 0 h 860"/>
                <a:gd name="T76" fmla="*/ 0 w 778"/>
                <a:gd name="T77" fmla="*/ 0 h 860"/>
                <a:gd name="T78" fmla="*/ 0 w 778"/>
                <a:gd name="T79" fmla="*/ 0 h 860"/>
                <a:gd name="T80" fmla="*/ 0 w 778"/>
                <a:gd name="T81" fmla="*/ 0 h 860"/>
                <a:gd name="T82" fmla="*/ 0 w 778"/>
                <a:gd name="T83" fmla="*/ 0 h 860"/>
                <a:gd name="T84" fmla="*/ 0 w 778"/>
                <a:gd name="T85" fmla="*/ 0 h 860"/>
                <a:gd name="T86" fmla="*/ 0 w 778"/>
                <a:gd name="T87" fmla="*/ 0 h 860"/>
                <a:gd name="T88" fmla="*/ 0 w 778"/>
                <a:gd name="T89" fmla="*/ 0 h 860"/>
                <a:gd name="T90" fmla="*/ 0 w 778"/>
                <a:gd name="T91" fmla="*/ 0 h 860"/>
                <a:gd name="T92" fmla="*/ 0 w 778"/>
                <a:gd name="T93" fmla="*/ 0 h 860"/>
                <a:gd name="T94" fmla="*/ 0 w 778"/>
                <a:gd name="T95" fmla="*/ 0 h 860"/>
                <a:gd name="T96" fmla="*/ 0 w 778"/>
                <a:gd name="T97" fmla="*/ 0 h 860"/>
                <a:gd name="T98" fmla="*/ 0 w 778"/>
                <a:gd name="T99" fmla="*/ 0 h 86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78" h="860">
                  <a:moveTo>
                    <a:pt x="767" y="262"/>
                  </a:moveTo>
                  <a:lnTo>
                    <a:pt x="552" y="301"/>
                  </a:lnTo>
                  <a:lnTo>
                    <a:pt x="549" y="286"/>
                  </a:lnTo>
                  <a:lnTo>
                    <a:pt x="545" y="271"/>
                  </a:lnTo>
                  <a:lnTo>
                    <a:pt x="540" y="258"/>
                  </a:lnTo>
                  <a:lnTo>
                    <a:pt x="535" y="245"/>
                  </a:lnTo>
                  <a:lnTo>
                    <a:pt x="528" y="233"/>
                  </a:lnTo>
                  <a:lnTo>
                    <a:pt x="521" y="223"/>
                  </a:lnTo>
                  <a:lnTo>
                    <a:pt x="512" y="213"/>
                  </a:lnTo>
                  <a:lnTo>
                    <a:pt x="502" y="204"/>
                  </a:lnTo>
                  <a:lnTo>
                    <a:pt x="493" y="197"/>
                  </a:lnTo>
                  <a:lnTo>
                    <a:pt x="482" y="190"/>
                  </a:lnTo>
                  <a:lnTo>
                    <a:pt x="471" y="185"/>
                  </a:lnTo>
                  <a:lnTo>
                    <a:pt x="458" y="180"/>
                  </a:lnTo>
                  <a:lnTo>
                    <a:pt x="445" y="176"/>
                  </a:lnTo>
                  <a:lnTo>
                    <a:pt x="432" y="174"/>
                  </a:lnTo>
                  <a:lnTo>
                    <a:pt x="418" y="172"/>
                  </a:lnTo>
                  <a:lnTo>
                    <a:pt x="403" y="172"/>
                  </a:lnTo>
                  <a:lnTo>
                    <a:pt x="383" y="173"/>
                  </a:lnTo>
                  <a:lnTo>
                    <a:pt x="365" y="175"/>
                  </a:lnTo>
                  <a:lnTo>
                    <a:pt x="346" y="180"/>
                  </a:lnTo>
                  <a:lnTo>
                    <a:pt x="330" y="186"/>
                  </a:lnTo>
                  <a:lnTo>
                    <a:pt x="314" y="194"/>
                  </a:lnTo>
                  <a:lnTo>
                    <a:pt x="299" y="203"/>
                  </a:lnTo>
                  <a:lnTo>
                    <a:pt x="286" y="215"/>
                  </a:lnTo>
                  <a:lnTo>
                    <a:pt x="273" y="228"/>
                  </a:lnTo>
                  <a:lnTo>
                    <a:pt x="267" y="235"/>
                  </a:lnTo>
                  <a:lnTo>
                    <a:pt x="261" y="243"/>
                  </a:lnTo>
                  <a:lnTo>
                    <a:pt x="256" y="251"/>
                  </a:lnTo>
                  <a:lnTo>
                    <a:pt x="252" y="261"/>
                  </a:lnTo>
                  <a:lnTo>
                    <a:pt x="247" y="271"/>
                  </a:lnTo>
                  <a:lnTo>
                    <a:pt x="243" y="280"/>
                  </a:lnTo>
                  <a:lnTo>
                    <a:pt x="240" y="291"/>
                  </a:lnTo>
                  <a:lnTo>
                    <a:pt x="237" y="303"/>
                  </a:lnTo>
                  <a:lnTo>
                    <a:pt x="231" y="328"/>
                  </a:lnTo>
                  <a:lnTo>
                    <a:pt x="228" y="355"/>
                  </a:lnTo>
                  <a:lnTo>
                    <a:pt x="225" y="385"/>
                  </a:lnTo>
                  <a:lnTo>
                    <a:pt x="225" y="416"/>
                  </a:lnTo>
                  <a:lnTo>
                    <a:pt x="225" y="451"/>
                  </a:lnTo>
                  <a:lnTo>
                    <a:pt x="228" y="483"/>
                  </a:lnTo>
                  <a:lnTo>
                    <a:pt x="231" y="513"/>
                  </a:lnTo>
                  <a:lnTo>
                    <a:pt x="237" y="541"/>
                  </a:lnTo>
                  <a:lnTo>
                    <a:pt x="240" y="553"/>
                  </a:lnTo>
                  <a:lnTo>
                    <a:pt x="244" y="565"/>
                  </a:lnTo>
                  <a:lnTo>
                    <a:pt x="247" y="577"/>
                  </a:lnTo>
                  <a:lnTo>
                    <a:pt x="253" y="587"/>
                  </a:lnTo>
                  <a:lnTo>
                    <a:pt x="257" y="597"/>
                  </a:lnTo>
                  <a:lnTo>
                    <a:pt x="262" y="607"/>
                  </a:lnTo>
                  <a:lnTo>
                    <a:pt x="268" y="614"/>
                  </a:lnTo>
                  <a:lnTo>
                    <a:pt x="274" y="623"/>
                  </a:lnTo>
                  <a:lnTo>
                    <a:pt x="286" y="637"/>
                  </a:lnTo>
                  <a:lnTo>
                    <a:pt x="300" y="649"/>
                  </a:lnTo>
                  <a:lnTo>
                    <a:pt x="308" y="654"/>
                  </a:lnTo>
                  <a:lnTo>
                    <a:pt x="315" y="659"/>
                  </a:lnTo>
                  <a:lnTo>
                    <a:pt x="324" y="664"/>
                  </a:lnTo>
                  <a:lnTo>
                    <a:pt x="331" y="668"/>
                  </a:lnTo>
                  <a:lnTo>
                    <a:pt x="340" y="671"/>
                  </a:lnTo>
                  <a:lnTo>
                    <a:pt x="348" y="674"/>
                  </a:lnTo>
                  <a:lnTo>
                    <a:pt x="357" y="678"/>
                  </a:lnTo>
                  <a:lnTo>
                    <a:pt x="367" y="679"/>
                  </a:lnTo>
                  <a:lnTo>
                    <a:pt x="386" y="682"/>
                  </a:lnTo>
                  <a:lnTo>
                    <a:pt x="407" y="683"/>
                  </a:lnTo>
                  <a:lnTo>
                    <a:pt x="422" y="682"/>
                  </a:lnTo>
                  <a:lnTo>
                    <a:pt x="436" y="681"/>
                  </a:lnTo>
                  <a:lnTo>
                    <a:pt x="450" y="678"/>
                  </a:lnTo>
                  <a:lnTo>
                    <a:pt x="462" y="674"/>
                  </a:lnTo>
                  <a:lnTo>
                    <a:pt x="475" y="669"/>
                  </a:lnTo>
                  <a:lnTo>
                    <a:pt x="486" y="664"/>
                  </a:lnTo>
                  <a:lnTo>
                    <a:pt x="498" y="656"/>
                  </a:lnTo>
                  <a:lnTo>
                    <a:pt x="508" y="647"/>
                  </a:lnTo>
                  <a:lnTo>
                    <a:pt x="517" y="638"/>
                  </a:lnTo>
                  <a:lnTo>
                    <a:pt x="526" y="627"/>
                  </a:lnTo>
                  <a:lnTo>
                    <a:pt x="535" y="614"/>
                  </a:lnTo>
                  <a:lnTo>
                    <a:pt x="542" y="600"/>
                  </a:lnTo>
                  <a:lnTo>
                    <a:pt x="549" y="584"/>
                  </a:lnTo>
                  <a:lnTo>
                    <a:pt x="554" y="566"/>
                  </a:lnTo>
                  <a:lnTo>
                    <a:pt x="559" y="548"/>
                  </a:lnTo>
                  <a:lnTo>
                    <a:pt x="564" y="526"/>
                  </a:lnTo>
                  <a:lnTo>
                    <a:pt x="778" y="563"/>
                  </a:lnTo>
                  <a:lnTo>
                    <a:pt x="773" y="581"/>
                  </a:lnTo>
                  <a:lnTo>
                    <a:pt x="769" y="598"/>
                  </a:lnTo>
                  <a:lnTo>
                    <a:pt x="764" y="615"/>
                  </a:lnTo>
                  <a:lnTo>
                    <a:pt x="757" y="632"/>
                  </a:lnTo>
                  <a:lnTo>
                    <a:pt x="751" y="647"/>
                  </a:lnTo>
                  <a:lnTo>
                    <a:pt x="744" y="664"/>
                  </a:lnTo>
                  <a:lnTo>
                    <a:pt x="737" y="678"/>
                  </a:lnTo>
                  <a:lnTo>
                    <a:pt x="729" y="693"/>
                  </a:lnTo>
                  <a:lnTo>
                    <a:pt x="721" y="705"/>
                  </a:lnTo>
                  <a:lnTo>
                    <a:pt x="712" y="718"/>
                  </a:lnTo>
                  <a:lnTo>
                    <a:pt x="703" y="731"/>
                  </a:lnTo>
                  <a:lnTo>
                    <a:pt x="694" y="743"/>
                  </a:lnTo>
                  <a:lnTo>
                    <a:pt x="683" y="755"/>
                  </a:lnTo>
                  <a:lnTo>
                    <a:pt x="672" y="766"/>
                  </a:lnTo>
                  <a:lnTo>
                    <a:pt x="661" y="775"/>
                  </a:lnTo>
                  <a:lnTo>
                    <a:pt x="650" y="785"/>
                  </a:lnTo>
                  <a:lnTo>
                    <a:pt x="638" y="795"/>
                  </a:lnTo>
                  <a:lnTo>
                    <a:pt x="625" y="803"/>
                  </a:lnTo>
                  <a:lnTo>
                    <a:pt x="612" y="811"/>
                  </a:lnTo>
                  <a:lnTo>
                    <a:pt x="598" y="818"/>
                  </a:lnTo>
                  <a:lnTo>
                    <a:pt x="584" y="825"/>
                  </a:lnTo>
                  <a:lnTo>
                    <a:pt x="570" y="831"/>
                  </a:lnTo>
                  <a:lnTo>
                    <a:pt x="555" y="836"/>
                  </a:lnTo>
                  <a:lnTo>
                    <a:pt x="539" y="842"/>
                  </a:lnTo>
                  <a:lnTo>
                    <a:pt x="523" y="846"/>
                  </a:lnTo>
                  <a:lnTo>
                    <a:pt x="507" y="849"/>
                  </a:lnTo>
                  <a:lnTo>
                    <a:pt x="489" y="852"/>
                  </a:lnTo>
                  <a:lnTo>
                    <a:pt x="471" y="856"/>
                  </a:lnTo>
                  <a:lnTo>
                    <a:pt x="454" y="858"/>
                  </a:lnTo>
                  <a:lnTo>
                    <a:pt x="435" y="859"/>
                  </a:lnTo>
                  <a:lnTo>
                    <a:pt x="415" y="860"/>
                  </a:lnTo>
                  <a:lnTo>
                    <a:pt x="396" y="860"/>
                  </a:lnTo>
                  <a:lnTo>
                    <a:pt x="373" y="860"/>
                  </a:lnTo>
                  <a:lnTo>
                    <a:pt x="352" y="859"/>
                  </a:lnTo>
                  <a:lnTo>
                    <a:pt x="330" y="857"/>
                  </a:lnTo>
                  <a:lnTo>
                    <a:pt x="310" y="854"/>
                  </a:lnTo>
                  <a:lnTo>
                    <a:pt x="290" y="849"/>
                  </a:lnTo>
                  <a:lnTo>
                    <a:pt x="271" y="844"/>
                  </a:lnTo>
                  <a:lnTo>
                    <a:pt x="252" y="839"/>
                  </a:lnTo>
                  <a:lnTo>
                    <a:pt x="233" y="832"/>
                  </a:lnTo>
                  <a:lnTo>
                    <a:pt x="215" y="825"/>
                  </a:lnTo>
                  <a:lnTo>
                    <a:pt x="199" y="816"/>
                  </a:lnTo>
                  <a:lnTo>
                    <a:pt x="182" y="806"/>
                  </a:lnTo>
                  <a:lnTo>
                    <a:pt x="166" y="797"/>
                  </a:lnTo>
                  <a:lnTo>
                    <a:pt x="151" y="785"/>
                  </a:lnTo>
                  <a:lnTo>
                    <a:pt x="136" y="773"/>
                  </a:lnTo>
                  <a:lnTo>
                    <a:pt x="122" y="760"/>
                  </a:lnTo>
                  <a:lnTo>
                    <a:pt x="108" y="746"/>
                  </a:lnTo>
                  <a:lnTo>
                    <a:pt x="95" y="732"/>
                  </a:lnTo>
                  <a:lnTo>
                    <a:pt x="83" y="717"/>
                  </a:lnTo>
                  <a:lnTo>
                    <a:pt x="71" y="701"/>
                  </a:lnTo>
                  <a:lnTo>
                    <a:pt x="60" y="684"/>
                  </a:lnTo>
                  <a:lnTo>
                    <a:pt x="51" y="667"/>
                  </a:lnTo>
                  <a:lnTo>
                    <a:pt x="42" y="649"/>
                  </a:lnTo>
                  <a:lnTo>
                    <a:pt x="34" y="630"/>
                  </a:lnTo>
                  <a:lnTo>
                    <a:pt x="27" y="611"/>
                  </a:lnTo>
                  <a:lnTo>
                    <a:pt x="20" y="591"/>
                  </a:lnTo>
                  <a:lnTo>
                    <a:pt x="15" y="570"/>
                  </a:lnTo>
                  <a:lnTo>
                    <a:pt x="11" y="549"/>
                  </a:lnTo>
                  <a:lnTo>
                    <a:pt x="6" y="526"/>
                  </a:lnTo>
                  <a:lnTo>
                    <a:pt x="4" y="504"/>
                  </a:lnTo>
                  <a:lnTo>
                    <a:pt x="2" y="480"/>
                  </a:lnTo>
                  <a:lnTo>
                    <a:pt x="0" y="456"/>
                  </a:lnTo>
                  <a:lnTo>
                    <a:pt x="0" y="431"/>
                  </a:lnTo>
                  <a:lnTo>
                    <a:pt x="0" y="406"/>
                  </a:lnTo>
                  <a:lnTo>
                    <a:pt x="2" y="381"/>
                  </a:lnTo>
                  <a:lnTo>
                    <a:pt x="4" y="358"/>
                  </a:lnTo>
                  <a:lnTo>
                    <a:pt x="6" y="335"/>
                  </a:lnTo>
                  <a:lnTo>
                    <a:pt x="11" y="313"/>
                  </a:lnTo>
                  <a:lnTo>
                    <a:pt x="15" y="291"/>
                  </a:lnTo>
                  <a:lnTo>
                    <a:pt x="20" y="271"/>
                  </a:lnTo>
                  <a:lnTo>
                    <a:pt x="27" y="250"/>
                  </a:lnTo>
                  <a:lnTo>
                    <a:pt x="34" y="231"/>
                  </a:lnTo>
                  <a:lnTo>
                    <a:pt x="42" y="212"/>
                  </a:lnTo>
                  <a:lnTo>
                    <a:pt x="51" y="194"/>
                  </a:lnTo>
                  <a:lnTo>
                    <a:pt x="61" y="176"/>
                  </a:lnTo>
                  <a:lnTo>
                    <a:pt x="71" y="160"/>
                  </a:lnTo>
                  <a:lnTo>
                    <a:pt x="83" y="144"/>
                  </a:lnTo>
                  <a:lnTo>
                    <a:pt x="95" y="129"/>
                  </a:lnTo>
                  <a:lnTo>
                    <a:pt x="108" y="114"/>
                  </a:lnTo>
                  <a:lnTo>
                    <a:pt x="122" y="100"/>
                  </a:lnTo>
                  <a:lnTo>
                    <a:pt x="137" y="87"/>
                  </a:lnTo>
                  <a:lnTo>
                    <a:pt x="151" y="75"/>
                  </a:lnTo>
                  <a:lnTo>
                    <a:pt x="167" y="65"/>
                  </a:lnTo>
                  <a:lnTo>
                    <a:pt x="183" y="54"/>
                  </a:lnTo>
                  <a:lnTo>
                    <a:pt x="200" y="45"/>
                  </a:lnTo>
                  <a:lnTo>
                    <a:pt x="217" y="37"/>
                  </a:lnTo>
                  <a:lnTo>
                    <a:pt x="234" y="29"/>
                  </a:lnTo>
                  <a:lnTo>
                    <a:pt x="254" y="22"/>
                  </a:lnTo>
                  <a:lnTo>
                    <a:pt x="272" y="16"/>
                  </a:lnTo>
                  <a:lnTo>
                    <a:pt x="293" y="12"/>
                  </a:lnTo>
                  <a:lnTo>
                    <a:pt x="313" y="8"/>
                  </a:lnTo>
                  <a:lnTo>
                    <a:pt x="333" y="5"/>
                  </a:lnTo>
                  <a:lnTo>
                    <a:pt x="355" y="3"/>
                  </a:lnTo>
                  <a:lnTo>
                    <a:pt x="378" y="1"/>
                  </a:lnTo>
                  <a:lnTo>
                    <a:pt x="400" y="0"/>
                  </a:lnTo>
                  <a:lnTo>
                    <a:pt x="437" y="1"/>
                  </a:lnTo>
                  <a:lnTo>
                    <a:pt x="471" y="5"/>
                  </a:lnTo>
                  <a:lnTo>
                    <a:pt x="488" y="7"/>
                  </a:lnTo>
                  <a:lnTo>
                    <a:pt x="504" y="10"/>
                  </a:lnTo>
                  <a:lnTo>
                    <a:pt x="519" y="13"/>
                  </a:lnTo>
                  <a:lnTo>
                    <a:pt x="536" y="16"/>
                  </a:lnTo>
                  <a:lnTo>
                    <a:pt x="550" y="21"/>
                  </a:lnTo>
                  <a:lnTo>
                    <a:pt x="564" y="26"/>
                  </a:lnTo>
                  <a:lnTo>
                    <a:pt x="578" y="31"/>
                  </a:lnTo>
                  <a:lnTo>
                    <a:pt x="592" y="37"/>
                  </a:lnTo>
                  <a:lnTo>
                    <a:pt x="603" y="43"/>
                  </a:lnTo>
                  <a:lnTo>
                    <a:pt x="616" y="50"/>
                  </a:lnTo>
                  <a:lnTo>
                    <a:pt x="628" y="57"/>
                  </a:lnTo>
                  <a:lnTo>
                    <a:pt x="640" y="65"/>
                  </a:lnTo>
                  <a:lnTo>
                    <a:pt x="651" y="73"/>
                  </a:lnTo>
                  <a:lnTo>
                    <a:pt x="660" y="83"/>
                  </a:lnTo>
                  <a:lnTo>
                    <a:pt x="671" y="92"/>
                  </a:lnTo>
                  <a:lnTo>
                    <a:pt x="681" y="102"/>
                  </a:lnTo>
                  <a:lnTo>
                    <a:pt x="690" y="112"/>
                  </a:lnTo>
                  <a:lnTo>
                    <a:pt x="699" y="124"/>
                  </a:lnTo>
                  <a:lnTo>
                    <a:pt x="708" y="135"/>
                  </a:lnTo>
                  <a:lnTo>
                    <a:pt x="716" y="147"/>
                  </a:lnTo>
                  <a:lnTo>
                    <a:pt x="724" y="159"/>
                  </a:lnTo>
                  <a:lnTo>
                    <a:pt x="731" y="173"/>
                  </a:lnTo>
                  <a:lnTo>
                    <a:pt x="738" y="186"/>
                  </a:lnTo>
                  <a:lnTo>
                    <a:pt x="744" y="201"/>
                  </a:lnTo>
                  <a:lnTo>
                    <a:pt x="757" y="230"/>
                  </a:lnTo>
                  <a:lnTo>
                    <a:pt x="767" y="26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47" name="Rectangle 32">
              <a:extLst>
                <a:ext uri="{FF2B5EF4-FFF2-40B4-BE49-F238E27FC236}">
                  <a16:creationId xmlns:a16="http://schemas.microsoft.com/office/drawing/2014/main" id="{E80440B2-0125-CAFA-D403-1CEEC6967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" y="3515"/>
              <a:ext cx="18" cy="2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1800" b="0">
                <a:ea typeface="新細明體" panose="02020500000000000000" pitchFamily="18" charset="-12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1206-b1">
            <a:extLst>
              <a:ext uri="{FF2B5EF4-FFF2-40B4-BE49-F238E27FC236}">
                <a16:creationId xmlns:a16="http://schemas.microsoft.com/office/drawing/2014/main" id="{6AC7E151-303E-13B9-2E92-46DC2B182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765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1" name="Group 9">
            <a:extLst>
              <a:ext uri="{FF2B5EF4-FFF2-40B4-BE49-F238E27FC236}">
                <a16:creationId xmlns:a16="http://schemas.microsoft.com/office/drawing/2014/main" id="{1E8D9D43-D17F-4042-2853-3F6A290D876E}"/>
              </a:ext>
            </a:extLst>
          </p:cNvPr>
          <p:cNvGrpSpPr>
            <a:grpSpLocks/>
          </p:cNvGrpSpPr>
          <p:nvPr/>
        </p:nvGrpSpPr>
        <p:grpSpPr bwMode="auto">
          <a:xfrm>
            <a:off x="415925" y="90488"/>
            <a:ext cx="555625" cy="574675"/>
            <a:chOff x="173" y="28"/>
            <a:chExt cx="394" cy="408"/>
          </a:xfrm>
        </p:grpSpPr>
        <p:sp>
          <p:nvSpPr>
            <p:cNvPr id="2055" name="Freeform 10">
              <a:extLst>
                <a:ext uri="{FF2B5EF4-FFF2-40B4-BE49-F238E27FC236}">
                  <a16:creationId xmlns:a16="http://schemas.microsoft.com/office/drawing/2014/main" id="{5C76930A-D30C-D922-A754-8EB0FC2554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" y="28"/>
              <a:ext cx="286" cy="327"/>
            </a:xfrm>
            <a:custGeom>
              <a:avLst/>
              <a:gdLst>
                <a:gd name="T0" fmla="*/ 0 w 11331"/>
                <a:gd name="T1" fmla="*/ 0 h 13074"/>
                <a:gd name="T2" fmla="*/ 0 w 11331"/>
                <a:gd name="T3" fmla="*/ 0 h 13074"/>
                <a:gd name="T4" fmla="*/ 0 w 11331"/>
                <a:gd name="T5" fmla="*/ 0 h 13074"/>
                <a:gd name="T6" fmla="*/ 0 w 11331"/>
                <a:gd name="T7" fmla="*/ 0 h 13074"/>
                <a:gd name="T8" fmla="*/ 0 w 11331"/>
                <a:gd name="T9" fmla="*/ 0 h 13074"/>
                <a:gd name="T10" fmla="*/ 0 w 11331"/>
                <a:gd name="T11" fmla="*/ 0 h 13074"/>
                <a:gd name="T12" fmla="*/ 0 w 11331"/>
                <a:gd name="T13" fmla="*/ 0 h 13074"/>
                <a:gd name="T14" fmla="*/ 0 w 11331"/>
                <a:gd name="T15" fmla="*/ 0 h 13074"/>
                <a:gd name="T16" fmla="*/ 0 w 11331"/>
                <a:gd name="T17" fmla="*/ 0 h 13074"/>
                <a:gd name="T18" fmla="*/ 0 w 11331"/>
                <a:gd name="T19" fmla="*/ 0 h 13074"/>
                <a:gd name="T20" fmla="*/ 0 w 11331"/>
                <a:gd name="T21" fmla="*/ 0 h 13074"/>
                <a:gd name="T22" fmla="*/ 0 w 11331"/>
                <a:gd name="T23" fmla="*/ 0 h 13074"/>
                <a:gd name="T24" fmla="*/ 0 w 11331"/>
                <a:gd name="T25" fmla="*/ 0 h 13074"/>
                <a:gd name="T26" fmla="*/ 0 w 11331"/>
                <a:gd name="T27" fmla="*/ 0 h 13074"/>
                <a:gd name="T28" fmla="*/ 0 w 11331"/>
                <a:gd name="T29" fmla="*/ 0 h 13074"/>
                <a:gd name="T30" fmla="*/ 0 w 11331"/>
                <a:gd name="T31" fmla="*/ 0 h 13074"/>
                <a:gd name="T32" fmla="*/ 0 w 11331"/>
                <a:gd name="T33" fmla="*/ 0 h 13074"/>
                <a:gd name="T34" fmla="*/ 0 w 11331"/>
                <a:gd name="T35" fmla="*/ 0 h 13074"/>
                <a:gd name="T36" fmla="*/ 0 w 11331"/>
                <a:gd name="T37" fmla="*/ 0 h 13074"/>
                <a:gd name="T38" fmla="*/ 0 w 11331"/>
                <a:gd name="T39" fmla="*/ 0 h 13074"/>
                <a:gd name="T40" fmla="*/ 0 w 11331"/>
                <a:gd name="T41" fmla="*/ 0 h 13074"/>
                <a:gd name="T42" fmla="*/ 0 w 11331"/>
                <a:gd name="T43" fmla="*/ 0 h 13074"/>
                <a:gd name="T44" fmla="*/ 0 w 11331"/>
                <a:gd name="T45" fmla="*/ 0 h 13074"/>
                <a:gd name="T46" fmla="*/ 0 w 11331"/>
                <a:gd name="T47" fmla="*/ 0 h 13074"/>
                <a:gd name="T48" fmla="*/ 0 w 11331"/>
                <a:gd name="T49" fmla="*/ 0 h 13074"/>
                <a:gd name="T50" fmla="*/ 0 w 11331"/>
                <a:gd name="T51" fmla="*/ 0 h 13074"/>
                <a:gd name="T52" fmla="*/ 0 w 11331"/>
                <a:gd name="T53" fmla="*/ 0 h 13074"/>
                <a:gd name="T54" fmla="*/ 0 w 11331"/>
                <a:gd name="T55" fmla="*/ 0 h 13074"/>
                <a:gd name="T56" fmla="*/ 0 w 11331"/>
                <a:gd name="T57" fmla="*/ 0 h 13074"/>
                <a:gd name="T58" fmla="*/ 0 w 11331"/>
                <a:gd name="T59" fmla="*/ 0 h 13074"/>
                <a:gd name="T60" fmla="*/ 0 w 11331"/>
                <a:gd name="T61" fmla="*/ 0 h 13074"/>
                <a:gd name="T62" fmla="*/ 0 w 11331"/>
                <a:gd name="T63" fmla="*/ 0 h 13074"/>
                <a:gd name="T64" fmla="*/ 0 w 11331"/>
                <a:gd name="T65" fmla="*/ 0 h 13074"/>
                <a:gd name="T66" fmla="*/ 0 w 11331"/>
                <a:gd name="T67" fmla="*/ 0 h 13074"/>
                <a:gd name="T68" fmla="*/ 0 w 11331"/>
                <a:gd name="T69" fmla="*/ 0 h 13074"/>
                <a:gd name="T70" fmla="*/ 0 w 11331"/>
                <a:gd name="T71" fmla="*/ 0 h 13074"/>
                <a:gd name="T72" fmla="*/ 0 w 11331"/>
                <a:gd name="T73" fmla="*/ 0 h 13074"/>
                <a:gd name="T74" fmla="*/ 0 w 11331"/>
                <a:gd name="T75" fmla="*/ 0 h 13074"/>
                <a:gd name="T76" fmla="*/ 0 w 11331"/>
                <a:gd name="T77" fmla="*/ 0 h 13074"/>
                <a:gd name="T78" fmla="*/ 0 w 11331"/>
                <a:gd name="T79" fmla="*/ 0 h 13074"/>
                <a:gd name="T80" fmla="*/ 0 w 11331"/>
                <a:gd name="T81" fmla="*/ 0 h 13074"/>
                <a:gd name="T82" fmla="*/ 0 w 11331"/>
                <a:gd name="T83" fmla="*/ 0 h 13074"/>
                <a:gd name="T84" fmla="*/ 0 w 11331"/>
                <a:gd name="T85" fmla="*/ 0 h 13074"/>
                <a:gd name="T86" fmla="*/ 0 w 11331"/>
                <a:gd name="T87" fmla="*/ 0 h 13074"/>
                <a:gd name="T88" fmla="*/ 0 w 11331"/>
                <a:gd name="T89" fmla="*/ 0 h 13074"/>
                <a:gd name="T90" fmla="*/ 0 w 11331"/>
                <a:gd name="T91" fmla="*/ 0 h 13074"/>
                <a:gd name="T92" fmla="*/ 0 w 11331"/>
                <a:gd name="T93" fmla="*/ 0 h 13074"/>
                <a:gd name="T94" fmla="*/ 0 w 11331"/>
                <a:gd name="T95" fmla="*/ 0 h 13074"/>
                <a:gd name="T96" fmla="*/ 0 w 11331"/>
                <a:gd name="T97" fmla="*/ 0 h 13074"/>
                <a:gd name="T98" fmla="*/ 0 w 11331"/>
                <a:gd name="T99" fmla="*/ 0 h 13074"/>
                <a:gd name="T100" fmla="*/ 0 w 11331"/>
                <a:gd name="T101" fmla="*/ 0 h 13074"/>
                <a:gd name="T102" fmla="*/ 0 w 11331"/>
                <a:gd name="T103" fmla="*/ 0 h 13074"/>
                <a:gd name="T104" fmla="*/ 0 w 11331"/>
                <a:gd name="T105" fmla="*/ 0 h 13074"/>
                <a:gd name="T106" fmla="*/ 0 w 11331"/>
                <a:gd name="T107" fmla="*/ 0 h 13074"/>
                <a:gd name="T108" fmla="*/ 0 w 11331"/>
                <a:gd name="T109" fmla="*/ 0 h 13074"/>
                <a:gd name="T110" fmla="*/ 0 w 11331"/>
                <a:gd name="T111" fmla="*/ 0 h 13074"/>
                <a:gd name="T112" fmla="*/ 0 w 11331"/>
                <a:gd name="T113" fmla="*/ 0 h 13074"/>
                <a:gd name="T114" fmla="*/ 0 w 11331"/>
                <a:gd name="T115" fmla="*/ 0 h 13074"/>
                <a:gd name="T116" fmla="*/ 0 w 11331"/>
                <a:gd name="T117" fmla="*/ 0 h 13074"/>
                <a:gd name="T118" fmla="*/ 0 w 11331"/>
                <a:gd name="T119" fmla="*/ 0 h 13074"/>
                <a:gd name="T120" fmla="*/ 0 w 11331"/>
                <a:gd name="T121" fmla="*/ 0 h 13074"/>
                <a:gd name="T122" fmla="*/ 0 w 11331"/>
                <a:gd name="T123" fmla="*/ 0 h 13074"/>
                <a:gd name="T124" fmla="*/ 0 w 11331"/>
                <a:gd name="T125" fmla="*/ 0 h 1307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1331" h="13074">
                  <a:moveTo>
                    <a:pt x="837" y="972"/>
                  </a:moveTo>
                  <a:lnTo>
                    <a:pt x="782" y="950"/>
                  </a:lnTo>
                  <a:lnTo>
                    <a:pt x="729" y="928"/>
                  </a:lnTo>
                  <a:lnTo>
                    <a:pt x="676" y="910"/>
                  </a:lnTo>
                  <a:lnTo>
                    <a:pt x="624" y="891"/>
                  </a:lnTo>
                  <a:lnTo>
                    <a:pt x="573" y="875"/>
                  </a:lnTo>
                  <a:lnTo>
                    <a:pt x="522" y="860"/>
                  </a:lnTo>
                  <a:lnTo>
                    <a:pt x="471" y="846"/>
                  </a:lnTo>
                  <a:lnTo>
                    <a:pt x="421" y="832"/>
                  </a:lnTo>
                  <a:lnTo>
                    <a:pt x="371" y="821"/>
                  </a:lnTo>
                  <a:lnTo>
                    <a:pt x="320" y="811"/>
                  </a:lnTo>
                  <a:lnTo>
                    <a:pt x="269" y="801"/>
                  </a:lnTo>
                  <a:lnTo>
                    <a:pt x="218" y="793"/>
                  </a:lnTo>
                  <a:lnTo>
                    <a:pt x="165" y="785"/>
                  </a:lnTo>
                  <a:lnTo>
                    <a:pt x="111" y="779"/>
                  </a:lnTo>
                  <a:lnTo>
                    <a:pt x="56" y="774"/>
                  </a:lnTo>
                  <a:lnTo>
                    <a:pt x="0" y="769"/>
                  </a:lnTo>
                  <a:lnTo>
                    <a:pt x="17" y="789"/>
                  </a:lnTo>
                  <a:lnTo>
                    <a:pt x="33" y="810"/>
                  </a:lnTo>
                  <a:lnTo>
                    <a:pt x="48" y="829"/>
                  </a:lnTo>
                  <a:lnTo>
                    <a:pt x="61" y="849"/>
                  </a:lnTo>
                  <a:lnTo>
                    <a:pt x="75" y="868"/>
                  </a:lnTo>
                  <a:lnTo>
                    <a:pt x="87" y="887"/>
                  </a:lnTo>
                  <a:lnTo>
                    <a:pt x="98" y="906"/>
                  </a:lnTo>
                  <a:lnTo>
                    <a:pt x="108" y="925"/>
                  </a:lnTo>
                  <a:lnTo>
                    <a:pt x="129" y="964"/>
                  </a:lnTo>
                  <a:lnTo>
                    <a:pt x="147" y="1004"/>
                  </a:lnTo>
                  <a:lnTo>
                    <a:pt x="165" y="1044"/>
                  </a:lnTo>
                  <a:lnTo>
                    <a:pt x="181" y="1087"/>
                  </a:lnTo>
                  <a:lnTo>
                    <a:pt x="837" y="972"/>
                  </a:lnTo>
                  <a:close/>
                  <a:moveTo>
                    <a:pt x="3215" y="678"/>
                  </a:moveTo>
                  <a:lnTo>
                    <a:pt x="3149" y="645"/>
                  </a:lnTo>
                  <a:lnTo>
                    <a:pt x="3084" y="613"/>
                  </a:lnTo>
                  <a:lnTo>
                    <a:pt x="3020" y="584"/>
                  </a:lnTo>
                  <a:lnTo>
                    <a:pt x="2957" y="558"/>
                  </a:lnTo>
                  <a:lnTo>
                    <a:pt x="2894" y="534"/>
                  </a:lnTo>
                  <a:lnTo>
                    <a:pt x="2833" y="512"/>
                  </a:lnTo>
                  <a:lnTo>
                    <a:pt x="2771" y="492"/>
                  </a:lnTo>
                  <a:lnTo>
                    <a:pt x="2709" y="473"/>
                  </a:lnTo>
                  <a:lnTo>
                    <a:pt x="2647" y="457"/>
                  </a:lnTo>
                  <a:lnTo>
                    <a:pt x="2585" y="443"/>
                  </a:lnTo>
                  <a:lnTo>
                    <a:pt x="2522" y="429"/>
                  </a:lnTo>
                  <a:lnTo>
                    <a:pt x="2458" y="418"/>
                  </a:lnTo>
                  <a:lnTo>
                    <a:pt x="2392" y="408"/>
                  </a:lnTo>
                  <a:lnTo>
                    <a:pt x="2325" y="399"/>
                  </a:lnTo>
                  <a:lnTo>
                    <a:pt x="2256" y="392"/>
                  </a:lnTo>
                  <a:lnTo>
                    <a:pt x="2186" y="385"/>
                  </a:lnTo>
                  <a:lnTo>
                    <a:pt x="2222" y="435"/>
                  </a:lnTo>
                  <a:lnTo>
                    <a:pt x="2256" y="486"/>
                  </a:lnTo>
                  <a:lnTo>
                    <a:pt x="2288" y="537"/>
                  </a:lnTo>
                  <a:lnTo>
                    <a:pt x="2320" y="590"/>
                  </a:lnTo>
                  <a:lnTo>
                    <a:pt x="2349" y="644"/>
                  </a:lnTo>
                  <a:lnTo>
                    <a:pt x="2379" y="699"/>
                  </a:lnTo>
                  <a:lnTo>
                    <a:pt x="2409" y="756"/>
                  </a:lnTo>
                  <a:lnTo>
                    <a:pt x="2437" y="815"/>
                  </a:lnTo>
                  <a:lnTo>
                    <a:pt x="3215" y="678"/>
                  </a:lnTo>
                  <a:close/>
                  <a:moveTo>
                    <a:pt x="4694" y="544"/>
                  </a:moveTo>
                  <a:lnTo>
                    <a:pt x="4753" y="533"/>
                  </a:lnTo>
                  <a:lnTo>
                    <a:pt x="4813" y="522"/>
                  </a:lnTo>
                  <a:lnTo>
                    <a:pt x="4874" y="512"/>
                  </a:lnTo>
                  <a:lnTo>
                    <a:pt x="4934" y="501"/>
                  </a:lnTo>
                  <a:lnTo>
                    <a:pt x="4995" y="491"/>
                  </a:lnTo>
                  <a:lnTo>
                    <a:pt x="5056" y="479"/>
                  </a:lnTo>
                  <a:lnTo>
                    <a:pt x="5116" y="469"/>
                  </a:lnTo>
                  <a:lnTo>
                    <a:pt x="5177" y="459"/>
                  </a:lnTo>
                  <a:lnTo>
                    <a:pt x="5237" y="448"/>
                  </a:lnTo>
                  <a:lnTo>
                    <a:pt x="5297" y="438"/>
                  </a:lnTo>
                  <a:lnTo>
                    <a:pt x="5356" y="427"/>
                  </a:lnTo>
                  <a:lnTo>
                    <a:pt x="5415" y="416"/>
                  </a:lnTo>
                  <a:lnTo>
                    <a:pt x="5473" y="406"/>
                  </a:lnTo>
                  <a:lnTo>
                    <a:pt x="5530" y="397"/>
                  </a:lnTo>
                  <a:lnTo>
                    <a:pt x="5586" y="387"/>
                  </a:lnTo>
                  <a:lnTo>
                    <a:pt x="5642" y="376"/>
                  </a:lnTo>
                  <a:lnTo>
                    <a:pt x="5607" y="355"/>
                  </a:lnTo>
                  <a:lnTo>
                    <a:pt x="5572" y="334"/>
                  </a:lnTo>
                  <a:lnTo>
                    <a:pt x="5537" y="313"/>
                  </a:lnTo>
                  <a:lnTo>
                    <a:pt x="5501" y="294"/>
                  </a:lnTo>
                  <a:lnTo>
                    <a:pt x="5466" y="274"/>
                  </a:lnTo>
                  <a:lnTo>
                    <a:pt x="5429" y="256"/>
                  </a:lnTo>
                  <a:lnTo>
                    <a:pt x="5392" y="238"/>
                  </a:lnTo>
                  <a:lnTo>
                    <a:pt x="5355" y="220"/>
                  </a:lnTo>
                  <a:lnTo>
                    <a:pt x="5318" y="204"/>
                  </a:lnTo>
                  <a:lnTo>
                    <a:pt x="5281" y="189"/>
                  </a:lnTo>
                  <a:lnTo>
                    <a:pt x="5243" y="173"/>
                  </a:lnTo>
                  <a:lnTo>
                    <a:pt x="5205" y="158"/>
                  </a:lnTo>
                  <a:lnTo>
                    <a:pt x="5166" y="144"/>
                  </a:lnTo>
                  <a:lnTo>
                    <a:pt x="5127" y="131"/>
                  </a:lnTo>
                  <a:lnTo>
                    <a:pt x="5088" y="118"/>
                  </a:lnTo>
                  <a:lnTo>
                    <a:pt x="5049" y="106"/>
                  </a:lnTo>
                  <a:lnTo>
                    <a:pt x="5009" y="95"/>
                  </a:lnTo>
                  <a:lnTo>
                    <a:pt x="4969" y="84"/>
                  </a:lnTo>
                  <a:lnTo>
                    <a:pt x="4928" y="73"/>
                  </a:lnTo>
                  <a:lnTo>
                    <a:pt x="4888" y="64"/>
                  </a:lnTo>
                  <a:lnTo>
                    <a:pt x="4846" y="55"/>
                  </a:lnTo>
                  <a:lnTo>
                    <a:pt x="4805" y="47"/>
                  </a:lnTo>
                  <a:lnTo>
                    <a:pt x="4763" y="40"/>
                  </a:lnTo>
                  <a:lnTo>
                    <a:pt x="4721" y="33"/>
                  </a:lnTo>
                  <a:lnTo>
                    <a:pt x="4678" y="27"/>
                  </a:lnTo>
                  <a:lnTo>
                    <a:pt x="4635" y="20"/>
                  </a:lnTo>
                  <a:lnTo>
                    <a:pt x="4593" y="15"/>
                  </a:lnTo>
                  <a:lnTo>
                    <a:pt x="4550" y="11"/>
                  </a:lnTo>
                  <a:lnTo>
                    <a:pt x="4506" y="7"/>
                  </a:lnTo>
                  <a:lnTo>
                    <a:pt x="4462" y="4"/>
                  </a:lnTo>
                  <a:lnTo>
                    <a:pt x="4417" y="2"/>
                  </a:lnTo>
                  <a:lnTo>
                    <a:pt x="4373" y="0"/>
                  </a:lnTo>
                  <a:lnTo>
                    <a:pt x="4389" y="15"/>
                  </a:lnTo>
                  <a:lnTo>
                    <a:pt x="4404" y="32"/>
                  </a:lnTo>
                  <a:lnTo>
                    <a:pt x="4420" y="48"/>
                  </a:lnTo>
                  <a:lnTo>
                    <a:pt x="4435" y="65"/>
                  </a:lnTo>
                  <a:lnTo>
                    <a:pt x="4463" y="99"/>
                  </a:lnTo>
                  <a:lnTo>
                    <a:pt x="4487" y="133"/>
                  </a:lnTo>
                  <a:lnTo>
                    <a:pt x="4511" y="168"/>
                  </a:lnTo>
                  <a:lnTo>
                    <a:pt x="4532" y="203"/>
                  </a:lnTo>
                  <a:lnTo>
                    <a:pt x="4553" y="239"/>
                  </a:lnTo>
                  <a:lnTo>
                    <a:pt x="4571" y="274"/>
                  </a:lnTo>
                  <a:lnTo>
                    <a:pt x="4588" y="310"/>
                  </a:lnTo>
                  <a:lnTo>
                    <a:pt x="4605" y="345"/>
                  </a:lnTo>
                  <a:lnTo>
                    <a:pt x="4621" y="379"/>
                  </a:lnTo>
                  <a:lnTo>
                    <a:pt x="4635" y="414"/>
                  </a:lnTo>
                  <a:lnTo>
                    <a:pt x="4665" y="480"/>
                  </a:lnTo>
                  <a:lnTo>
                    <a:pt x="4694" y="544"/>
                  </a:lnTo>
                  <a:close/>
                  <a:moveTo>
                    <a:pt x="4757" y="1607"/>
                  </a:moveTo>
                  <a:lnTo>
                    <a:pt x="4717" y="1568"/>
                  </a:lnTo>
                  <a:lnTo>
                    <a:pt x="4677" y="1531"/>
                  </a:lnTo>
                  <a:lnTo>
                    <a:pt x="4638" y="1494"/>
                  </a:lnTo>
                  <a:lnTo>
                    <a:pt x="4599" y="1461"/>
                  </a:lnTo>
                  <a:lnTo>
                    <a:pt x="4560" y="1427"/>
                  </a:lnTo>
                  <a:lnTo>
                    <a:pt x="4521" y="1395"/>
                  </a:lnTo>
                  <a:lnTo>
                    <a:pt x="4481" y="1364"/>
                  </a:lnTo>
                  <a:lnTo>
                    <a:pt x="4442" y="1334"/>
                  </a:lnTo>
                  <a:lnTo>
                    <a:pt x="4403" y="1306"/>
                  </a:lnTo>
                  <a:lnTo>
                    <a:pt x="4364" y="1277"/>
                  </a:lnTo>
                  <a:lnTo>
                    <a:pt x="4324" y="1250"/>
                  </a:lnTo>
                  <a:lnTo>
                    <a:pt x="4284" y="1223"/>
                  </a:lnTo>
                  <a:lnTo>
                    <a:pt x="4203" y="1170"/>
                  </a:lnTo>
                  <a:lnTo>
                    <a:pt x="4120" y="1119"/>
                  </a:lnTo>
                  <a:lnTo>
                    <a:pt x="2735" y="1363"/>
                  </a:lnTo>
                  <a:lnTo>
                    <a:pt x="2757" y="1433"/>
                  </a:lnTo>
                  <a:lnTo>
                    <a:pt x="2782" y="1501"/>
                  </a:lnTo>
                  <a:lnTo>
                    <a:pt x="2805" y="1569"/>
                  </a:lnTo>
                  <a:lnTo>
                    <a:pt x="2830" y="1636"/>
                  </a:lnTo>
                  <a:lnTo>
                    <a:pt x="2841" y="1671"/>
                  </a:lnTo>
                  <a:lnTo>
                    <a:pt x="2853" y="1705"/>
                  </a:lnTo>
                  <a:lnTo>
                    <a:pt x="2865" y="1741"/>
                  </a:lnTo>
                  <a:lnTo>
                    <a:pt x="2875" y="1777"/>
                  </a:lnTo>
                  <a:lnTo>
                    <a:pt x="2885" y="1815"/>
                  </a:lnTo>
                  <a:lnTo>
                    <a:pt x="2894" y="1852"/>
                  </a:lnTo>
                  <a:lnTo>
                    <a:pt x="2903" y="1891"/>
                  </a:lnTo>
                  <a:lnTo>
                    <a:pt x="2911" y="1931"/>
                  </a:lnTo>
                  <a:lnTo>
                    <a:pt x="4757" y="1607"/>
                  </a:lnTo>
                  <a:close/>
                  <a:moveTo>
                    <a:pt x="7058" y="1303"/>
                  </a:moveTo>
                  <a:lnTo>
                    <a:pt x="7033" y="1271"/>
                  </a:lnTo>
                  <a:lnTo>
                    <a:pt x="7007" y="1241"/>
                  </a:lnTo>
                  <a:lnTo>
                    <a:pt x="6982" y="1211"/>
                  </a:lnTo>
                  <a:lnTo>
                    <a:pt x="6956" y="1181"/>
                  </a:lnTo>
                  <a:lnTo>
                    <a:pt x="6930" y="1152"/>
                  </a:lnTo>
                  <a:lnTo>
                    <a:pt x="6903" y="1122"/>
                  </a:lnTo>
                  <a:lnTo>
                    <a:pt x="6877" y="1093"/>
                  </a:lnTo>
                  <a:lnTo>
                    <a:pt x="6849" y="1066"/>
                  </a:lnTo>
                  <a:lnTo>
                    <a:pt x="6821" y="1038"/>
                  </a:lnTo>
                  <a:lnTo>
                    <a:pt x="6794" y="1011"/>
                  </a:lnTo>
                  <a:lnTo>
                    <a:pt x="6765" y="985"/>
                  </a:lnTo>
                  <a:lnTo>
                    <a:pt x="6736" y="959"/>
                  </a:lnTo>
                  <a:lnTo>
                    <a:pt x="6709" y="934"/>
                  </a:lnTo>
                  <a:lnTo>
                    <a:pt x="6680" y="910"/>
                  </a:lnTo>
                  <a:lnTo>
                    <a:pt x="6652" y="886"/>
                  </a:lnTo>
                  <a:lnTo>
                    <a:pt x="6623" y="863"/>
                  </a:lnTo>
                  <a:lnTo>
                    <a:pt x="6594" y="842"/>
                  </a:lnTo>
                  <a:lnTo>
                    <a:pt x="6566" y="820"/>
                  </a:lnTo>
                  <a:lnTo>
                    <a:pt x="6537" y="800"/>
                  </a:lnTo>
                  <a:lnTo>
                    <a:pt x="6508" y="780"/>
                  </a:lnTo>
                  <a:lnTo>
                    <a:pt x="6480" y="762"/>
                  </a:lnTo>
                  <a:lnTo>
                    <a:pt x="6452" y="744"/>
                  </a:lnTo>
                  <a:lnTo>
                    <a:pt x="6425" y="727"/>
                  </a:lnTo>
                  <a:lnTo>
                    <a:pt x="6397" y="712"/>
                  </a:lnTo>
                  <a:lnTo>
                    <a:pt x="6369" y="698"/>
                  </a:lnTo>
                  <a:lnTo>
                    <a:pt x="6342" y="684"/>
                  </a:lnTo>
                  <a:lnTo>
                    <a:pt x="6315" y="672"/>
                  </a:lnTo>
                  <a:lnTo>
                    <a:pt x="6289" y="661"/>
                  </a:lnTo>
                  <a:lnTo>
                    <a:pt x="6263" y="652"/>
                  </a:lnTo>
                  <a:lnTo>
                    <a:pt x="6238" y="644"/>
                  </a:lnTo>
                  <a:lnTo>
                    <a:pt x="6212" y="636"/>
                  </a:lnTo>
                  <a:lnTo>
                    <a:pt x="6187" y="630"/>
                  </a:lnTo>
                  <a:lnTo>
                    <a:pt x="4827" y="870"/>
                  </a:lnTo>
                  <a:lnTo>
                    <a:pt x="4849" y="921"/>
                  </a:lnTo>
                  <a:lnTo>
                    <a:pt x="4871" y="970"/>
                  </a:lnTo>
                  <a:lnTo>
                    <a:pt x="4890" y="1018"/>
                  </a:lnTo>
                  <a:lnTo>
                    <a:pt x="4909" y="1065"/>
                  </a:lnTo>
                  <a:lnTo>
                    <a:pt x="4927" y="1111"/>
                  </a:lnTo>
                  <a:lnTo>
                    <a:pt x="4944" y="1156"/>
                  </a:lnTo>
                  <a:lnTo>
                    <a:pt x="4962" y="1202"/>
                  </a:lnTo>
                  <a:lnTo>
                    <a:pt x="4978" y="1246"/>
                  </a:lnTo>
                  <a:lnTo>
                    <a:pt x="4994" y="1291"/>
                  </a:lnTo>
                  <a:lnTo>
                    <a:pt x="5010" y="1337"/>
                  </a:lnTo>
                  <a:lnTo>
                    <a:pt x="5026" y="1385"/>
                  </a:lnTo>
                  <a:lnTo>
                    <a:pt x="5042" y="1433"/>
                  </a:lnTo>
                  <a:lnTo>
                    <a:pt x="5060" y="1483"/>
                  </a:lnTo>
                  <a:lnTo>
                    <a:pt x="5077" y="1534"/>
                  </a:lnTo>
                  <a:lnTo>
                    <a:pt x="5096" y="1588"/>
                  </a:lnTo>
                  <a:lnTo>
                    <a:pt x="5114" y="1644"/>
                  </a:lnTo>
                  <a:lnTo>
                    <a:pt x="5234" y="1623"/>
                  </a:lnTo>
                  <a:lnTo>
                    <a:pt x="5353" y="1602"/>
                  </a:lnTo>
                  <a:lnTo>
                    <a:pt x="5474" y="1581"/>
                  </a:lnTo>
                  <a:lnTo>
                    <a:pt x="5596" y="1560"/>
                  </a:lnTo>
                  <a:lnTo>
                    <a:pt x="5717" y="1538"/>
                  </a:lnTo>
                  <a:lnTo>
                    <a:pt x="5840" y="1517"/>
                  </a:lnTo>
                  <a:lnTo>
                    <a:pt x="5963" y="1495"/>
                  </a:lnTo>
                  <a:lnTo>
                    <a:pt x="6086" y="1473"/>
                  </a:lnTo>
                  <a:lnTo>
                    <a:pt x="6209" y="1451"/>
                  </a:lnTo>
                  <a:lnTo>
                    <a:pt x="6332" y="1430"/>
                  </a:lnTo>
                  <a:lnTo>
                    <a:pt x="6454" y="1409"/>
                  </a:lnTo>
                  <a:lnTo>
                    <a:pt x="6576" y="1387"/>
                  </a:lnTo>
                  <a:lnTo>
                    <a:pt x="6698" y="1366"/>
                  </a:lnTo>
                  <a:lnTo>
                    <a:pt x="6818" y="1344"/>
                  </a:lnTo>
                  <a:lnTo>
                    <a:pt x="6939" y="1323"/>
                  </a:lnTo>
                  <a:lnTo>
                    <a:pt x="7058" y="1303"/>
                  </a:lnTo>
                  <a:close/>
                  <a:moveTo>
                    <a:pt x="6868" y="12705"/>
                  </a:moveTo>
                  <a:lnTo>
                    <a:pt x="6867" y="12729"/>
                  </a:lnTo>
                  <a:lnTo>
                    <a:pt x="6865" y="12752"/>
                  </a:lnTo>
                  <a:lnTo>
                    <a:pt x="6861" y="12774"/>
                  </a:lnTo>
                  <a:lnTo>
                    <a:pt x="6857" y="12797"/>
                  </a:lnTo>
                  <a:lnTo>
                    <a:pt x="6852" y="12819"/>
                  </a:lnTo>
                  <a:lnTo>
                    <a:pt x="6846" y="12842"/>
                  </a:lnTo>
                  <a:lnTo>
                    <a:pt x="6839" y="12864"/>
                  </a:lnTo>
                  <a:lnTo>
                    <a:pt x="6832" y="12887"/>
                  </a:lnTo>
                  <a:lnTo>
                    <a:pt x="6815" y="12933"/>
                  </a:lnTo>
                  <a:lnTo>
                    <a:pt x="6797" y="12978"/>
                  </a:lnTo>
                  <a:lnTo>
                    <a:pt x="6778" y="13025"/>
                  </a:lnTo>
                  <a:lnTo>
                    <a:pt x="6759" y="13074"/>
                  </a:lnTo>
                  <a:lnTo>
                    <a:pt x="6455" y="12779"/>
                  </a:lnTo>
                  <a:lnTo>
                    <a:pt x="6511" y="12768"/>
                  </a:lnTo>
                  <a:lnTo>
                    <a:pt x="6565" y="12759"/>
                  </a:lnTo>
                  <a:lnTo>
                    <a:pt x="6619" y="12750"/>
                  </a:lnTo>
                  <a:lnTo>
                    <a:pt x="6671" y="12740"/>
                  </a:lnTo>
                  <a:lnTo>
                    <a:pt x="6723" y="12731"/>
                  </a:lnTo>
                  <a:lnTo>
                    <a:pt x="6773" y="12722"/>
                  </a:lnTo>
                  <a:lnTo>
                    <a:pt x="6821" y="12713"/>
                  </a:lnTo>
                  <a:lnTo>
                    <a:pt x="6868" y="12705"/>
                  </a:lnTo>
                  <a:close/>
                  <a:moveTo>
                    <a:pt x="6950" y="11891"/>
                  </a:moveTo>
                  <a:lnTo>
                    <a:pt x="6954" y="11867"/>
                  </a:lnTo>
                  <a:lnTo>
                    <a:pt x="6959" y="11843"/>
                  </a:lnTo>
                  <a:lnTo>
                    <a:pt x="6962" y="11819"/>
                  </a:lnTo>
                  <a:lnTo>
                    <a:pt x="6966" y="11795"/>
                  </a:lnTo>
                  <a:lnTo>
                    <a:pt x="6969" y="11771"/>
                  </a:lnTo>
                  <a:lnTo>
                    <a:pt x="6971" y="11747"/>
                  </a:lnTo>
                  <a:lnTo>
                    <a:pt x="6972" y="11724"/>
                  </a:lnTo>
                  <a:lnTo>
                    <a:pt x="6973" y="11700"/>
                  </a:lnTo>
                  <a:lnTo>
                    <a:pt x="6973" y="11677"/>
                  </a:lnTo>
                  <a:lnTo>
                    <a:pt x="6973" y="11654"/>
                  </a:lnTo>
                  <a:lnTo>
                    <a:pt x="6972" y="11630"/>
                  </a:lnTo>
                  <a:lnTo>
                    <a:pt x="6970" y="11607"/>
                  </a:lnTo>
                  <a:lnTo>
                    <a:pt x="6968" y="11584"/>
                  </a:lnTo>
                  <a:lnTo>
                    <a:pt x="6966" y="11561"/>
                  </a:lnTo>
                  <a:lnTo>
                    <a:pt x="6962" y="11538"/>
                  </a:lnTo>
                  <a:lnTo>
                    <a:pt x="6958" y="11515"/>
                  </a:lnTo>
                  <a:lnTo>
                    <a:pt x="5234" y="11819"/>
                  </a:lnTo>
                  <a:lnTo>
                    <a:pt x="5614" y="12126"/>
                  </a:lnTo>
                  <a:lnTo>
                    <a:pt x="5697" y="12111"/>
                  </a:lnTo>
                  <a:lnTo>
                    <a:pt x="5780" y="12097"/>
                  </a:lnTo>
                  <a:lnTo>
                    <a:pt x="5862" y="12083"/>
                  </a:lnTo>
                  <a:lnTo>
                    <a:pt x="5946" y="12068"/>
                  </a:lnTo>
                  <a:lnTo>
                    <a:pt x="6030" y="12053"/>
                  </a:lnTo>
                  <a:lnTo>
                    <a:pt x="6114" y="12039"/>
                  </a:lnTo>
                  <a:lnTo>
                    <a:pt x="6198" y="12024"/>
                  </a:lnTo>
                  <a:lnTo>
                    <a:pt x="6282" y="12009"/>
                  </a:lnTo>
                  <a:lnTo>
                    <a:pt x="6366" y="11994"/>
                  </a:lnTo>
                  <a:lnTo>
                    <a:pt x="6450" y="11980"/>
                  </a:lnTo>
                  <a:lnTo>
                    <a:pt x="6534" y="11965"/>
                  </a:lnTo>
                  <a:lnTo>
                    <a:pt x="6618" y="11950"/>
                  </a:lnTo>
                  <a:lnTo>
                    <a:pt x="6702" y="11935"/>
                  </a:lnTo>
                  <a:lnTo>
                    <a:pt x="6785" y="11921"/>
                  </a:lnTo>
                  <a:lnTo>
                    <a:pt x="6867" y="11905"/>
                  </a:lnTo>
                  <a:lnTo>
                    <a:pt x="6950" y="11891"/>
                  </a:lnTo>
                  <a:close/>
                  <a:moveTo>
                    <a:pt x="9130" y="11609"/>
                  </a:moveTo>
                  <a:lnTo>
                    <a:pt x="9133" y="11575"/>
                  </a:lnTo>
                  <a:lnTo>
                    <a:pt x="9135" y="11540"/>
                  </a:lnTo>
                  <a:lnTo>
                    <a:pt x="9137" y="11506"/>
                  </a:lnTo>
                  <a:lnTo>
                    <a:pt x="9138" y="11471"/>
                  </a:lnTo>
                  <a:lnTo>
                    <a:pt x="9140" y="11401"/>
                  </a:lnTo>
                  <a:lnTo>
                    <a:pt x="9139" y="11328"/>
                  </a:lnTo>
                  <a:lnTo>
                    <a:pt x="9138" y="11256"/>
                  </a:lnTo>
                  <a:lnTo>
                    <a:pt x="9135" y="11182"/>
                  </a:lnTo>
                  <a:lnTo>
                    <a:pt x="9132" y="11108"/>
                  </a:lnTo>
                  <a:lnTo>
                    <a:pt x="9128" y="11033"/>
                  </a:lnTo>
                  <a:lnTo>
                    <a:pt x="7354" y="11345"/>
                  </a:lnTo>
                  <a:lnTo>
                    <a:pt x="7939" y="11817"/>
                  </a:lnTo>
                  <a:lnTo>
                    <a:pt x="8011" y="11804"/>
                  </a:lnTo>
                  <a:lnTo>
                    <a:pt x="8086" y="11791"/>
                  </a:lnTo>
                  <a:lnTo>
                    <a:pt x="8160" y="11779"/>
                  </a:lnTo>
                  <a:lnTo>
                    <a:pt x="8234" y="11766"/>
                  </a:lnTo>
                  <a:lnTo>
                    <a:pt x="8309" y="11752"/>
                  </a:lnTo>
                  <a:lnTo>
                    <a:pt x="8384" y="11739"/>
                  </a:lnTo>
                  <a:lnTo>
                    <a:pt x="8459" y="11726"/>
                  </a:lnTo>
                  <a:lnTo>
                    <a:pt x="8534" y="11713"/>
                  </a:lnTo>
                  <a:lnTo>
                    <a:pt x="8609" y="11699"/>
                  </a:lnTo>
                  <a:lnTo>
                    <a:pt x="8684" y="11686"/>
                  </a:lnTo>
                  <a:lnTo>
                    <a:pt x="8759" y="11673"/>
                  </a:lnTo>
                  <a:lnTo>
                    <a:pt x="8834" y="11660"/>
                  </a:lnTo>
                  <a:lnTo>
                    <a:pt x="8908" y="11647"/>
                  </a:lnTo>
                  <a:lnTo>
                    <a:pt x="8983" y="11634"/>
                  </a:lnTo>
                  <a:lnTo>
                    <a:pt x="9056" y="11621"/>
                  </a:lnTo>
                  <a:lnTo>
                    <a:pt x="9130" y="11609"/>
                  </a:lnTo>
                  <a:close/>
                  <a:moveTo>
                    <a:pt x="9009" y="12204"/>
                  </a:moveTo>
                  <a:lnTo>
                    <a:pt x="8450" y="12302"/>
                  </a:lnTo>
                  <a:lnTo>
                    <a:pt x="8495" y="12350"/>
                  </a:lnTo>
                  <a:lnTo>
                    <a:pt x="8539" y="12399"/>
                  </a:lnTo>
                  <a:lnTo>
                    <a:pt x="8581" y="12449"/>
                  </a:lnTo>
                  <a:lnTo>
                    <a:pt x="8623" y="12500"/>
                  </a:lnTo>
                  <a:lnTo>
                    <a:pt x="8666" y="12552"/>
                  </a:lnTo>
                  <a:lnTo>
                    <a:pt x="8709" y="12605"/>
                  </a:lnTo>
                  <a:lnTo>
                    <a:pt x="8753" y="12659"/>
                  </a:lnTo>
                  <a:lnTo>
                    <a:pt x="8800" y="12716"/>
                  </a:lnTo>
                  <a:lnTo>
                    <a:pt x="8821" y="12684"/>
                  </a:lnTo>
                  <a:lnTo>
                    <a:pt x="8842" y="12652"/>
                  </a:lnTo>
                  <a:lnTo>
                    <a:pt x="8862" y="12620"/>
                  </a:lnTo>
                  <a:lnTo>
                    <a:pt x="8880" y="12589"/>
                  </a:lnTo>
                  <a:lnTo>
                    <a:pt x="8897" y="12557"/>
                  </a:lnTo>
                  <a:lnTo>
                    <a:pt x="8913" y="12526"/>
                  </a:lnTo>
                  <a:lnTo>
                    <a:pt x="8928" y="12494"/>
                  </a:lnTo>
                  <a:lnTo>
                    <a:pt x="8943" y="12462"/>
                  </a:lnTo>
                  <a:lnTo>
                    <a:pt x="8955" y="12431"/>
                  </a:lnTo>
                  <a:lnTo>
                    <a:pt x="8966" y="12399"/>
                  </a:lnTo>
                  <a:lnTo>
                    <a:pt x="8977" y="12368"/>
                  </a:lnTo>
                  <a:lnTo>
                    <a:pt x="8986" y="12335"/>
                  </a:lnTo>
                  <a:lnTo>
                    <a:pt x="8993" y="12303"/>
                  </a:lnTo>
                  <a:lnTo>
                    <a:pt x="9000" y="12271"/>
                  </a:lnTo>
                  <a:lnTo>
                    <a:pt x="9005" y="12237"/>
                  </a:lnTo>
                  <a:lnTo>
                    <a:pt x="9009" y="12204"/>
                  </a:lnTo>
                  <a:close/>
                  <a:moveTo>
                    <a:pt x="11223" y="11689"/>
                  </a:moveTo>
                  <a:lnTo>
                    <a:pt x="11218" y="11745"/>
                  </a:lnTo>
                  <a:lnTo>
                    <a:pt x="11211" y="11798"/>
                  </a:lnTo>
                  <a:lnTo>
                    <a:pt x="11203" y="11849"/>
                  </a:lnTo>
                  <a:lnTo>
                    <a:pt x="11194" y="11897"/>
                  </a:lnTo>
                  <a:lnTo>
                    <a:pt x="11183" y="11944"/>
                  </a:lnTo>
                  <a:lnTo>
                    <a:pt x="11170" y="11989"/>
                  </a:lnTo>
                  <a:lnTo>
                    <a:pt x="11155" y="12032"/>
                  </a:lnTo>
                  <a:lnTo>
                    <a:pt x="11140" y="12073"/>
                  </a:lnTo>
                  <a:lnTo>
                    <a:pt x="11123" y="12113"/>
                  </a:lnTo>
                  <a:lnTo>
                    <a:pt x="11104" y="12150"/>
                  </a:lnTo>
                  <a:lnTo>
                    <a:pt x="11085" y="12188"/>
                  </a:lnTo>
                  <a:lnTo>
                    <a:pt x="11063" y="12224"/>
                  </a:lnTo>
                  <a:lnTo>
                    <a:pt x="11041" y="12258"/>
                  </a:lnTo>
                  <a:lnTo>
                    <a:pt x="11017" y="12293"/>
                  </a:lnTo>
                  <a:lnTo>
                    <a:pt x="10992" y="12327"/>
                  </a:lnTo>
                  <a:lnTo>
                    <a:pt x="10965" y="12359"/>
                  </a:lnTo>
                  <a:lnTo>
                    <a:pt x="10494" y="11818"/>
                  </a:lnTo>
                  <a:lnTo>
                    <a:pt x="10540" y="11810"/>
                  </a:lnTo>
                  <a:lnTo>
                    <a:pt x="10585" y="11801"/>
                  </a:lnTo>
                  <a:lnTo>
                    <a:pt x="10631" y="11794"/>
                  </a:lnTo>
                  <a:lnTo>
                    <a:pt x="10676" y="11786"/>
                  </a:lnTo>
                  <a:lnTo>
                    <a:pt x="10722" y="11778"/>
                  </a:lnTo>
                  <a:lnTo>
                    <a:pt x="10767" y="11770"/>
                  </a:lnTo>
                  <a:lnTo>
                    <a:pt x="10813" y="11762"/>
                  </a:lnTo>
                  <a:lnTo>
                    <a:pt x="10859" y="11753"/>
                  </a:lnTo>
                  <a:lnTo>
                    <a:pt x="10904" y="11745"/>
                  </a:lnTo>
                  <a:lnTo>
                    <a:pt x="10950" y="11738"/>
                  </a:lnTo>
                  <a:lnTo>
                    <a:pt x="10995" y="11730"/>
                  </a:lnTo>
                  <a:lnTo>
                    <a:pt x="11041" y="11722"/>
                  </a:lnTo>
                  <a:lnTo>
                    <a:pt x="11086" y="11714"/>
                  </a:lnTo>
                  <a:lnTo>
                    <a:pt x="11132" y="11706"/>
                  </a:lnTo>
                  <a:lnTo>
                    <a:pt x="11177" y="11697"/>
                  </a:lnTo>
                  <a:lnTo>
                    <a:pt x="11223" y="11689"/>
                  </a:lnTo>
                  <a:close/>
                  <a:moveTo>
                    <a:pt x="11317" y="10523"/>
                  </a:moveTo>
                  <a:lnTo>
                    <a:pt x="9447" y="10853"/>
                  </a:lnTo>
                  <a:lnTo>
                    <a:pt x="10123" y="11559"/>
                  </a:lnTo>
                  <a:lnTo>
                    <a:pt x="11265" y="11358"/>
                  </a:lnTo>
                  <a:lnTo>
                    <a:pt x="11278" y="11308"/>
                  </a:lnTo>
                  <a:lnTo>
                    <a:pt x="11290" y="11257"/>
                  </a:lnTo>
                  <a:lnTo>
                    <a:pt x="11300" y="11206"/>
                  </a:lnTo>
                  <a:lnTo>
                    <a:pt x="11309" y="11154"/>
                  </a:lnTo>
                  <a:lnTo>
                    <a:pt x="11316" y="11102"/>
                  </a:lnTo>
                  <a:lnTo>
                    <a:pt x="11322" y="11050"/>
                  </a:lnTo>
                  <a:lnTo>
                    <a:pt x="11326" y="10997"/>
                  </a:lnTo>
                  <a:lnTo>
                    <a:pt x="11329" y="10944"/>
                  </a:lnTo>
                  <a:lnTo>
                    <a:pt x="11330" y="10891"/>
                  </a:lnTo>
                  <a:lnTo>
                    <a:pt x="11331" y="10836"/>
                  </a:lnTo>
                  <a:lnTo>
                    <a:pt x="11330" y="10784"/>
                  </a:lnTo>
                  <a:lnTo>
                    <a:pt x="11329" y="10731"/>
                  </a:lnTo>
                  <a:lnTo>
                    <a:pt x="11327" y="10678"/>
                  </a:lnTo>
                  <a:lnTo>
                    <a:pt x="11324" y="10626"/>
                  </a:lnTo>
                  <a:lnTo>
                    <a:pt x="11321" y="10574"/>
                  </a:lnTo>
                  <a:lnTo>
                    <a:pt x="11317" y="10523"/>
                  </a:lnTo>
                  <a:close/>
                  <a:moveTo>
                    <a:pt x="11043" y="9397"/>
                  </a:moveTo>
                  <a:lnTo>
                    <a:pt x="8274" y="9885"/>
                  </a:lnTo>
                  <a:lnTo>
                    <a:pt x="8388" y="9964"/>
                  </a:lnTo>
                  <a:lnTo>
                    <a:pt x="6225" y="10345"/>
                  </a:lnTo>
                  <a:lnTo>
                    <a:pt x="6345" y="10449"/>
                  </a:lnTo>
                  <a:lnTo>
                    <a:pt x="4158" y="10833"/>
                  </a:lnTo>
                  <a:lnTo>
                    <a:pt x="4534" y="11117"/>
                  </a:lnTo>
                  <a:lnTo>
                    <a:pt x="6672" y="10741"/>
                  </a:lnTo>
                  <a:lnTo>
                    <a:pt x="6790" y="10845"/>
                  </a:lnTo>
                  <a:lnTo>
                    <a:pt x="8952" y="10464"/>
                  </a:lnTo>
                  <a:lnTo>
                    <a:pt x="9095" y="10564"/>
                  </a:lnTo>
                  <a:lnTo>
                    <a:pt x="11257" y="10185"/>
                  </a:lnTo>
                  <a:lnTo>
                    <a:pt x="11247" y="10131"/>
                  </a:lnTo>
                  <a:lnTo>
                    <a:pt x="11237" y="10079"/>
                  </a:lnTo>
                  <a:lnTo>
                    <a:pt x="11227" y="10028"/>
                  </a:lnTo>
                  <a:lnTo>
                    <a:pt x="11216" y="9979"/>
                  </a:lnTo>
                  <a:lnTo>
                    <a:pt x="11204" y="9930"/>
                  </a:lnTo>
                  <a:lnTo>
                    <a:pt x="11193" y="9882"/>
                  </a:lnTo>
                  <a:lnTo>
                    <a:pt x="11181" y="9835"/>
                  </a:lnTo>
                  <a:lnTo>
                    <a:pt x="11169" y="9788"/>
                  </a:lnTo>
                  <a:lnTo>
                    <a:pt x="11155" y="9741"/>
                  </a:lnTo>
                  <a:lnTo>
                    <a:pt x="11141" y="9694"/>
                  </a:lnTo>
                  <a:lnTo>
                    <a:pt x="11127" y="9646"/>
                  </a:lnTo>
                  <a:lnTo>
                    <a:pt x="11111" y="9598"/>
                  </a:lnTo>
                  <a:lnTo>
                    <a:pt x="11095" y="9550"/>
                  </a:lnTo>
                  <a:lnTo>
                    <a:pt x="11079" y="9500"/>
                  </a:lnTo>
                  <a:lnTo>
                    <a:pt x="11061" y="9449"/>
                  </a:lnTo>
                  <a:lnTo>
                    <a:pt x="11043" y="9397"/>
                  </a:lnTo>
                  <a:close/>
                  <a:moveTo>
                    <a:pt x="10521" y="8290"/>
                  </a:moveTo>
                  <a:lnTo>
                    <a:pt x="7485" y="8824"/>
                  </a:lnTo>
                  <a:lnTo>
                    <a:pt x="7531" y="8940"/>
                  </a:lnTo>
                  <a:lnTo>
                    <a:pt x="5344" y="9325"/>
                  </a:lnTo>
                  <a:lnTo>
                    <a:pt x="5439" y="9433"/>
                  </a:lnTo>
                  <a:lnTo>
                    <a:pt x="3277" y="9813"/>
                  </a:lnTo>
                  <a:lnTo>
                    <a:pt x="3309" y="9859"/>
                  </a:lnTo>
                  <a:lnTo>
                    <a:pt x="3337" y="9897"/>
                  </a:lnTo>
                  <a:lnTo>
                    <a:pt x="3361" y="9930"/>
                  </a:lnTo>
                  <a:lnTo>
                    <a:pt x="3384" y="9960"/>
                  </a:lnTo>
                  <a:lnTo>
                    <a:pt x="3410" y="9992"/>
                  </a:lnTo>
                  <a:lnTo>
                    <a:pt x="3441" y="10028"/>
                  </a:lnTo>
                  <a:lnTo>
                    <a:pt x="3480" y="10068"/>
                  </a:lnTo>
                  <a:lnTo>
                    <a:pt x="3530" y="10118"/>
                  </a:lnTo>
                  <a:lnTo>
                    <a:pt x="5693" y="9739"/>
                  </a:lnTo>
                  <a:lnTo>
                    <a:pt x="5783" y="9823"/>
                  </a:lnTo>
                  <a:lnTo>
                    <a:pt x="7897" y="9451"/>
                  </a:lnTo>
                  <a:lnTo>
                    <a:pt x="7966" y="9564"/>
                  </a:lnTo>
                  <a:lnTo>
                    <a:pt x="8149" y="9532"/>
                  </a:lnTo>
                  <a:lnTo>
                    <a:pt x="8332" y="9499"/>
                  </a:lnTo>
                  <a:lnTo>
                    <a:pt x="8517" y="9467"/>
                  </a:lnTo>
                  <a:lnTo>
                    <a:pt x="8703" y="9434"/>
                  </a:lnTo>
                  <a:lnTo>
                    <a:pt x="8888" y="9401"/>
                  </a:lnTo>
                  <a:lnTo>
                    <a:pt x="9074" y="9369"/>
                  </a:lnTo>
                  <a:lnTo>
                    <a:pt x="9260" y="9336"/>
                  </a:lnTo>
                  <a:lnTo>
                    <a:pt x="9445" y="9303"/>
                  </a:lnTo>
                  <a:lnTo>
                    <a:pt x="9631" y="9271"/>
                  </a:lnTo>
                  <a:lnTo>
                    <a:pt x="9816" y="9238"/>
                  </a:lnTo>
                  <a:lnTo>
                    <a:pt x="10000" y="9207"/>
                  </a:lnTo>
                  <a:lnTo>
                    <a:pt x="10184" y="9174"/>
                  </a:lnTo>
                  <a:lnTo>
                    <a:pt x="10366" y="9141"/>
                  </a:lnTo>
                  <a:lnTo>
                    <a:pt x="10547" y="9110"/>
                  </a:lnTo>
                  <a:lnTo>
                    <a:pt x="10728" y="9078"/>
                  </a:lnTo>
                  <a:lnTo>
                    <a:pt x="10906" y="9046"/>
                  </a:lnTo>
                  <a:lnTo>
                    <a:pt x="10887" y="8994"/>
                  </a:lnTo>
                  <a:lnTo>
                    <a:pt x="10868" y="8943"/>
                  </a:lnTo>
                  <a:lnTo>
                    <a:pt x="10847" y="8893"/>
                  </a:lnTo>
                  <a:lnTo>
                    <a:pt x="10827" y="8843"/>
                  </a:lnTo>
                  <a:lnTo>
                    <a:pt x="10807" y="8795"/>
                  </a:lnTo>
                  <a:lnTo>
                    <a:pt x="10784" y="8748"/>
                  </a:lnTo>
                  <a:lnTo>
                    <a:pt x="10763" y="8701"/>
                  </a:lnTo>
                  <a:lnTo>
                    <a:pt x="10739" y="8654"/>
                  </a:lnTo>
                  <a:lnTo>
                    <a:pt x="10716" y="8608"/>
                  </a:lnTo>
                  <a:lnTo>
                    <a:pt x="10691" y="8563"/>
                  </a:lnTo>
                  <a:lnTo>
                    <a:pt x="10664" y="8517"/>
                  </a:lnTo>
                  <a:lnTo>
                    <a:pt x="10639" y="8471"/>
                  </a:lnTo>
                  <a:lnTo>
                    <a:pt x="10610" y="8426"/>
                  </a:lnTo>
                  <a:lnTo>
                    <a:pt x="10582" y="8380"/>
                  </a:lnTo>
                  <a:lnTo>
                    <a:pt x="10552" y="8335"/>
                  </a:lnTo>
                  <a:lnTo>
                    <a:pt x="10521" y="8290"/>
                  </a:lnTo>
                  <a:close/>
                  <a:moveTo>
                    <a:pt x="9952" y="7190"/>
                  </a:moveTo>
                  <a:lnTo>
                    <a:pt x="9978" y="7237"/>
                  </a:lnTo>
                  <a:lnTo>
                    <a:pt x="10006" y="7285"/>
                  </a:lnTo>
                  <a:lnTo>
                    <a:pt x="10033" y="7333"/>
                  </a:lnTo>
                  <a:lnTo>
                    <a:pt x="10060" y="7381"/>
                  </a:lnTo>
                  <a:lnTo>
                    <a:pt x="10088" y="7430"/>
                  </a:lnTo>
                  <a:lnTo>
                    <a:pt x="10115" y="7479"/>
                  </a:lnTo>
                  <a:lnTo>
                    <a:pt x="10142" y="7528"/>
                  </a:lnTo>
                  <a:lnTo>
                    <a:pt x="10170" y="7577"/>
                  </a:lnTo>
                  <a:lnTo>
                    <a:pt x="10197" y="7626"/>
                  </a:lnTo>
                  <a:lnTo>
                    <a:pt x="10225" y="7674"/>
                  </a:lnTo>
                  <a:lnTo>
                    <a:pt x="10252" y="7723"/>
                  </a:lnTo>
                  <a:lnTo>
                    <a:pt x="10280" y="7772"/>
                  </a:lnTo>
                  <a:lnTo>
                    <a:pt x="10307" y="7820"/>
                  </a:lnTo>
                  <a:lnTo>
                    <a:pt x="10334" y="7868"/>
                  </a:lnTo>
                  <a:lnTo>
                    <a:pt x="10362" y="7916"/>
                  </a:lnTo>
                  <a:lnTo>
                    <a:pt x="10388" y="7963"/>
                  </a:lnTo>
                  <a:lnTo>
                    <a:pt x="6017" y="8732"/>
                  </a:lnTo>
                  <a:lnTo>
                    <a:pt x="5874" y="8632"/>
                  </a:lnTo>
                  <a:lnTo>
                    <a:pt x="3978" y="8966"/>
                  </a:lnTo>
                  <a:lnTo>
                    <a:pt x="3836" y="8866"/>
                  </a:lnTo>
                  <a:lnTo>
                    <a:pt x="3708" y="8888"/>
                  </a:lnTo>
                  <a:lnTo>
                    <a:pt x="3573" y="8912"/>
                  </a:lnTo>
                  <a:lnTo>
                    <a:pt x="3431" y="8937"/>
                  </a:lnTo>
                  <a:lnTo>
                    <a:pt x="3283" y="8963"/>
                  </a:lnTo>
                  <a:lnTo>
                    <a:pt x="3131" y="8990"/>
                  </a:lnTo>
                  <a:lnTo>
                    <a:pt x="2975" y="9017"/>
                  </a:lnTo>
                  <a:lnTo>
                    <a:pt x="2817" y="9045"/>
                  </a:lnTo>
                  <a:lnTo>
                    <a:pt x="2657" y="9073"/>
                  </a:lnTo>
                  <a:lnTo>
                    <a:pt x="2498" y="9101"/>
                  </a:lnTo>
                  <a:lnTo>
                    <a:pt x="2340" y="9129"/>
                  </a:lnTo>
                  <a:lnTo>
                    <a:pt x="2184" y="9157"/>
                  </a:lnTo>
                  <a:lnTo>
                    <a:pt x="2031" y="9183"/>
                  </a:lnTo>
                  <a:lnTo>
                    <a:pt x="1884" y="9210"/>
                  </a:lnTo>
                  <a:lnTo>
                    <a:pt x="1742" y="9234"/>
                  </a:lnTo>
                  <a:lnTo>
                    <a:pt x="1606" y="9258"/>
                  </a:lnTo>
                  <a:lnTo>
                    <a:pt x="1479" y="9280"/>
                  </a:lnTo>
                  <a:lnTo>
                    <a:pt x="1454" y="9270"/>
                  </a:lnTo>
                  <a:lnTo>
                    <a:pt x="1429" y="9258"/>
                  </a:lnTo>
                  <a:lnTo>
                    <a:pt x="1405" y="9244"/>
                  </a:lnTo>
                  <a:lnTo>
                    <a:pt x="1380" y="9229"/>
                  </a:lnTo>
                  <a:lnTo>
                    <a:pt x="1357" y="9213"/>
                  </a:lnTo>
                  <a:lnTo>
                    <a:pt x="1332" y="9195"/>
                  </a:lnTo>
                  <a:lnTo>
                    <a:pt x="1309" y="9177"/>
                  </a:lnTo>
                  <a:lnTo>
                    <a:pt x="1285" y="9159"/>
                  </a:lnTo>
                  <a:lnTo>
                    <a:pt x="1239" y="9119"/>
                  </a:lnTo>
                  <a:lnTo>
                    <a:pt x="1193" y="9078"/>
                  </a:lnTo>
                  <a:lnTo>
                    <a:pt x="1148" y="9036"/>
                  </a:lnTo>
                  <a:lnTo>
                    <a:pt x="1103" y="8996"/>
                  </a:lnTo>
                  <a:lnTo>
                    <a:pt x="3557" y="8565"/>
                  </a:lnTo>
                  <a:lnTo>
                    <a:pt x="3389" y="8469"/>
                  </a:lnTo>
                  <a:lnTo>
                    <a:pt x="5430" y="8110"/>
                  </a:lnTo>
                  <a:lnTo>
                    <a:pt x="5336" y="8002"/>
                  </a:lnTo>
                  <a:lnTo>
                    <a:pt x="5627" y="7951"/>
                  </a:lnTo>
                  <a:lnTo>
                    <a:pt x="5917" y="7900"/>
                  </a:lnTo>
                  <a:lnTo>
                    <a:pt x="6206" y="7849"/>
                  </a:lnTo>
                  <a:lnTo>
                    <a:pt x="6494" y="7799"/>
                  </a:lnTo>
                  <a:lnTo>
                    <a:pt x="6782" y="7748"/>
                  </a:lnTo>
                  <a:lnTo>
                    <a:pt x="7070" y="7697"/>
                  </a:lnTo>
                  <a:lnTo>
                    <a:pt x="7357" y="7647"/>
                  </a:lnTo>
                  <a:lnTo>
                    <a:pt x="7643" y="7596"/>
                  </a:lnTo>
                  <a:lnTo>
                    <a:pt x="7931" y="7546"/>
                  </a:lnTo>
                  <a:lnTo>
                    <a:pt x="8218" y="7495"/>
                  </a:lnTo>
                  <a:lnTo>
                    <a:pt x="8505" y="7445"/>
                  </a:lnTo>
                  <a:lnTo>
                    <a:pt x="8794" y="7394"/>
                  </a:lnTo>
                  <a:lnTo>
                    <a:pt x="9082" y="7343"/>
                  </a:lnTo>
                  <a:lnTo>
                    <a:pt x="9370" y="7292"/>
                  </a:lnTo>
                  <a:lnTo>
                    <a:pt x="9660" y="7241"/>
                  </a:lnTo>
                  <a:lnTo>
                    <a:pt x="9952" y="7190"/>
                  </a:lnTo>
                  <a:close/>
                  <a:moveTo>
                    <a:pt x="9782" y="5946"/>
                  </a:moveTo>
                  <a:lnTo>
                    <a:pt x="9767" y="5963"/>
                  </a:lnTo>
                  <a:lnTo>
                    <a:pt x="9753" y="5982"/>
                  </a:lnTo>
                  <a:lnTo>
                    <a:pt x="9740" y="6003"/>
                  </a:lnTo>
                  <a:lnTo>
                    <a:pt x="9728" y="6023"/>
                  </a:lnTo>
                  <a:lnTo>
                    <a:pt x="9718" y="6046"/>
                  </a:lnTo>
                  <a:lnTo>
                    <a:pt x="9709" y="6070"/>
                  </a:lnTo>
                  <a:lnTo>
                    <a:pt x="9700" y="6095"/>
                  </a:lnTo>
                  <a:lnTo>
                    <a:pt x="9694" y="6120"/>
                  </a:lnTo>
                  <a:lnTo>
                    <a:pt x="9688" y="6147"/>
                  </a:lnTo>
                  <a:lnTo>
                    <a:pt x="9683" y="6173"/>
                  </a:lnTo>
                  <a:lnTo>
                    <a:pt x="9680" y="6202"/>
                  </a:lnTo>
                  <a:lnTo>
                    <a:pt x="9677" y="6230"/>
                  </a:lnTo>
                  <a:lnTo>
                    <a:pt x="9675" y="6260"/>
                  </a:lnTo>
                  <a:lnTo>
                    <a:pt x="9674" y="6290"/>
                  </a:lnTo>
                  <a:lnTo>
                    <a:pt x="9674" y="6321"/>
                  </a:lnTo>
                  <a:lnTo>
                    <a:pt x="9675" y="6352"/>
                  </a:lnTo>
                  <a:lnTo>
                    <a:pt x="9677" y="6383"/>
                  </a:lnTo>
                  <a:lnTo>
                    <a:pt x="9680" y="6416"/>
                  </a:lnTo>
                  <a:lnTo>
                    <a:pt x="9683" y="6447"/>
                  </a:lnTo>
                  <a:lnTo>
                    <a:pt x="9688" y="6480"/>
                  </a:lnTo>
                  <a:lnTo>
                    <a:pt x="9693" y="6513"/>
                  </a:lnTo>
                  <a:lnTo>
                    <a:pt x="9698" y="6545"/>
                  </a:lnTo>
                  <a:lnTo>
                    <a:pt x="9705" y="6579"/>
                  </a:lnTo>
                  <a:lnTo>
                    <a:pt x="9713" y="6612"/>
                  </a:lnTo>
                  <a:lnTo>
                    <a:pt x="9721" y="6644"/>
                  </a:lnTo>
                  <a:lnTo>
                    <a:pt x="9729" y="6677"/>
                  </a:lnTo>
                  <a:lnTo>
                    <a:pt x="9739" y="6710"/>
                  </a:lnTo>
                  <a:lnTo>
                    <a:pt x="9748" y="6742"/>
                  </a:lnTo>
                  <a:lnTo>
                    <a:pt x="9760" y="6774"/>
                  </a:lnTo>
                  <a:lnTo>
                    <a:pt x="9771" y="6805"/>
                  </a:lnTo>
                  <a:lnTo>
                    <a:pt x="9782" y="6837"/>
                  </a:lnTo>
                  <a:lnTo>
                    <a:pt x="9794" y="6868"/>
                  </a:lnTo>
                  <a:lnTo>
                    <a:pt x="5082" y="7697"/>
                  </a:lnTo>
                  <a:lnTo>
                    <a:pt x="5040" y="7604"/>
                  </a:lnTo>
                  <a:lnTo>
                    <a:pt x="3000" y="7963"/>
                  </a:lnTo>
                  <a:lnTo>
                    <a:pt x="2955" y="7847"/>
                  </a:lnTo>
                  <a:lnTo>
                    <a:pt x="2813" y="7871"/>
                  </a:lnTo>
                  <a:lnTo>
                    <a:pt x="2669" y="7897"/>
                  </a:lnTo>
                  <a:lnTo>
                    <a:pt x="2526" y="7921"/>
                  </a:lnTo>
                  <a:lnTo>
                    <a:pt x="2382" y="7947"/>
                  </a:lnTo>
                  <a:lnTo>
                    <a:pt x="2237" y="7972"/>
                  </a:lnTo>
                  <a:lnTo>
                    <a:pt x="2092" y="7998"/>
                  </a:lnTo>
                  <a:lnTo>
                    <a:pt x="1946" y="8023"/>
                  </a:lnTo>
                  <a:lnTo>
                    <a:pt x="1800" y="8050"/>
                  </a:lnTo>
                  <a:lnTo>
                    <a:pt x="1654" y="8075"/>
                  </a:lnTo>
                  <a:lnTo>
                    <a:pt x="1509" y="8101"/>
                  </a:lnTo>
                  <a:lnTo>
                    <a:pt x="1364" y="8126"/>
                  </a:lnTo>
                  <a:lnTo>
                    <a:pt x="1219" y="8152"/>
                  </a:lnTo>
                  <a:lnTo>
                    <a:pt x="1075" y="8177"/>
                  </a:lnTo>
                  <a:lnTo>
                    <a:pt x="930" y="8202"/>
                  </a:lnTo>
                  <a:lnTo>
                    <a:pt x="788" y="8227"/>
                  </a:lnTo>
                  <a:lnTo>
                    <a:pt x="646" y="8252"/>
                  </a:lnTo>
                  <a:lnTo>
                    <a:pt x="640" y="8223"/>
                  </a:lnTo>
                  <a:lnTo>
                    <a:pt x="632" y="8192"/>
                  </a:lnTo>
                  <a:lnTo>
                    <a:pt x="622" y="8158"/>
                  </a:lnTo>
                  <a:lnTo>
                    <a:pt x="611" y="8124"/>
                  </a:lnTo>
                  <a:lnTo>
                    <a:pt x="601" y="8092"/>
                  </a:lnTo>
                  <a:lnTo>
                    <a:pt x="592" y="8061"/>
                  </a:lnTo>
                  <a:lnTo>
                    <a:pt x="584" y="8036"/>
                  </a:lnTo>
                  <a:lnTo>
                    <a:pt x="580" y="8014"/>
                  </a:lnTo>
                  <a:lnTo>
                    <a:pt x="572" y="7972"/>
                  </a:lnTo>
                  <a:lnTo>
                    <a:pt x="567" y="7948"/>
                  </a:lnTo>
                  <a:lnTo>
                    <a:pt x="564" y="7933"/>
                  </a:lnTo>
                  <a:lnTo>
                    <a:pt x="562" y="7917"/>
                  </a:lnTo>
                  <a:lnTo>
                    <a:pt x="2870" y="7511"/>
                  </a:lnTo>
                  <a:lnTo>
                    <a:pt x="2824" y="7395"/>
                  </a:lnTo>
                  <a:lnTo>
                    <a:pt x="2956" y="7372"/>
                  </a:lnTo>
                  <a:lnTo>
                    <a:pt x="3087" y="7348"/>
                  </a:lnTo>
                  <a:lnTo>
                    <a:pt x="3215" y="7326"/>
                  </a:lnTo>
                  <a:lnTo>
                    <a:pt x="3344" y="7303"/>
                  </a:lnTo>
                  <a:lnTo>
                    <a:pt x="3472" y="7281"/>
                  </a:lnTo>
                  <a:lnTo>
                    <a:pt x="3600" y="7258"/>
                  </a:lnTo>
                  <a:lnTo>
                    <a:pt x="3727" y="7236"/>
                  </a:lnTo>
                  <a:lnTo>
                    <a:pt x="3853" y="7213"/>
                  </a:lnTo>
                  <a:lnTo>
                    <a:pt x="3980" y="7191"/>
                  </a:lnTo>
                  <a:lnTo>
                    <a:pt x="4106" y="7170"/>
                  </a:lnTo>
                  <a:lnTo>
                    <a:pt x="4232" y="7147"/>
                  </a:lnTo>
                  <a:lnTo>
                    <a:pt x="4358" y="7125"/>
                  </a:lnTo>
                  <a:lnTo>
                    <a:pt x="4484" y="7102"/>
                  </a:lnTo>
                  <a:lnTo>
                    <a:pt x="4611" y="7080"/>
                  </a:lnTo>
                  <a:lnTo>
                    <a:pt x="4738" y="7058"/>
                  </a:lnTo>
                  <a:lnTo>
                    <a:pt x="4865" y="7036"/>
                  </a:lnTo>
                  <a:lnTo>
                    <a:pt x="4859" y="7009"/>
                  </a:lnTo>
                  <a:lnTo>
                    <a:pt x="4852" y="6985"/>
                  </a:lnTo>
                  <a:lnTo>
                    <a:pt x="4843" y="6962"/>
                  </a:lnTo>
                  <a:lnTo>
                    <a:pt x="4835" y="6938"/>
                  </a:lnTo>
                  <a:lnTo>
                    <a:pt x="4826" y="6913"/>
                  </a:lnTo>
                  <a:lnTo>
                    <a:pt x="4817" y="6886"/>
                  </a:lnTo>
                  <a:lnTo>
                    <a:pt x="4812" y="6871"/>
                  </a:lnTo>
                  <a:lnTo>
                    <a:pt x="4809" y="6855"/>
                  </a:lnTo>
                  <a:lnTo>
                    <a:pt x="4805" y="6839"/>
                  </a:lnTo>
                  <a:lnTo>
                    <a:pt x="4802" y="6822"/>
                  </a:lnTo>
                  <a:lnTo>
                    <a:pt x="9782" y="5946"/>
                  </a:lnTo>
                  <a:close/>
                  <a:moveTo>
                    <a:pt x="9600" y="4778"/>
                  </a:moveTo>
                  <a:lnTo>
                    <a:pt x="4888" y="5607"/>
                  </a:lnTo>
                  <a:lnTo>
                    <a:pt x="4860" y="5736"/>
                  </a:lnTo>
                  <a:lnTo>
                    <a:pt x="4738" y="5758"/>
                  </a:lnTo>
                  <a:lnTo>
                    <a:pt x="4614" y="5780"/>
                  </a:lnTo>
                  <a:lnTo>
                    <a:pt x="4491" y="5802"/>
                  </a:lnTo>
                  <a:lnTo>
                    <a:pt x="4368" y="5823"/>
                  </a:lnTo>
                  <a:lnTo>
                    <a:pt x="4245" y="5845"/>
                  </a:lnTo>
                  <a:lnTo>
                    <a:pt x="4121" y="5867"/>
                  </a:lnTo>
                  <a:lnTo>
                    <a:pt x="3998" y="5888"/>
                  </a:lnTo>
                  <a:lnTo>
                    <a:pt x="3874" y="5910"/>
                  </a:lnTo>
                  <a:lnTo>
                    <a:pt x="3749" y="5932"/>
                  </a:lnTo>
                  <a:lnTo>
                    <a:pt x="3624" y="5954"/>
                  </a:lnTo>
                  <a:lnTo>
                    <a:pt x="3500" y="5976"/>
                  </a:lnTo>
                  <a:lnTo>
                    <a:pt x="3375" y="5999"/>
                  </a:lnTo>
                  <a:lnTo>
                    <a:pt x="3249" y="6020"/>
                  </a:lnTo>
                  <a:lnTo>
                    <a:pt x="3122" y="6042"/>
                  </a:lnTo>
                  <a:lnTo>
                    <a:pt x="2996" y="6065"/>
                  </a:lnTo>
                  <a:lnTo>
                    <a:pt x="2869" y="6087"/>
                  </a:lnTo>
                  <a:lnTo>
                    <a:pt x="2870" y="6098"/>
                  </a:lnTo>
                  <a:lnTo>
                    <a:pt x="2869" y="6110"/>
                  </a:lnTo>
                  <a:lnTo>
                    <a:pt x="2867" y="6124"/>
                  </a:lnTo>
                  <a:lnTo>
                    <a:pt x="2865" y="6138"/>
                  </a:lnTo>
                  <a:lnTo>
                    <a:pt x="2863" y="6153"/>
                  </a:lnTo>
                  <a:lnTo>
                    <a:pt x="2862" y="6166"/>
                  </a:lnTo>
                  <a:lnTo>
                    <a:pt x="2861" y="6178"/>
                  </a:lnTo>
                  <a:lnTo>
                    <a:pt x="2862" y="6188"/>
                  </a:lnTo>
                  <a:lnTo>
                    <a:pt x="2704" y="6216"/>
                  </a:lnTo>
                  <a:lnTo>
                    <a:pt x="2551" y="6243"/>
                  </a:lnTo>
                  <a:lnTo>
                    <a:pt x="2402" y="6270"/>
                  </a:lnTo>
                  <a:lnTo>
                    <a:pt x="2254" y="6295"/>
                  </a:lnTo>
                  <a:lnTo>
                    <a:pt x="2110" y="6321"/>
                  </a:lnTo>
                  <a:lnTo>
                    <a:pt x="1968" y="6345"/>
                  </a:lnTo>
                  <a:lnTo>
                    <a:pt x="1827" y="6371"/>
                  </a:lnTo>
                  <a:lnTo>
                    <a:pt x="1686" y="6395"/>
                  </a:lnTo>
                  <a:lnTo>
                    <a:pt x="1546" y="6420"/>
                  </a:lnTo>
                  <a:lnTo>
                    <a:pt x="1406" y="6444"/>
                  </a:lnTo>
                  <a:lnTo>
                    <a:pt x="1265" y="6470"/>
                  </a:lnTo>
                  <a:lnTo>
                    <a:pt x="1123" y="6494"/>
                  </a:lnTo>
                  <a:lnTo>
                    <a:pt x="978" y="6520"/>
                  </a:lnTo>
                  <a:lnTo>
                    <a:pt x="831" y="6545"/>
                  </a:lnTo>
                  <a:lnTo>
                    <a:pt x="682" y="6572"/>
                  </a:lnTo>
                  <a:lnTo>
                    <a:pt x="530" y="6598"/>
                  </a:lnTo>
                  <a:lnTo>
                    <a:pt x="518" y="6616"/>
                  </a:lnTo>
                  <a:lnTo>
                    <a:pt x="507" y="6635"/>
                  </a:lnTo>
                  <a:lnTo>
                    <a:pt x="497" y="6657"/>
                  </a:lnTo>
                  <a:lnTo>
                    <a:pt x="488" y="6679"/>
                  </a:lnTo>
                  <a:lnTo>
                    <a:pt x="478" y="6702"/>
                  </a:lnTo>
                  <a:lnTo>
                    <a:pt x="470" y="6728"/>
                  </a:lnTo>
                  <a:lnTo>
                    <a:pt x="462" y="6753"/>
                  </a:lnTo>
                  <a:lnTo>
                    <a:pt x="455" y="6780"/>
                  </a:lnTo>
                  <a:lnTo>
                    <a:pt x="449" y="6807"/>
                  </a:lnTo>
                  <a:lnTo>
                    <a:pt x="443" y="6835"/>
                  </a:lnTo>
                  <a:lnTo>
                    <a:pt x="438" y="6863"/>
                  </a:lnTo>
                  <a:lnTo>
                    <a:pt x="432" y="6890"/>
                  </a:lnTo>
                  <a:lnTo>
                    <a:pt x="429" y="6917"/>
                  </a:lnTo>
                  <a:lnTo>
                    <a:pt x="426" y="6942"/>
                  </a:lnTo>
                  <a:lnTo>
                    <a:pt x="424" y="6968"/>
                  </a:lnTo>
                  <a:lnTo>
                    <a:pt x="424" y="6992"/>
                  </a:lnTo>
                  <a:lnTo>
                    <a:pt x="574" y="6966"/>
                  </a:lnTo>
                  <a:lnTo>
                    <a:pt x="723" y="6939"/>
                  </a:lnTo>
                  <a:lnTo>
                    <a:pt x="872" y="6914"/>
                  </a:lnTo>
                  <a:lnTo>
                    <a:pt x="1021" y="6887"/>
                  </a:lnTo>
                  <a:lnTo>
                    <a:pt x="1170" y="6861"/>
                  </a:lnTo>
                  <a:lnTo>
                    <a:pt x="1318" y="6835"/>
                  </a:lnTo>
                  <a:lnTo>
                    <a:pt x="1466" y="6809"/>
                  </a:lnTo>
                  <a:lnTo>
                    <a:pt x="1613" y="6783"/>
                  </a:lnTo>
                  <a:lnTo>
                    <a:pt x="1762" y="6756"/>
                  </a:lnTo>
                  <a:lnTo>
                    <a:pt x="1910" y="6731"/>
                  </a:lnTo>
                  <a:lnTo>
                    <a:pt x="2058" y="6704"/>
                  </a:lnTo>
                  <a:lnTo>
                    <a:pt x="2206" y="6679"/>
                  </a:lnTo>
                  <a:lnTo>
                    <a:pt x="2356" y="6652"/>
                  </a:lnTo>
                  <a:lnTo>
                    <a:pt x="2505" y="6626"/>
                  </a:lnTo>
                  <a:lnTo>
                    <a:pt x="2654" y="6599"/>
                  </a:lnTo>
                  <a:lnTo>
                    <a:pt x="2804" y="6574"/>
                  </a:lnTo>
                  <a:lnTo>
                    <a:pt x="2798" y="6592"/>
                  </a:lnTo>
                  <a:lnTo>
                    <a:pt x="2791" y="6609"/>
                  </a:lnTo>
                  <a:lnTo>
                    <a:pt x="2784" y="6624"/>
                  </a:lnTo>
                  <a:lnTo>
                    <a:pt x="2775" y="6638"/>
                  </a:lnTo>
                  <a:lnTo>
                    <a:pt x="2765" y="6650"/>
                  </a:lnTo>
                  <a:lnTo>
                    <a:pt x="2753" y="6663"/>
                  </a:lnTo>
                  <a:lnTo>
                    <a:pt x="2739" y="6675"/>
                  </a:lnTo>
                  <a:lnTo>
                    <a:pt x="2724" y="6687"/>
                  </a:lnTo>
                  <a:lnTo>
                    <a:pt x="4789" y="6324"/>
                  </a:lnTo>
                  <a:lnTo>
                    <a:pt x="4786" y="6449"/>
                  </a:lnTo>
                  <a:lnTo>
                    <a:pt x="10811" y="5390"/>
                  </a:lnTo>
                  <a:lnTo>
                    <a:pt x="10773" y="5321"/>
                  </a:lnTo>
                  <a:lnTo>
                    <a:pt x="10752" y="5288"/>
                  </a:lnTo>
                  <a:lnTo>
                    <a:pt x="10730" y="5254"/>
                  </a:lnTo>
                  <a:lnTo>
                    <a:pt x="10705" y="5222"/>
                  </a:lnTo>
                  <a:lnTo>
                    <a:pt x="10681" y="5191"/>
                  </a:lnTo>
                  <a:lnTo>
                    <a:pt x="10653" y="5159"/>
                  </a:lnTo>
                  <a:lnTo>
                    <a:pt x="10626" y="5130"/>
                  </a:lnTo>
                  <a:lnTo>
                    <a:pt x="10596" y="5100"/>
                  </a:lnTo>
                  <a:lnTo>
                    <a:pt x="10566" y="5071"/>
                  </a:lnTo>
                  <a:lnTo>
                    <a:pt x="10535" y="5044"/>
                  </a:lnTo>
                  <a:lnTo>
                    <a:pt x="10502" y="5017"/>
                  </a:lnTo>
                  <a:lnTo>
                    <a:pt x="10469" y="4992"/>
                  </a:lnTo>
                  <a:lnTo>
                    <a:pt x="10434" y="4967"/>
                  </a:lnTo>
                  <a:lnTo>
                    <a:pt x="10400" y="4945"/>
                  </a:lnTo>
                  <a:lnTo>
                    <a:pt x="10365" y="4923"/>
                  </a:lnTo>
                  <a:lnTo>
                    <a:pt x="10328" y="4901"/>
                  </a:lnTo>
                  <a:lnTo>
                    <a:pt x="10292" y="4882"/>
                  </a:lnTo>
                  <a:lnTo>
                    <a:pt x="10255" y="4862"/>
                  </a:lnTo>
                  <a:lnTo>
                    <a:pt x="10218" y="4845"/>
                  </a:lnTo>
                  <a:lnTo>
                    <a:pt x="10180" y="4830"/>
                  </a:lnTo>
                  <a:lnTo>
                    <a:pt x="10142" y="4814"/>
                  </a:lnTo>
                  <a:lnTo>
                    <a:pt x="10103" y="4801"/>
                  </a:lnTo>
                  <a:lnTo>
                    <a:pt x="10065" y="4790"/>
                  </a:lnTo>
                  <a:lnTo>
                    <a:pt x="10028" y="4780"/>
                  </a:lnTo>
                  <a:lnTo>
                    <a:pt x="9990" y="4771"/>
                  </a:lnTo>
                  <a:lnTo>
                    <a:pt x="9951" y="4763"/>
                  </a:lnTo>
                  <a:lnTo>
                    <a:pt x="9914" y="4758"/>
                  </a:lnTo>
                  <a:lnTo>
                    <a:pt x="9876" y="4754"/>
                  </a:lnTo>
                  <a:lnTo>
                    <a:pt x="9839" y="4752"/>
                  </a:lnTo>
                  <a:lnTo>
                    <a:pt x="9803" y="4751"/>
                  </a:lnTo>
                  <a:lnTo>
                    <a:pt x="9767" y="4752"/>
                  </a:lnTo>
                  <a:lnTo>
                    <a:pt x="9732" y="4756"/>
                  </a:lnTo>
                  <a:lnTo>
                    <a:pt x="9697" y="4760"/>
                  </a:lnTo>
                  <a:lnTo>
                    <a:pt x="9600" y="4778"/>
                  </a:lnTo>
                  <a:close/>
                  <a:moveTo>
                    <a:pt x="8739" y="4580"/>
                  </a:moveTo>
                  <a:lnTo>
                    <a:pt x="8724" y="4558"/>
                  </a:lnTo>
                  <a:lnTo>
                    <a:pt x="8709" y="4538"/>
                  </a:lnTo>
                  <a:lnTo>
                    <a:pt x="8695" y="4516"/>
                  </a:lnTo>
                  <a:lnTo>
                    <a:pt x="8681" y="4494"/>
                  </a:lnTo>
                  <a:lnTo>
                    <a:pt x="8668" y="4472"/>
                  </a:lnTo>
                  <a:lnTo>
                    <a:pt x="8655" y="4449"/>
                  </a:lnTo>
                  <a:lnTo>
                    <a:pt x="8643" y="4426"/>
                  </a:lnTo>
                  <a:lnTo>
                    <a:pt x="8631" y="4402"/>
                  </a:lnTo>
                  <a:lnTo>
                    <a:pt x="8608" y="4355"/>
                  </a:lnTo>
                  <a:lnTo>
                    <a:pt x="8588" y="4306"/>
                  </a:lnTo>
                  <a:lnTo>
                    <a:pt x="8569" y="4257"/>
                  </a:lnTo>
                  <a:lnTo>
                    <a:pt x="8551" y="4206"/>
                  </a:lnTo>
                  <a:lnTo>
                    <a:pt x="8534" y="4155"/>
                  </a:lnTo>
                  <a:lnTo>
                    <a:pt x="8518" y="4103"/>
                  </a:lnTo>
                  <a:lnTo>
                    <a:pt x="8504" y="4051"/>
                  </a:lnTo>
                  <a:lnTo>
                    <a:pt x="8492" y="3997"/>
                  </a:lnTo>
                  <a:lnTo>
                    <a:pt x="8480" y="3944"/>
                  </a:lnTo>
                  <a:lnTo>
                    <a:pt x="8468" y="3890"/>
                  </a:lnTo>
                  <a:lnTo>
                    <a:pt x="8457" y="3836"/>
                  </a:lnTo>
                  <a:lnTo>
                    <a:pt x="8448" y="3781"/>
                  </a:lnTo>
                  <a:lnTo>
                    <a:pt x="5605" y="4282"/>
                  </a:lnTo>
                  <a:lnTo>
                    <a:pt x="5651" y="4398"/>
                  </a:lnTo>
                  <a:lnTo>
                    <a:pt x="3465" y="4783"/>
                  </a:lnTo>
                  <a:lnTo>
                    <a:pt x="3486" y="4904"/>
                  </a:lnTo>
                  <a:lnTo>
                    <a:pt x="3349" y="4928"/>
                  </a:lnTo>
                  <a:lnTo>
                    <a:pt x="3212" y="4952"/>
                  </a:lnTo>
                  <a:lnTo>
                    <a:pt x="3076" y="4977"/>
                  </a:lnTo>
                  <a:lnTo>
                    <a:pt x="2939" y="5000"/>
                  </a:lnTo>
                  <a:lnTo>
                    <a:pt x="2803" y="5025"/>
                  </a:lnTo>
                  <a:lnTo>
                    <a:pt x="2666" y="5048"/>
                  </a:lnTo>
                  <a:lnTo>
                    <a:pt x="2529" y="5072"/>
                  </a:lnTo>
                  <a:lnTo>
                    <a:pt x="2393" y="5096"/>
                  </a:lnTo>
                  <a:lnTo>
                    <a:pt x="2256" y="5120"/>
                  </a:lnTo>
                  <a:lnTo>
                    <a:pt x="2119" y="5145"/>
                  </a:lnTo>
                  <a:lnTo>
                    <a:pt x="1983" y="5168"/>
                  </a:lnTo>
                  <a:lnTo>
                    <a:pt x="1846" y="5193"/>
                  </a:lnTo>
                  <a:lnTo>
                    <a:pt x="1709" y="5216"/>
                  </a:lnTo>
                  <a:lnTo>
                    <a:pt x="1573" y="5241"/>
                  </a:lnTo>
                  <a:lnTo>
                    <a:pt x="1436" y="5264"/>
                  </a:lnTo>
                  <a:lnTo>
                    <a:pt x="1299" y="5289"/>
                  </a:lnTo>
                  <a:lnTo>
                    <a:pt x="1299" y="5312"/>
                  </a:lnTo>
                  <a:lnTo>
                    <a:pt x="1300" y="5335"/>
                  </a:lnTo>
                  <a:lnTo>
                    <a:pt x="1303" y="5356"/>
                  </a:lnTo>
                  <a:lnTo>
                    <a:pt x="1306" y="5377"/>
                  </a:lnTo>
                  <a:lnTo>
                    <a:pt x="1309" y="5399"/>
                  </a:lnTo>
                  <a:lnTo>
                    <a:pt x="1313" y="5419"/>
                  </a:lnTo>
                  <a:lnTo>
                    <a:pt x="1318" y="5440"/>
                  </a:lnTo>
                  <a:lnTo>
                    <a:pt x="1324" y="5459"/>
                  </a:lnTo>
                  <a:lnTo>
                    <a:pt x="1336" y="5500"/>
                  </a:lnTo>
                  <a:lnTo>
                    <a:pt x="1351" y="5540"/>
                  </a:lnTo>
                  <a:lnTo>
                    <a:pt x="1367" y="5580"/>
                  </a:lnTo>
                  <a:lnTo>
                    <a:pt x="1384" y="5623"/>
                  </a:lnTo>
                  <a:lnTo>
                    <a:pt x="3595" y="5235"/>
                  </a:lnTo>
                  <a:lnTo>
                    <a:pt x="3640" y="5352"/>
                  </a:lnTo>
                  <a:lnTo>
                    <a:pt x="5779" y="4976"/>
                  </a:lnTo>
                  <a:lnTo>
                    <a:pt x="5824" y="5093"/>
                  </a:lnTo>
                  <a:lnTo>
                    <a:pt x="8739" y="4580"/>
                  </a:lnTo>
                  <a:close/>
                  <a:moveTo>
                    <a:pt x="8052" y="2676"/>
                  </a:moveTo>
                  <a:lnTo>
                    <a:pt x="5331" y="3155"/>
                  </a:lnTo>
                  <a:lnTo>
                    <a:pt x="5328" y="3280"/>
                  </a:lnTo>
                  <a:lnTo>
                    <a:pt x="3166" y="3661"/>
                  </a:lnTo>
                  <a:lnTo>
                    <a:pt x="3211" y="3777"/>
                  </a:lnTo>
                  <a:lnTo>
                    <a:pt x="3067" y="3803"/>
                  </a:lnTo>
                  <a:lnTo>
                    <a:pt x="2926" y="3828"/>
                  </a:lnTo>
                  <a:lnTo>
                    <a:pt x="2788" y="3853"/>
                  </a:lnTo>
                  <a:lnTo>
                    <a:pt x="2651" y="3876"/>
                  </a:lnTo>
                  <a:lnTo>
                    <a:pt x="2517" y="3900"/>
                  </a:lnTo>
                  <a:lnTo>
                    <a:pt x="2383" y="3924"/>
                  </a:lnTo>
                  <a:lnTo>
                    <a:pt x="2250" y="3947"/>
                  </a:lnTo>
                  <a:lnTo>
                    <a:pt x="2118" y="3970"/>
                  </a:lnTo>
                  <a:lnTo>
                    <a:pt x="1987" y="3993"/>
                  </a:lnTo>
                  <a:lnTo>
                    <a:pt x="1854" y="4017"/>
                  </a:lnTo>
                  <a:lnTo>
                    <a:pt x="1721" y="4040"/>
                  </a:lnTo>
                  <a:lnTo>
                    <a:pt x="1586" y="4064"/>
                  </a:lnTo>
                  <a:lnTo>
                    <a:pt x="1449" y="4088"/>
                  </a:lnTo>
                  <a:lnTo>
                    <a:pt x="1311" y="4113"/>
                  </a:lnTo>
                  <a:lnTo>
                    <a:pt x="1170" y="4137"/>
                  </a:lnTo>
                  <a:lnTo>
                    <a:pt x="1025" y="4163"/>
                  </a:lnTo>
                  <a:lnTo>
                    <a:pt x="1034" y="4205"/>
                  </a:lnTo>
                  <a:lnTo>
                    <a:pt x="1044" y="4245"/>
                  </a:lnTo>
                  <a:lnTo>
                    <a:pt x="1055" y="4283"/>
                  </a:lnTo>
                  <a:lnTo>
                    <a:pt x="1066" y="4321"/>
                  </a:lnTo>
                  <a:lnTo>
                    <a:pt x="1078" y="4359"/>
                  </a:lnTo>
                  <a:lnTo>
                    <a:pt x="1089" y="4400"/>
                  </a:lnTo>
                  <a:lnTo>
                    <a:pt x="1099" y="4446"/>
                  </a:lnTo>
                  <a:lnTo>
                    <a:pt x="1109" y="4497"/>
                  </a:lnTo>
                  <a:lnTo>
                    <a:pt x="3272" y="4117"/>
                  </a:lnTo>
                  <a:lnTo>
                    <a:pt x="3293" y="4238"/>
                  </a:lnTo>
                  <a:lnTo>
                    <a:pt x="5455" y="3858"/>
                  </a:lnTo>
                  <a:lnTo>
                    <a:pt x="5496" y="3950"/>
                  </a:lnTo>
                  <a:lnTo>
                    <a:pt x="8339" y="3451"/>
                  </a:lnTo>
                  <a:lnTo>
                    <a:pt x="8325" y="3402"/>
                  </a:lnTo>
                  <a:lnTo>
                    <a:pt x="8311" y="3354"/>
                  </a:lnTo>
                  <a:lnTo>
                    <a:pt x="8297" y="3306"/>
                  </a:lnTo>
                  <a:lnTo>
                    <a:pt x="8281" y="3258"/>
                  </a:lnTo>
                  <a:lnTo>
                    <a:pt x="8266" y="3211"/>
                  </a:lnTo>
                  <a:lnTo>
                    <a:pt x="8250" y="3164"/>
                  </a:lnTo>
                  <a:lnTo>
                    <a:pt x="8232" y="3117"/>
                  </a:lnTo>
                  <a:lnTo>
                    <a:pt x="8215" y="3069"/>
                  </a:lnTo>
                  <a:lnTo>
                    <a:pt x="8196" y="3022"/>
                  </a:lnTo>
                  <a:lnTo>
                    <a:pt x="8178" y="2974"/>
                  </a:lnTo>
                  <a:lnTo>
                    <a:pt x="8159" y="2926"/>
                  </a:lnTo>
                  <a:lnTo>
                    <a:pt x="8139" y="2877"/>
                  </a:lnTo>
                  <a:lnTo>
                    <a:pt x="8118" y="2828"/>
                  </a:lnTo>
                  <a:lnTo>
                    <a:pt x="8097" y="2778"/>
                  </a:lnTo>
                  <a:lnTo>
                    <a:pt x="8075" y="2729"/>
                  </a:lnTo>
                  <a:lnTo>
                    <a:pt x="8052" y="2676"/>
                  </a:lnTo>
                  <a:close/>
                  <a:moveTo>
                    <a:pt x="3055" y="2606"/>
                  </a:moveTo>
                  <a:lnTo>
                    <a:pt x="3060" y="2588"/>
                  </a:lnTo>
                  <a:lnTo>
                    <a:pt x="3063" y="2571"/>
                  </a:lnTo>
                  <a:lnTo>
                    <a:pt x="3065" y="2556"/>
                  </a:lnTo>
                  <a:lnTo>
                    <a:pt x="3065" y="2542"/>
                  </a:lnTo>
                  <a:lnTo>
                    <a:pt x="3064" y="2528"/>
                  </a:lnTo>
                  <a:lnTo>
                    <a:pt x="3063" y="2513"/>
                  </a:lnTo>
                  <a:lnTo>
                    <a:pt x="3061" y="2498"/>
                  </a:lnTo>
                  <a:lnTo>
                    <a:pt x="3058" y="2481"/>
                  </a:lnTo>
                  <a:lnTo>
                    <a:pt x="3194" y="2456"/>
                  </a:lnTo>
                  <a:lnTo>
                    <a:pt x="3331" y="2433"/>
                  </a:lnTo>
                  <a:lnTo>
                    <a:pt x="3468" y="2408"/>
                  </a:lnTo>
                  <a:lnTo>
                    <a:pt x="3604" y="2385"/>
                  </a:lnTo>
                  <a:lnTo>
                    <a:pt x="3741" y="2360"/>
                  </a:lnTo>
                  <a:lnTo>
                    <a:pt x="3878" y="2337"/>
                  </a:lnTo>
                  <a:lnTo>
                    <a:pt x="4014" y="2312"/>
                  </a:lnTo>
                  <a:lnTo>
                    <a:pt x="4151" y="2288"/>
                  </a:lnTo>
                  <a:lnTo>
                    <a:pt x="4288" y="2264"/>
                  </a:lnTo>
                  <a:lnTo>
                    <a:pt x="4424" y="2240"/>
                  </a:lnTo>
                  <a:lnTo>
                    <a:pt x="4561" y="2216"/>
                  </a:lnTo>
                  <a:lnTo>
                    <a:pt x="4698" y="2192"/>
                  </a:lnTo>
                  <a:lnTo>
                    <a:pt x="4834" y="2169"/>
                  </a:lnTo>
                  <a:lnTo>
                    <a:pt x="4971" y="2144"/>
                  </a:lnTo>
                  <a:lnTo>
                    <a:pt x="5108" y="2120"/>
                  </a:lnTo>
                  <a:lnTo>
                    <a:pt x="5244" y="2096"/>
                  </a:lnTo>
                  <a:lnTo>
                    <a:pt x="5240" y="2074"/>
                  </a:lnTo>
                  <a:lnTo>
                    <a:pt x="5236" y="2047"/>
                  </a:lnTo>
                  <a:lnTo>
                    <a:pt x="5231" y="2021"/>
                  </a:lnTo>
                  <a:lnTo>
                    <a:pt x="5226" y="1999"/>
                  </a:lnTo>
                  <a:lnTo>
                    <a:pt x="7341" y="1627"/>
                  </a:lnTo>
                  <a:lnTo>
                    <a:pt x="7380" y="1663"/>
                  </a:lnTo>
                  <a:lnTo>
                    <a:pt x="7417" y="1701"/>
                  </a:lnTo>
                  <a:lnTo>
                    <a:pt x="7456" y="1740"/>
                  </a:lnTo>
                  <a:lnTo>
                    <a:pt x="7494" y="1782"/>
                  </a:lnTo>
                  <a:lnTo>
                    <a:pt x="7531" y="1824"/>
                  </a:lnTo>
                  <a:lnTo>
                    <a:pt x="7568" y="1868"/>
                  </a:lnTo>
                  <a:lnTo>
                    <a:pt x="7604" y="1913"/>
                  </a:lnTo>
                  <a:lnTo>
                    <a:pt x="7640" y="1958"/>
                  </a:lnTo>
                  <a:lnTo>
                    <a:pt x="7675" y="2005"/>
                  </a:lnTo>
                  <a:lnTo>
                    <a:pt x="7709" y="2053"/>
                  </a:lnTo>
                  <a:lnTo>
                    <a:pt x="7743" y="2102"/>
                  </a:lnTo>
                  <a:lnTo>
                    <a:pt x="7774" y="2151"/>
                  </a:lnTo>
                  <a:lnTo>
                    <a:pt x="7806" y="2202"/>
                  </a:lnTo>
                  <a:lnTo>
                    <a:pt x="7837" y="2252"/>
                  </a:lnTo>
                  <a:lnTo>
                    <a:pt x="7866" y="2303"/>
                  </a:lnTo>
                  <a:lnTo>
                    <a:pt x="7895" y="2354"/>
                  </a:lnTo>
                  <a:lnTo>
                    <a:pt x="7730" y="2383"/>
                  </a:lnTo>
                  <a:lnTo>
                    <a:pt x="7567" y="2412"/>
                  </a:lnTo>
                  <a:lnTo>
                    <a:pt x="7403" y="2441"/>
                  </a:lnTo>
                  <a:lnTo>
                    <a:pt x="7238" y="2469"/>
                  </a:lnTo>
                  <a:lnTo>
                    <a:pt x="7075" y="2499"/>
                  </a:lnTo>
                  <a:lnTo>
                    <a:pt x="6911" y="2528"/>
                  </a:lnTo>
                  <a:lnTo>
                    <a:pt x="6747" y="2556"/>
                  </a:lnTo>
                  <a:lnTo>
                    <a:pt x="6583" y="2585"/>
                  </a:lnTo>
                  <a:lnTo>
                    <a:pt x="6419" y="2614"/>
                  </a:lnTo>
                  <a:lnTo>
                    <a:pt x="6255" y="2643"/>
                  </a:lnTo>
                  <a:lnTo>
                    <a:pt x="6091" y="2671"/>
                  </a:lnTo>
                  <a:lnTo>
                    <a:pt x="5927" y="2701"/>
                  </a:lnTo>
                  <a:lnTo>
                    <a:pt x="5763" y="2730"/>
                  </a:lnTo>
                  <a:lnTo>
                    <a:pt x="5599" y="2758"/>
                  </a:lnTo>
                  <a:lnTo>
                    <a:pt x="5435" y="2787"/>
                  </a:lnTo>
                  <a:lnTo>
                    <a:pt x="5270" y="2816"/>
                  </a:lnTo>
                  <a:lnTo>
                    <a:pt x="5276" y="2797"/>
                  </a:lnTo>
                  <a:lnTo>
                    <a:pt x="5279" y="2781"/>
                  </a:lnTo>
                  <a:lnTo>
                    <a:pt x="5281" y="2766"/>
                  </a:lnTo>
                  <a:lnTo>
                    <a:pt x="5282" y="2752"/>
                  </a:lnTo>
                  <a:lnTo>
                    <a:pt x="5281" y="2738"/>
                  </a:lnTo>
                  <a:lnTo>
                    <a:pt x="5280" y="2723"/>
                  </a:lnTo>
                  <a:lnTo>
                    <a:pt x="5277" y="2707"/>
                  </a:lnTo>
                  <a:lnTo>
                    <a:pt x="5274" y="2690"/>
                  </a:lnTo>
                  <a:lnTo>
                    <a:pt x="5137" y="2714"/>
                  </a:lnTo>
                  <a:lnTo>
                    <a:pt x="5000" y="2739"/>
                  </a:lnTo>
                  <a:lnTo>
                    <a:pt x="4865" y="2762"/>
                  </a:lnTo>
                  <a:lnTo>
                    <a:pt x="4728" y="2787"/>
                  </a:lnTo>
                  <a:lnTo>
                    <a:pt x="4591" y="2810"/>
                  </a:lnTo>
                  <a:lnTo>
                    <a:pt x="4455" y="2835"/>
                  </a:lnTo>
                  <a:lnTo>
                    <a:pt x="4318" y="2859"/>
                  </a:lnTo>
                  <a:lnTo>
                    <a:pt x="4181" y="2883"/>
                  </a:lnTo>
                  <a:lnTo>
                    <a:pt x="4045" y="2907"/>
                  </a:lnTo>
                  <a:lnTo>
                    <a:pt x="3908" y="2930"/>
                  </a:lnTo>
                  <a:lnTo>
                    <a:pt x="3771" y="2955"/>
                  </a:lnTo>
                  <a:lnTo>
                    <a:pt x="3635" y="2978"/>
                  </a:lnTo>
                  <a:lnTo>
                    <a:pt x="3498" y="3003"/>
                  </a:lnTo>
                  <a:lnTo>
                    <a:pt x="3361" y="3026"/>
                  </a:lnTo>
                  <a:lnTo>
                    <a:pt x="3224" y="3051"/>
                  </a:lnTo>
                  <a:lnTo>
                    <a:pt x="3088" y="3075"/>
                  </a:lnTo>
                  <a:lnTo>
                    <a:pt x="3093" y="3056"/>
                  </a:lnTo>
                  <a:lnTo>
                    <a:pt x="3096" y="3040"/>
                  </a:lnTo>
                  <a:lnTo>
                    <a:pt x="3098" y="3024"/>
                  </a:lnTo>
                  <a:lnTo>
                    <a:pt x="3098" y="3010"/>
                  </a:lnTo>
                  <a:lnTo>
                    <a:pt x="3098" y="2997"/>
                  </a:lnTo>
                  <a:lnTo>
                    <a:pt x="3096" y="2982"/>
                  </a:lnTo>
                  <a:lnTo>
                    <a:pt x="3094" y="2966"/>
                  </a:lnTo>
                  <a:lnTo>
                    <a:pt x="3091" y="2950"/>
                  </a:lnTo>
                  <a:lnTo>
                    <a:pt x="2965" y="2971"/>
                  </a:lnTo>
                  <a:lnTo>
                    <a:pt x="2834" y="2995"/>
                  </a:lnTo>
                  <a:lnTo>
                    <a:pt x="2699" y="3018"/>
                  </a:lnTo>
                  <a:lnTo>
                    <a:pt x="2561" y="3043"/>
                  </a:lnTo>
                  <a:lnTo>
                    <a:pt x="2419" y="3067"/>
                  </a:lnTo>
                  <a:lnTo>
                    <a:pt x="2276" y="3093"/>
                  </a:lnTo>
                  <a:lnTo>
                    <a:pt x="2131" y="3118"/>
                  </a:lnTo>
                  <a:lnTo>
                    <a:pt x="1985" y="3144"/>
                  </a:lnTo>
                  <a:lnTo>
                    <a:pt x="1839" y="3169"/>
                  </a:lnTo>
                  <a:lnTo>
                    <a:pt x="1694" y="3195"/>
                  </a:lnTo>
                  <a:lnTo>
                    <a:pt x="1551" y="3220"/>
                  </a:lnTo>
                  <a:lnTo>
                    <a:pt x="1410" y="3245"/>
                  </a:lnTo>
                  <a:lnTo>
                    <a:pt x="1271" y="3269"/>
                  </a:lnTo>
                  <a:lnTo>
                    <a:pt x="1136" y="3294"/>
                  </a:lnTo>
                  <a:lnTo>
                    <a:pt x="1005" y="3316"/>
                  </a:lnTo>
                  <a:lnTo>
                    <a:pt x="880" y="3338"/>
                  </a:lnTo>
                  <a:lnTo>
                    <a:pt x="880" y="3319"/>
                  </a:lnTo>
                  <a:lnTo>
                    <a:pt x="881" y="3300"/>
                  </a:lnTo>
                  <a:lnTo>
                    <a:pt x="881" y="3279"/>
                  </a:lnTo>
                  <a:lnTo>
                    <a:pt x="880" y="3259"/>
                  </a:lnTo>
                  <a:lnTo>
                    <a:pt x="877" y="3217"/>
                  </a:lnTo>
                  <a:lnTo>
                    <a:pt x="873" y="3174"/>
                  </a:lnTo>
                  <a:lnTo>
                    <a:pt x="867" y="3130"/>
                  </a:lnTo>
                  <a:lnTo>
                    <a:pt x="860" y="3086"/>
                  </a:lnTo>
                  <a:lnTo>
                    <a:pt x="853" y="3041"/>
                  </a:lnTo>
                  <a:lnTo>
                    <a:pt x="845" y="2995"/>
                  </a:lnTo>
                  <a:lnTo>
                    <a:pt x="970" y="2972"/>
                  </a:lnTo>
                  <a:lnTo>
                    <a:pt x="1101" y="2950"/>
                  </a:lnTo>
                  <a:lnTo>
                    <a:pt x="1235" y="2926"/>
                  </a:lnTo>
                  <a:lnTo>
                    <a:pt x="1374" y="2902"/>
                  </a:lnTo>
                  <a:lnTo>
                    <a:pt x="1515" y="2876"/>
                  </a:lnTo>
                  <a:lnTo>
                    <a:pt x="1659" y="2852"/>
                  </a:lnTo>
                  <a:lnTo>
                    <a:pt x="1804" y="2826"/>
                  </a:lnTo>
                  <a:lnTo>
                    <a:pt x="1950" y="2800"/>
                  </a:lnTo>
                  <a:lnTo>
                    <a:pt x="2095" y="2774"/>
                  </a:lnTo>
                  <a:lnTo>
                    <a:pt x="2240" y="2749"/>
                  </a:lnTo>
                  <a:lnTo>
                    <a:pt x="2383" y="2724"/>
                  </a:lnTo>
                  <a:lnTo>
                    <a:pt x="2525" y="2699"/>
                  </a:lnTo>
                  <a:lnTo>
                    <a:pt x="2663" y="2674"/>
                  </a:lnTo>
                  <a:lnTo>
                    <a:pt x="2798" y="2651"/>
                  </a:lnTo>
                  <a:lnTo>
                    <a:pt x="2929" y="2629"/>
                  </a:lnTo>
                  <a:lnTo>
                    <a:pt x="3055" y="2606"/>
                  </a:lnTo>
                  <a:close/>
                  <a:moveTo>
                    <a:pt x="2453" y="1887"/>
                  </a:moveTo>
                  <a:lnTo>
                    <a:pt x="2391" y="1837"/>
                  </a:lnTo>
                  <a:lnTo>
                    <a:pt x="2338" y="1793"/>
                  </a:lnTo>
                  <a:lnTo>
                    <a:pt x="2292" y="1754"/>
                  </a:lnTo>
                  <a:lnTo>
                    <a:pt x="2250" y="1720"/>
                  </a:lnTo>
                  <a:lnTo>
                    <a:pt x="2209" y="1689"/>
                  </a:lnTo>
                  <a:lnTo>
                    <a:pt x="2168" y="1660"/>
                  </a:lnTo>
                  <a:lnTo>
                    <a:pt x="2147" y="1645"/>
                  </a:lnTo>
                  <a:lnTo>
                    <a:pt x="2125" y="1632"/>
                  </a:lnTo>
                  <a:lnTo>
                    <a:pt x="2101" y="1618"/>
                  </a:lnTo>
                  <a:lnTo>
                    <a:pt x="2076" y="1603"/>
                  </a:lnTo>
                  <a:lnTo>
                    <a:pt x="571" y="1869"/>
                  </a:lnTo>
                  <a:lnTo>
                    <a:pt x="621" y="2009"/>
                  </a:lnTo>
                  <a:lnTo>
                    <a:pt x="679" y="2199"/>
                  </a:lnTo>
                  <a:lnTo>
                    <a:pt x="784" y="2181"/>
                  </a:lnTo>
                  <a:lnTo>
                    <a:pt x="893" y="2161"/>
                  </a:lnTo>
                  <a:lnTo>
                    <a:pt x="1002" y="2142"/>
                  </a:lnTo>
                  <a:lnTo>
                    <a:pt x="1112" y="2123"/>
                  </a:lnTo>
                  <a:lnTo>
                    <a:pt x="1225" y="2103"/>
                  </a:lnTo>
                  <a:lnTo>
                    <a:pt x="1338" y="2083"/>
                  </a:lnTo>
                  <a:lnTo>
                    <a:pt x="1452" y="2063"/>
                  </a:lnTo>
                  <a:lnTo>
                    <a:pt x="1565" y="2043"/>
                  </a:lnTo>
                  <a:lnTo>
                    <a:pt x="1679" y="2024"/>
                  </a:lnTo>
                  <a:lnTo>
                    <a:pt x="1792" y="2003"/>
                  </a:lnTo>
                  <a:lnTo>
                    <a:pt x="1906" y="1984"/>
                  </a:lnTo>
                  <a:lnTo>
                    <a:pt x="2018" y="1964"/>
                  </a:lnTo>
                  <a:lnTo>
                    <a:pt x="2129" y="1944"/>
                  </a:lnTo>
                  <a:lnTo>
                    <a:pt x="2238" y="1925"/>
                  </a:lnTo>
                  <a:lnTo>
                    <a:pt x="2346" y="1905"/>
                  </a:lnTo>
                  <a:lnTo>
                    <a:pt x="2453" y="18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56" name="Freeform 11">
              <a:extLst>
                <a:ext uri="{FF2B5EF4-FFF2-40B4-BE49-F238E27FC236}">
                  <a16:creationId xmlns:a16="http://schemas.microsoft.com/office/drawing/2014/main" id="{98522A64-CC6C-4E14-73D6-384B7F989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" y="76"/>
              <a:ext cx="394" cy="230"/>
            </a:xfrm>
            <a:custGeom>
              <a:avLst/>
              <a:gdLst>
                <a:gd name="T0" fmla="*/ 0 w 15726"/>
                <a:gd name="T1" fmla="*/ 0 h 9184"/>
                <a:gd name="T2" fmla="*/ 0 w 15726"/>
                <a:gd name="T3" fmla="*/ 0 h 9184"/>
                <a:gd name="T4" fmla="*/ 0 w 15726"/>
                <a:gd name="T5" fmla="*/ 0 h 9184"/>
                <a:gd name="T6" fmla="*/ 0 w 15726"/>
                <a:gd name="T7" fmla="*/ 0 h 9184"/>
                <a:gd name="T8" fmla="*/ 0 w 15726"/>
                <a:gd name="T9" fmla="*/ 0 h 9184"/>
                <a:gd name="T10" fmla="*/ 0 w 15726"/>
                <a:gd name="T11" fmla="*/ 0 h 9184"/>
                <a:gd name="T12" fmla="*/ 0 w 15726"/>
                <a:gd name="T13" fmla="*/ 0 h 9184"/>
                <a:gd name="T14" fmla="*/ 0 w 15726"/>
                <a:gd name="T15" fmla="*/ 0 h 9184"/>
                <a:gd name="T16" fmla="*/ 0 w 15726"/>
                <a:gd name="T17" fmla="*/ 0 h 9184"/>
                <a:gd name="T18" fmla="*/ 0 w 15726"/>
                <a:gd name="T19" fmla="*/ 0 h 9184"/>
                <a:gd name="T20" fmla="*/ 0 w 15726"/>
                <a:gd name="T21" fmla="*/ 0 h 9184"/>
                <a:gd name="T22" fmla="*/ 0 w 15726"/>
                <a:gd name="T23" fmla="*/ 0 h 9184"/>
                <a:gd name="T24" fmla="*/ 0 w 15726"/>
                <a:gd name="T25" fmla="*/ 0 h 9184"/>
                <a:gd name="T26" fmla="*/ 0 w 15726"/>
                <a:gd name="T27" fmla="*/ 0 h 9184"/>
                <a:gd name="T28" fmla="*/ 0 w 15726"/>
                <a:gd name="T29" fmla="*/ 0 h 9184"/>
                <a:gd name="T30" fmla="*/ 0 w 15726"/>
                <a:gd name="T31" fmla="*/ 0 h 9184"/>
                <a:gd name="T32" fmla="*/ 0 w 15726"/>
                <a:gd name="T33" fmla="*/ 0 h 9184"/>
                <a:gd name="T34" fmla="*/ 0 w 15726"/>
                <a:gd name="T35" fmla="*/ 0 h 9184"/>
                <a:gd name="T36" fmla="*/ 0 w 15726"/>
                <a:gd name="T37" fmla="*/ 0 h 9184"/>
                <a:gd name="T38" fmla="*/ 0 w 15726"/>
                <a:gd name="T39" fmla="*/ 0 h 9184"/>
                <a:gd name="T40" fmla="*/ 0 w 15726"/>
                <a:gd name="T41" fmla="*/ 0 h 9184"/>
                <a:gd name="T42" fmla="*/ 0 w 15726"/>
                <a:gd name="T43" fmla="*/ 0 h 9184"/>
                <a:gd name="T44" fmla="*/ 0 w 15726"/>
                <a:gd name="T45" fmla="*/ 0 h 9184"/>
                <a:gd name="T46" fmla="*/ 0 w 15726"/>
                <a:gd name="T47" fmla="*/ 0 h 9184"/>
                <a:gd name="T48" fmla="*/ 0 w 15726"/>
                <a:gd name="T49" fmla="*/ 0 h 9184"/>
                <a:gd name="T50" fmla="*/ 0 w 15726"/>
                <a:gd name="T51" fmla="*/ 0 h 9184"/>
                <a:gd name="T52" fmla="*/ 0 w 15726"/>
                <a:gd name="T53" fmla="*/ 0 h 9184"/>
                <a:gd name="T54" fmla="*/ 0 w 15726"/>
                <a:gd name="T55" fmla="*/ 0 h 9184"/>
                <a:gd name="T56" fmla="*/ 0 w 15726"/>
                <a:gd name="T57" fmla="*/ 0 h 9184"/>
                <a:gd name="T58" fmla="*/ 0 w 15726"/>
                <a:gd name="T59" fmla="*/ 0 h 9184"/>
                <a:gd name="T60" fmla="*/ 0 w 15726"/>
                <a:gd name="T61" fmla="*/ 0 h 9184"/>
                <a:gd name="T62" fmla="*/ 0 w 15726"/>
                <a:gd name="T63" fmla="*/ 0 h 9184"/>
                <a:gd name="T64" fmla="*/ 0 w 15726"/>
                <a:gd name="T65" fmla="*/ 0 h 9184"/>
                <a:gd name="T66" fmla="*/ 0 w 15726"/>
                <a:gd name="T67" fmla="*/ 0 h 9184"/>
                <a:gd name="T68" fmla="*/ 0 w 15726"/>
                <a:gd name="T69" fmla="*/ 0 h 9184"/>
                <a:gd name="T70" fmla="*/ 0 w 15726"/>
                <a:gd name="T71" fmla="*/ 0 h 9184"/>
                <a:gd name="T72" fmla="*/ 0 w 15726"/>
                <a:gd name="T73" fmla="*/ 0 h 9184"/>
                <a:gd name="T74" fmla="*/ 0 w 15726"/>
                <a:gd name="T75" fmla="*/ 0 h 9184"/>
                <a:gd name="T76" fmla="*/ 0 w 15726"/>
                <a:gd name="T77" fmla="*/ 0 h 9184"/>
                <a:gd name="T78" fmla="*/ 0 w 15726"/>
                <a:gd name="T79" fmla="*/ 0 h 9184"/>
                <a:gd name="T80" fmla="*/ 0 w 15726"/>
                <a:gd name="T81" fmla="*/ 0 h 9184"/>
                <a:gd name="T82" fmla="*/ 0 w 15726"/>
                <a:gd name="T83" fmla="*/ 0 h 9184"/>
                <a:gd name="T84" fmla="*/ 0 w 15726"/>
                <a:gd name="T85" fmla="*/ 0 h 9184"/>
                <a:gd name="T86" fmla="*/ 0 w 15726"/>
                <a:gd name="T87" fmla="*/ 0 h 9184"/>
                <a:gd name="T88" fmla="*/ 0 w 15726"/>
                <a:gd name="T89" fmla="*/ 0 h 9184"/>
                <a:gd name="T90" fmla="*/ 0 w 15726"/>
                <a:gd name="T91" fmla="*/ 0 h 9184"/>
                <a:gd name="T92" fmla="*/ 0 w 15726"/>
                <a:gd name="T93" fmla="*/ 0 h 9184"/>
                <a:gd name="T94" fmla="*/ 0 w 15726"/>
                <a:gd name="T95" fmla="*/ 0 h 9184"/>
                <a:gd name="T96" fmla="*/ 0 w 15726"/>
                <a:gd name="T97" fmla="*/ 0 h 9184"/>
                <a:gd name="T98" fmla="*/ 0 w 15726"/>
                <a:gd name="T99" fmla="*/ 0 h 9184"/>
                <a:gd name="T100" fmla="*/ 0 w 15726"/>
                <a:gd name="T101" fmla="*/ 0 h 91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726" h="9184">
                  <a:moveTo>
                    <a:pt x="11747" y="352"/>
                  </a:moveTo>
                  <a:lnTo>
                    <a:pt x="11936" y="304"/>
                  </a:lnTo>
                  <a:lnTo>
                    <a:pt x="12122" y="260"/>
                  </a:lnTo>
                  <a:lnTo>
                    <a:pt x="12304" y="220"/>
                  </a:lnTo>
                  <a:lnTo>
                    <a:pt x="12483" y="182"/>
                  </a:lnTo>
                  <a:lnTo>
                    <a:pt x="12657" y="149"/>
                  </a:lnTo>
                  <a:lnTo>
                    <a:pt x="12829" y="118"/>
                  </a:lnTo>
                  <a:lnTo>
                    <a:pt x="12997" y="91"/>
                  </a:lnTo>
                  <a:lnTo>
                    <a:pt x="13161" y="68"/>
                  </a:lnTo>
                  <a:lnTo>
                    <a:pt x="13321" y="48"/>
                  </a:lnTo>
                  <a:lnTo>
                    <a:pt x="13476" y="31"/>
                  </a:lnTo>
                  <a:lnTo>
                    <a:pt x="13629" y="18"/>
                  </a:lnTo>
                  <a:lnTo>
                    <a:pt x="13775" y="8"/>
                  </a:lnTo>
                  <a:lnTo>
                    <a:pt x="13918" y="3"/>
                  </a:lnTo>
                  <a:lnTo>
                    <a:pt x="14056" y="0"/>
                  </a:lnTo>
                  <a:lnTo>
                    <a:pt x="14189" y="1"/>
                  </a:lnTo>
                  <a:lnTo>
                    <a:pt x="14318" y="6"/>
                  </a:lnTo>
                  <a:lnTo>
                    <a:pt x="14442" y="14"/>
                  </a:lnTo>
                  <a:lnTo>
                    <a:pt x="14560" y="26"/>
                  </a:lnTo>
                  <a:lnTo>
                    <a:pt x="14674" y="42"/>
                  </a:lnTo>
                  <a:lnTo>
                    <a:pt x="14782" y="62"/>
                  </a:lnTo>
                  <a:lnTo>
                    <a:pt x="14885" y="85"/>
                  </a:lnTo>
                  <a:lnTo>
                    <a:pt x="14982" y="112"/>
                  </a:lnTo>
                  <a:lnTo>
                    <a:pt x="15074" y="142"/>
                  </a:lnTo>
                  <a:lnTo>
                    <a:pt x="15160" y="177"/>
                  </a:lnTo>
                  <a:lnTo>
                    <a:pt x="15241" y="216"/>
                  </a:lnTo>
                  <a:lnTo>
                    <a:pt x="15315" y="258"/>
                  </a:lnTo>
                  <a:lnTo>
                    <a:pt x="15383" y="304"/>
                  </a:lnTo>
                  <a:lnTo>
                    <a:pt x="15445" y="354"/>
                  </a:lnTo>
                  <a:lnTo>
                    <a:pt x="15502" y="408"/>
                  </a:lnTo>
                  <a:lnTo>
                    <a:pt x="15552" y="466"/>
                  </a:lnTo>
                  <a:lnTo>
                    <a:pt x="15595" y="527"/>
                  </a:lnTo>
                  <a:lnTo>
                    <a:pt x="15632" y="592"/>
                  </a:lnTo>
                  <a:lnTo>
                    <a:pt x="15680" y="715"/>
                  </a:lnTo>
                  <a:lnTo>
                    <a:pt x="15711" y="845"/>
                  </a:lnTo>
                  <a:lnTo>
                    <a:pt x="15726" y="986"/>
                  </a:lnTo>
                  <a:lnTo>
                    <a:pt x="15724" y="1136"/>
                  </a:lnTo>
                  <a:lnTo>
                    <a:pt x="15705" y="1294"/>
                  </a:lnTo>
                  <a:lnTo>
                    <a:pt x="15670" y="1461"/>
                  </a:lnTo>
                  <a:lnTo>
                    <a:pt x="15619" y="1635"/>
                  </a:lnTo>
                  <a:lnTo>
                    <a:pt x="15553" y="1815"/>
                  </a:lnTo>
                  <a:lnTo>
                    <a:pt x="15470" y="2003"/>
                  </a:lnTo>
                  <a:lnTo>
                    <a:pt x="15372" y="2197"/>
                  </a:lnTo>
                  <a:lnTo>
                    <a:pt x="15257" y="2396"/>
                  </a:lnTo>
                  <a:lnTo>
                    <a:pt x="15129" y="2601"/>
                  </a:lnTo>
                  <a:lnTo>
                    <a:pt x="14985" y="2810"/>
                  </a:lnTo>
                  <a:lnTo>
                    <a:pt x="14826" y="3023"/>
                  </a:lnTo>
                  <a:lnTo>
                    <a:pt x="14652" y="3240"/>
                  </a:lnTo>
                  <a:lnTo>
                    <a:pt x="14464" y="3460"/>
                  </a:lnTo>
                  <a:lnTo>
                    <a:pt x="14262" y="3683"/>
                  </a:lnTo>
                  <a:lnTo>
                    <a:pt x="14046" y="3908"/>
                  </a:lnTo>
                  <a:lnTo>
                    <a:pt x="13815" y="4136"/>
                  </a:lnTo>
                  <a:lnTo>
                    <a:pt x="13570" y="4364"/>
                  </a:lnTo>
                  <a:lnTo>
                    <a:pt x="13313" y="4594"/>
                  </a:lnTo>
                  <a:lnTo>
                    <a:pt x="13041" y="4823"/>
                  </a:lnTo>
                  <a:lnTo>
                    <a:pt x="12757" y="5053"/>
                  </a:lnTo>
                  <a:lnTo>
                    <a:pt x="12459" y="5282"/>
                  </a:lnTo>
                  <a:lnTo>
                    <a:pt x="12148" y="5510"/>
                  </a:lnTo>
                  <a:lnTo>
                    <a:pt x="11825" y="5736"/>
                  </a:lnTo>
                  <a:lnTo>
                    <a:pt x="11489" y="5961"/>
                  </a:lnTo>
                  <a:lnTo>
                    <a:pt x="11141" y="6183"/>
                  </a:lnTo>
                  <a:lnTo>
                    <a:pt x="10780" y="6402"/>
                  </a:lnTo>
                  <a:lnTo>
                    <a:pt x="10408" y="6617"/>
                  </a:lnTo>
                  <a:lnTo>
                    <a:pt x="10025" y="6830"/>
                  </a:lnTo>
                  <a:lnTo>
                    <a:pt x="9629" y="7037"/>
                  </a:lnTo>
                  <a:lnTo>
                    <a:pt x="9226" y="7237"/>
                  </a:lnTo>
                  <a:lnTo>
                    <a:pt x="8823" y="7427"/>
                  </a:lnTo>
                  <a:lnTo>
                    <a:pt x="8418" y="7608"/>
                  </a:lnTo>
                  <a:lnTo>
                    <a:pt x="8014" y="7779"/>
                  </a:lnTo>
                  <a:lnTo>
                    <a:pt x="7610" y="7941"/>
                  </a:lnTo>
                  <a:lnTo>
                    <a:pt x="7209" y="8093"/>
                  </a:lnTo>
                  <a:lnTo>
                    <a:pt x="6810" y="8235"/>
                  </a:lnTo>
                  <a:lnTo>
                    <a:pt x="6416" y="8368"/>
                  </a:lnTo>
                  <a:lnTo>
                    <a:pt x="6024" y="8490"/>
                  </a:lnTo>
                  <a:lnTo>
                    <a:pt x="5639" y="8602"/>
                  </a:lnTo>
                  <a:lnTo>
                    <a:pt x="5258" y="8705"/>
                  </a:lnTo>
                  <a:lnTo>
                    <a:pt x="4885" y="8798"/>
                  </a:lnTo>
                  <a:lnTo>
                    <a:pt x="4520" y="8881"/>
                  </a:lnTo>
                  <a:lnTo>
                    <a:pt x="4162" y="8954"/>
                  </a:lnTo>
                  <a:lnTo>
                    <a:pt x="3814" y="9017"/>
                  </a:lnTo>
                  <a:lnTo>
                    <a:pt x="3476" y="9070"/>
                  </a:lnTo>
                  <a:lnTo>
                    <a:pt x="3148" y="9113"/>
                  </a:lnTo>
                  <a:lnTo>
                    <a:pt x="2832" y="9146"/>
                  </a:lnTo>
                  <a:lnTo>
                    <a:pt x="2530" y="9168"/>
                  </a:lnTo>
                  <a:lnTo>
                    <a:pt x="2239" y="9182"/>
                  </a:lnTo>
                  <a:lnTo>
                    <a:pt x="1962" y="9184"/>
                  </a:lnTo>
                  <a:lnTo>
                    <a:pt x="1702" y="9177"/>
                  </a:lnTo>
                  <a:lnTo>
                    <a:pt x="1455" y="9158"/>
                  </a:lnTo>
                  <a:lnTo>
                    <a:pt x="1226" y="9131"/>
                  </a:lnTo>
                  <a:lnTo>
                    <a:pt x="1014" y="9092"/>
                  </a:lnTo>
                  <a:lnTo>
                    <a:pt x="819" y="9043"/>
                  </a:lnTo>
                  <a:lnTo>
                    <a:pt x="644" y="8985"/>
                  </a:lnTo>
                  <a:lnTo>
                    <a:pt x="488" y="8914"/>
                  </a:lnTo>
                  <a:lnTo>
                    <a:pt x="353" y="8835"/>
                  </a:lnTo>
                  <a:lnTo>
                    <a:pt x="240" y="8745"/>
                  </a:lnTo>
                  <a:lnTo>
                    <a:pt x="148" y="8644"/>
                  </a:lnTo>
                  <a:lnTo>
                    <a:pt x="79" y="8533"/>
                  </a:lnTo>
                  <a:lnTo>
                    <a:pt x="59" y="8488"/>
                  </a:lnTo>
                  <a:lnTo>
                    <a:pt x="41" y="8441"/>
                  </a:lnTo>
                  <a:lnTo>
                    <a:pt x="27" y="8392"/>
                  </a:lnTo>
                  <a:lnTo>
                    <a:pt x="16" y="8343"/>
                  </a:lnTo>
                  <a:lnTo>
                    <a:pt x="8" y="8292"/>
                  </a:lnTo>
                  <a:lnTo>
                    <a:pt x="2" y="8239"/>
                  </a:lnTo>
                  <a:lnTo>
                    <a:pt x="0" y="8186"/>
                  </a:lnTo>
                  <a:lnTo>
                    <a:pt x="1" y="8131"/>
                  </a:lnTo>
                  <a:lnTo>
                    <a:pt x="4" y="8076"/>
                  </a:lnTo>
                  <a:lnTo>
                    <a:pt x="12" y="8019"/>
                  </a:lnTo>
                  <a:lnTo>
                    <a:pt x="21" y="7961"/>
                  </a:lnTo>
                  <a:lnTo>
                    <a:pt x="34" y="7902"/>
                  </a:lnTo>
                  <a:lnTo>
                    <a:pt x="49" y="7841"/>
                  </a:lnTo>
                  <a:lnTo>
                    <a:pt x="68" y="7780"/>
                  </a:lnTo>
                  <a:lnTo>
                    <a:pt x="89" y="7717"/>
                  </a:lnTo>
                  <a:lnTo>
                    <a:pt x="113" y="7654"/>
                  </a:lnTo>
                  <a:lnTo>
                    <a:pt x="139" y="7589"/>
                  </a:lnTo>
                  <a:lnTo>
                    <a:pt x="169" y="7524"/>
                  </a:lnTo>
                  <a:lnTo>
                    <a:pt x="202" y="7458"/>
                  </a:lnTo>
                  <a:lnTo>
                    <a:pt x="237" y="7391"/>
                  </a:lnTo>
                  <a:lnTo>
                    <a:pt x="274" y="7322"/>
                  </a:lnTo>
                  <a:lnTo>
                    <a:pt x="314" y="7253"/>
                  </a:lnTo>
                  <a:lnTo>
                    <a:pt x="357" y="7183"/>
                  </a:lnTo>
                  <a:lnTo>
                    <a:pt x="403" y="7112"/>
                  </a:lnTo>
                  <a:lnTo>
                    <a:pt x="451" y="7041"/>
                  </a:lnTo>
                  <a:lnTo>
                    <a:pt x="501" y="6968"/>
                  </a:lnTo>
                  <a:lnTo>
                    <a:pt x="555" y="6895"/>
                  </a:lnTo>
                  <a:lnTo>
                    <a:pt x="610" y="6821"/>
                  </a:lnTo>
                  <a:lnTo>
                    <a:pt x="668" y="6747"/>
                  </a:lnTo>
                  <a:lnTo>
                    <a:pt x="728" y="6671"/>
                  </a:lnTo>
                  <a:lnTo>
                    <a:pt x="792" y="6596"/>
                  </a:lnTo>
                  <a:lnTo>
                    <a:pt x="857" y="6518"/>
                  </a:lnTo>
                  <a:lnTo>
                    <a:pt x="838" y="6556"/>
                  </a:lnTo>
                  <a:lnTo>
                    <a:pt x="820" y="6594"/>
                  </a:lnTo>
                  <a:lnTo>
                    <a:pt x="803" y="6631"/>
                  </a:lnTo>
                  <a:lnTo>
                    <a:pt x="787" y="6667"/>
                  </a:lnTo>
                  <a:lnTo>
                    <a:pt x="771" y="6704"/>
                  </a:lnTo>
                  <a:lnTo>
                    <a:pt x="757" y="6740"/>
                  </a:lnTo>
                  <a:lnTo>
                    <a:pt x="743" y="6775"/>
                  </a:lnTo>
                  <a:lnTo>
                    <a:pt x="730" y="6811"/>
                  </a:lnTo>
                  <a:lnTo>
                    <a:pt x="719" y="6847"/>
                  </a:lnTo>
                  <a:lnTo>
                    <a:pt x="708" y="6882"/>
                  </a:lnTo>
                  <a:lnTo>
                    <a:pt x="699" y="6916"/>
                  </a:lnTo>
                  <a:lnTo>
                    <a:pt x="689" y="6950"/>
                  </a:lnTo>
                  <a:lnTo>
                    <a:pt x="681" y="6985"/>
                  </a:lnTo>
                  <a:lnTo>
                    <a:pt x="675" y="7018"/>
                  </a:lnTo>
                  <a:lnTo>
                    <a:pt x="669" y="7051"/>
                  </a:lnTo>
                  <a:lnTo>
                    <a:pt x="664" y="7085"/>
                  </a:lnTo>
                  <a:lnTo>
                    <a:pt x="661" y="7117"/>
                  </a:lnTo>
                  <a:lnTo>
                    <a:pt x="658" y="7149"/>
                  </a:lnTo>
                  <a:lnTo>
                    <a:pt x="656" y="7181"/>
                  </a:lnTo>
                  <a:lnTo>
                    <a:pt x="655" y="7212"/>
                  </a:lnTo>
                  <a:lnTo>
                    <a:pt x="655" y="7244"/>
                  </a:lnTo>
                  <a:lnTo>
                    <a:pt x="656" y="7274"/>
                  </a:lnTo>
                  <a:lnTo>
                    <a:pt x="659" y="7305"/>
                  </a:lnTo>
                  <a:lnTo>
                    <a:pt x="662" y="7335"/>
                  </a:lnTo>
                  <a:lnTo>
                    <a:pt x="666" y="7365"/>
                  </a:lnTo>
                  <a:lnTo>
                    <a:pt x="671" y="7395"/>
                  </a:lnTo>
                  <a:lnTo>
                    <a:pt x="677" y="7423"/>
                  </a:lnTo>
                  <a:lnTo>
                    <a:pt x="684" y="7452"/>
                  </a:lnTo>
                  <a:lnTo>
                    <a:pt x="694" y="7480"/>
                  </a:lnTo>
                  <a:lnTo>
                    <a:pt x="703" y="7508"/>
                  </a:lnTo>
                  <a:lnTo>
                    <a:pt x="713" y="7535"/>
                  </a:lnTo>
                  <a:lnTo>
                    <a:pt x="725" y="7562"/>
                  </a:lnTo>
                  <a:lnTo>
                    <a:pt x="786" y="7671"/>
                  </a:lnTo>
                  <a:lnTo>
                    <a:pt x="863" y="7769"/>
                  </a:lnTo>
                  <a:lnTo>
                    <a:pt x="958" y="7858"/>
                  </a:lnTo>
                  <a:lnTo>
                    <a:pt x="1071" y="7936"/>
                  </a:lnTo>
                  <a:lnTo>
                    <a:pt x="1199" y="8005"/>
                  </a:lnTo>
                  <a:lnTo>
                    <a:pt x="1342" y="8064"/>
                  </a:lnTo>
                  <a:lnTo>
                    <a:pt x="1500" y="8113"/>
                  </a:lnTo>
                  <a:lnTo>
                    <a:pt x="1673" y="8152"/>
                  </a:lnTo>
                  <a:lnTo>
                    <a:pt x="1860" y="8182"/>
                  </a:lnTo>
                  <a:lnTo>
                    <a:pt x="2060" y="8203"/>
                  </a:lnTo>
                  <a:lnTo>
                    <a:pt x="2274" y="8215"/>
                  </a:lnTo>
                  <a:lnTo>
                    <a:pt x="2500" y="8216"/>
                  </a:lnTo>
                  <a:lnTo>
                    <a:pt x="2738" y="8209"/>
                  </a:lnTo>
                  <a:lnTo>
                    <a:pt x="2988" y="8192"/>
                  </a:lnTo>
                  <a:lnTo>
                    <a:pt x="3247" y="8167"/>
                  </a:lnTo>
                  <a:lnTo>
                    <a:pt x="3518" y="8131"/>
                  </a:lnTo>
                  <a:lnTo>
                    <a:pt x="3799" y="8088"/>
                  </a:lnTo>
                  <a:lnTo>
                    <a:pt x="4089" y="8035"/>
                  </a:lnTo>
                  <a:lnTo>
                    <a:pt x="4387" y="7974"/>
                  </a:lnTo>
                  <a:lnTo>
                    <a:pt x="4695" y="7904"/>
                  </a:lnTo>
                  <a:lnTo>
                    <a:pt x="5010" y="7825"/>
                  </a:lnTo>
                  <a:lnTo>
                    <a:pt x="5332" y="7737"/>
                  </a:lnTo>
                  <a:lnTo>
                    <a:pt x="5660" y="7641"/>
                  </a:lnTo>
                  <a:lnTo>
                    <a:pt x="5996" y="7537"/>
                  </a:lnTo>
                  <a:lnTo>
                    <a:pt x="6337" y="7424"/>
                  </a:lnTo>
                  <a:lnTo>
                    <a:pt x="6683" y="7303"/>
                  </a:lnTo>
                  <a:lnTo>
                    <a:pt x="7033" y="7174"/>
                  </a:lnTo>
                  <a:lnTo>
                    <a:pt x="7389" y="7037"/>
                  </a:lnTo>
                  <a:lnTo>
                    <a:pt x="7747" y="6891"/>
                  </a:lnTo>
                  <a:lnTo>
                    <a:pt x="8109" y="6738"/>
                  </a:lnTo>
                  <a:lnTo>
                    <a:pt x="8474" y="6576"/>
                  </a:lnTo>
                  <a:lnTo>
                    <a:pt x="8841" y="6406"/>
                  </a:lnTo>
                  <a:lnTo>
                    <a:pt x="9205" y="6232"/>
                  </a:lnTo>
                  <a:lnTo>
                    <a:pt x="9562" y="6053"/>
                  </a:lnTo>
                  <a:lnTo>
                    <a:pt x="9910" y="5872"/>
                  </a:lnTo>
                  <a:lnTo>
                    <a:pt x="10252" y="5687"/>
                  </a:lnTo>
                  <a:lnTo>
                    <a:pt x="10584" y="5500"/>
                  </a:lnTo>
                  <a:lnTo>
                    <a:pt x="10908" y="5312"/>
                  </a:lnTo>
                  <a:lnTo>
                    <a:pt x="11223" y="5121"/>
                  </a:lnTo>
                  <a:lnTo>
                    <a:pt x="11528" y="4929"/>
                  </a:lnTo>
                  <a:lnTo>
                    <a:pt x="11823" y="4738"/>
                  </a:lnTo>
                  <a:lnTo>
                    <a:pt x="12107" y="4544"/>
                  </a:lnTo>
                  <a:lnTo>
                    <a:pt x="12381" y="4350"/>
                  </a:lnTo>
                  <a:lnTo>
                    <a:pt x="12644" y="4157"/>
                  </a:lnTo>
                  <a:lnTo>
                    <a:pt x="12896" y="3963"/>
                  </a:lnTo>
                  <a:lnTo>
                    <a:pt x="13135" y="3772"/>
                  </a:lnTo>
                  <a:lnTo>
                    <a:pt x="13362" y="3581"/>
                  </a:lnTo>
                  <a:lnTo>
                    <a:pt x="13577" y="3391"/>
                  </a:lnTo>
                  <a:lnTo>
                    <a:pt x="13778" y="3203"/>
                  </a:lnTo>
                  <a:lnTo>
                    <a:pt x="13966" y="3018"/>
                  </a:lnTo>
                  <a:lnTo>
                    <a:pt x="14140" y="2835"/>
                  </a:lnTo>
                  <a:lnTo>
                    <a:pt x="14299" y="2655"/>
                  </a:lnTo>
                  <a:lnTo>
                    <a:pt x="14445" y="2478"/>
                  </a:lnTo>
                  <a:lnTo>
                    <a:pt x="14574" y="2306"/>
                  </a:lnTo>
                  <a:lnTo>
                    <a:pt x="14689" y="2137"/>
                  </a:lnTo>
                  <a:lnTo>
                    <a:pt x="14787" y="1971"/>
                  </a:lnTo>
                  <a:lnTo>
                    <a:pt x="14870" y="1811"/>
                  </a:lnTo>
                  <a:lnTo>
                    <a:pt x="14936" y="1657"/>
                  </a:lnTo>
                  <a:lnTo>
                    <a:pt x="14984" y="1507"/>
                  </a:lnTo>
                  <a:lnTo>
                    <a:pt x="15016" y="1363"/>
                  </a:lnTo>
                  <a:lnTo>
                    <a:pt x="15030" y="1226"/>
                  </a:lnTo>
                  <a:lnTo>
                    <a:pt x="15025" y="1094"/>
                  </a:lnTo>
                  <a:lnTo>
                    <a:pt x="15003" y="970"/>
                  </a:lnTo>
                  <a:lnTo>
                    <a:pt x="14961" y="852"/>
                  </a:lnTo>
                  <a:lnTo>
                    <a:pt x="14930" y="792"/>
                  </a:lnTo>
                  <a:lnTo>
                    <a:pt x="14893" y="735"/>
                  </a:lnTo>
                  <a:lnTo>
                    <a:pt x="14853" y="680"/>
                  </a:lnTo>
                  <a:lnTo>
                    <a:pt x="14805" y="629"/>
                  </a:lnTo>
                  <a:lnTo>
                    <a:pt x="14754" y="580"/>
                  </a:lnTo>
                  <a:lnTo>
                    <a:pt x="14697" y="534"/>
                  </a:lnTo>
                  <a:lnTo>
                    <a:pt x="14636" y="492"/>
                  </a:lnTo>
                  <a:lnTo>
                    <a:pt x="14569" y="453"/>
                  </a:lnTo>
                  <a:lnTo>
                    <a:pt x="14498" y="416"/>
                  </a:lnTo>
                  <a:lnTo>
                    <a:pt x="14422" y="382"/>
                  </a:lnTo>
                  <a:lnTo>
                    <a:pt x="14342" y="351"/>
                  </a:lnTo>
                  <a:lnTo>
                    <a:pt x="14257" y="323"/>
                  </a:lnTo>
                  <a:lnTo>
                    <a:pt x="14168" y="297"/>
                  </a:lnTo>
                  <a:lnTo>
                    <a:pt x="14074" y="275"/>
                  </a:lnTo>
                  <a:lnTo>
                    <a:pt x="13976" y="256"/>
                  </a:lnTo>
                  <a:lnTo>
                    <a:pt x="13874" y="239"/>
                  </a:lnTo>
                  <a:lnTo>
                    <a:pt x="13768" y="226"/>
                  </a:lnTo>
                  <a:lnTo>
                    <a:pt x="13658" y="215"/>
                  </a:lnTo>
                  <a:lnTo>
                    <a:pt x="13544" y="207"/>
                  </a:lnTo>
                  <a:lnTo>
                    <a:pt x="13426" y="202"/>
                  </a:lnTo>
                  <a:lnTo>
                    <a:pt x="13305" y="199"/>
                  </a:lnTo>
                  <a:lnTo>
                    <a:pt x="13180" y="199"/>
                  </a:lnTo>
                  <a:lnTo>
                    <a:pt x="13051" y="202"/>
                  </a:lnTo>
                  <a:lnTo>
                    <a:pt x="12919" y="208"/>
                  </a:lnTo>
                  <a:lnTo>
                    <a:pt x="12783" y="216"/>
                  </a:lnTo>
                  <a:lnTo>
                    <a:pt x="12645" y="227"/>
                  </a:lnTo>
                  <a:lnTo>
                    <a:pt x="12503" y="241"/>
                  </a:lnTo>
                  <a:lnTo>
                    <a:pt x="12358" y="258"/>
                  </a:lnTo>
                  <a:lnTo>
                    <a:pt x="12209" y="277"/>
                  </a:lnTo>
                  <a:lnTo>
                    <a:pt x="12058" y="300"/>
                  </a:lnTo>
                  <a:lnTo>
                    <a:pt x="11904" y="324"/>
                  </a:lnTo>
                  <a:lnTo>
                    <a:pt x="11747" y="352"/>
                  </a:lnTo>
                  <a:close/>
                </a:path>
              </a:pathLst>
            </a:custGeom>
            <a:solidFill>
              <a:srgbClr val="F0B0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57" name="Freeform 12">
              <a:extLst>
                <a:ext uri="{FF2B5EF4-FFF2-40B4-BE49-F238E27FC236}">
                  <a16:creationId xmlns:a16="http://schemas.microsoft.com/office/drawing/2014/main" id="{EE4C22D1-85BD-5BC1-556A-A40FDBBC9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" y="76"/>
              <a:ext cx="394" cy="230"/>
            </a:xfrm>
            <a:custGeom>
              <a:avLst/>
              <a:gdLst>
                <a:gd name="T0" fmla="*/ 0 w 15726"/>
                <a:gd name="T1" fmla="*/ 0 h 9184"/>
                <a:gd name="T2" fmla="*/ 0 w 15726"/>
                <a:gd name="T3" fmla="*/ 0 h 9184"/>
                <a:gd name="T4" fmla="*/ 0 w 15726"/>
                <a:gd name="T5" fmla="*/ 0 h 9184"/>
                <a:gd name="T6" fmla="*/ 0 w 15726"/>
                <a:gd name="T7" fmla="*/ 0 h 9184"/>
                <a:gd name="T8" fmla="*/ 0 w 15726"/>
                <a:gd name="T9" fmla="*/ 0 h 9184"/>
                <a:gd name="T10" fmla="*/ 0 w 15726"/>
                <a:gd name="T11" fmla="*/ 0 h 9184"/>
                <a:gd name="T12" fmla="*/ 0 w 15726"/>
                <a:gd name="T13" fmla="*/ 0 h 9184"/>
                <a:gd name="T14" fmla="*/ 0 w 15726"/>
                <a:gd name="T15" fmla="*/ 0 h 9184"/>
                <a:gd name="T16" fmla="*/ 0 w 15726"/>
                <a:gd name="T17" fmla="*/ 0 h 9184"/>
                <a:gd name="T18" fmla="*/ 0 w 15726"/>
                <a:gd name="T19" fmla="*/ 0 h 9184"/>
                <a:gd name="T20" fmla="*/ 0 w 15726"/>
                <a:gd name="T21" fmla="*/ 0 h 9184"/>
                <a:gd name="T22" fmla="*/ 0 w 15726"/>
                <a:gd name="T23" fmla="*/ 0 h 9184"/>
                <a:gd name="T24" fmla="*/ 0 w 15726"/>
                <a:gd name="T25" fmla="*/ 0 h 9184"/>
                <a:gd name="T26" fmla="*/ 0 w 15726"/>
                <a:gd name="T27" fmla="*/ 0 h 9184"/>
                <a:gd name="T28" fmla="*/ 0 w 15726"/>
                <a:gd name="T29" fmla="*/ 0 h 9184"/>
                <a:gd name="T30" fmla="*/ 0 w 15726"/>
                <a:gd name="T31" fmla="*/ 0 h 9184"/>
                <a:gd name="T32" fmla="*/ 0 w 15726"/>
                <a:gd name="T33" fmla="*/ 0 h 9184"/>
                <a:gd name="T34" fmla="*/ 0 w 15726"/>
                <a:gd name="T35" fmla="*/ 0 h 9184"/>
                <a:gd name="T36" fmla="*/ 0 w 15726"/>
                <a:gd name="T37" fmla="*/ 0 h 9184"/>
                <a:gd name="T38" fmla="*/ 0 w 15726"/>
                <a:gd name="T39" fmla="*/ 0 h 9184"/>
                <a:gd name="T40" fmla="*/ 0 w 15726"/>
                <a:gd name="T41" fmla="*/ 0 h 9184"/>
                <a:gd name="T42" fmla="*/ 0 w 15726"/>
                <a:gd name="T43" fmla="*/ 0 h 9184"/>
                <a:gd name="T44" fmla="*/ 0 w 15726"/>
                <a:gd name="T45" fmla="*/ 0 h 9184"/>
                <a:gd name="T46" fmla="*/ 0 w 15726"/>
                <a:gd name="T47" fmla="*/ 0 h 9184"/>
                <a:gd name="T48" fmla="*/ 0 w 15726"/>
                <a:gd name="T49" fmla="*/ 0 h 9184"/>
                <a:gd name="T50" fmla="*/ 0 w 15726"/>
                <a:gd name="T51" fmla="*/ 0 h 9184"/>
                <a:gd name="T52" fmla="*/ 0 w 15726"/>
                <a:gd name="T53" fmla="*/ 0 h 9184"/>
                <a:gd name="T54" fmla="*/ 0 w 15726"/>
                <a:gd name="T55" fmla="*/ 0 h 9184"/>
                <a:gd name="T56" fmla="*/ 0 w 15726"/>
                <a:gd name="T57" fmla="*/ 0 h 9184"/>
                <a:gd name="T58" fmla="*/ 0 w 15726"/>
                <a:gd name="T59" fmla="*/ 0 h 9184"/>
                <a:gd name="T60" fmla="*/ 0 w 15726"/>
                <a:gd name="T61" fmla="*/ 0 h 9184"/>
                <a:gd name="T62" fmla="*/ 0 w 15726"/>
                <a:gd name="T63" fmla="*/ 0 h 9184"/>
                <a:gd name="T64" fmla="*/ 0 w 15726"/>
                <a:gd name="T65" fmla="*/ 0 h 9184"/>
                <a:gd name="T66" fmla="*/ 0 w 15726"/>
                <a:gd name="T67" fmla="*/ 0 h 9184"/>
                <a:gd name="T68" fmla="*/ 0 w 15726"/>
                <a:gd name="T69" fmla="*/ 0 h 9184"/>
                <a:gd name="T70" fmla="*/ 0 w 15726"/>
                <a:gd name="T71" fmla="*/ 0 h 9184"/>
                <a:gd name="T72" fmla="*/ 0 w 15726"/>
                <a:gd name="T73" fmla="*/ 0 h 9184"/>
                <a:gd name="T74" fmla="*/ 0 w 15726"/>
                <a:gd name="T75" fmla="*/ 0 h 9184"/>
                <a:gd name="T76" fmla="*/ 0 w 15726"/>
                <a:gd name="T77" fmla="*/ 0 h 9184"/>
                <a:gd name="T78" fmla="*/ 0 w 15726"/>
                <a:gd name="T79" fmla="*/ 0 h 9184"/>
                <a:gd name="T80" fmla="*/ 0 w 15726"/>
                <a:gd name="T81" fmla="*/ 0 h 9184"/>
                <a:gd name="T82" fmla="*/ 0 w 15726"/>
                <a:gd name="T83" fmla="*/ 0 h 9184"/>
                <a:gd name="T84" fmla="*/ 0 w 15726"/>
                <a:gd name="T85" fmla="*/ 0 h 9184"/>
                <a:gd name="T86" fmla="*/ 0 w 15726"/>
                <a:gd name="T87" fmla="*/ 0 h 9184"/>
                <a:gd name="T88" fmla="*/ 0 w 15726"/>
                <a:gd name="T89" fmla="*/ 0 h 9184"/>
                <a:gd name="T90" fmla="*/ 0 w 15726"/>
                <a:gd name="T91" fmla="*/ 0 h 9184"/>
                <a:gd name="T92" fmla="*/ 0 w 15726"/>
                <a:gd name="T93" fmla="*/ 0 h 9184"/>
                <a:gd name="T94" fmla="*/ 0 w 15726"/>
                <a:gd name="T95" fmla="*/ 0 h 9184"/>
                <a:gd name="T96" fmla="*/ 0 w 15726"/>
                <a:gd name="T97" fmla="*/ 0 h 9184"/>
                <a:gd name="T98" fmla="*/ 0 w 15726"/>
                <a:gd name="T99" fmla="*/ 0 h 9184"/>
                <a:gd name="T100" fmla="*/ 0 w 15726"/>
                <a:gd name="T101" fmla="*/ 0 h 91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726" h="9184">
                  <a:moveTo>
                    <a:pt x="11747" y="352"/>
                  </a:moveTo>
                  <a:lnTo>
                    <a:pt x="11936" y="304"/>
                  </a:lnTo>
                  <a:lnTo>
                    <a:pt x="12122" y="260"/>
                  </a:lnTo>
                  <a:lnTo>
                    <a:pt x="12304" y="220"/>
                  </a:lnTo>
                  <a:lnTo>
                    <a:pt x="12483" y="182"/>
                  </a:lnTo>
                  <a:lnTo>
                    <a:pt x="12657" y="149"/>
                  </a:lnTo>
                  <a:lnTo>
                    <a:pt x="12829" y="118"/>
                  </a:lnTo>
                  <a:lnTo>
                    <a:pt x="12997" y="91"/>
                  </a:lnTo>
                  <a:lnTo>
                    <a:pt x="13161" y="68"/>
                  </a:lnTo>
                  <a:lnTo>
                    <a:pt x="13321" y="48"/>
                  </a:lnTo>
                  <a:lnTo>
                    <a:pt x="13476" y="31"/>
                  </a:lnTo>
                  <a:lnTo>
                    <a:pt x="13629" y="18"/>
                  </a:lnTo>
                  <a:lnTo>
                    <a:pt x="13775" y="8"/>
                  </a:lnTo>
                  <a:lnTo>
                    <a:pt x="13918" y="3"/>
                  </a:lnTo>
                  <a:lnTo>
                    <a:pt x="14056" y="0"/>
                  </a:lnTo>
                  <a:lnTo>
                    <a:pt x="14189" y="1"/>
                  </a:lnTo>
                  <a:lnTo>
                    <a:pt x="14318" y="6"/>
                  </a:lnTo>
                  <a:lnTo>
                    <a:pt x="14442" y="14"/>
                  </a:lnTo>
                  <a:lnTo>
                    <a:pt x="14560" y="26"/>
                  </a:lnTo>
                  <a:lnTo>
                    <a:pt x="14674" y="42"/>
                  </a:lnTo>
                  <a:lnTo>
                    <a:pt x="14782" y="62"/>
                  </a:lnTo>
                  <a:lnTo>
                    <a:pt x="14885" y="85"/>
                  </a:lnTo>
                  <a:lnTo>
                    <a:pt x="14982" y="112"/>
                  </a:lnTo>
                  <a:lnTo>
                    <a:pt x="15074" y="142"/>
                  </a:lnTo>
                  <a:lnTo>
                    <a:pt x="15160" y="177"/>
                  </a:lnTo>
                  <a:lnTo>
                    <a:pt x="15241" y="216"/>
                  </a:lnTo>
                  <a:lnTo>
                    <a:pt x="15315" y="258"/>
                  </a:lnTo>
                  <a:lnTo>
                    <a:pt x="15383" y="304"/>
                  </a:lnTo>
                  <a:lnTo>
                    <a:pt x="15445" y="354"/>
                  </a:lnTo>
                  <a:lnTo>
                    <a:pt x="15502" y="408"/>
                  </a:lnTo>
                  <a:lnTo>
                    <a:pt x="15552" y="466"/>
                  </a:lnTo>
                  <a:lnTo>
                    <a:pt x="15595" y="527"/>
                  </a:lnTo>
                  <a:lnTo>
                    <a:pt x="15632" y="592"/>
                  </a:lnTo>
                  <a:lnTo>
                    <a:pt x="15680" y="715"/>
                  </a:lnTo>
                  <a:lnTo>
                    <a:pt x="15711" y="845"/>
                  </a:lnTo>
                  <a:lnTo>
                    <a:pt x="15726" y="986"/>
                  </a:lnTo>
                  <a:lnTo>
                    <a:pt x="15724" y="1136"/>
                  </a:lnTo>
                  <a:lnTo>
                    <a:pt x="15705" y="1294"/>
                  </a:lnTo>
                  <a:lnTo>
                    <a:pt x="15670" y="1461"/>
                  </a:lnTo>
                  <a:lnTo>
                    <a:pt x="15619" y="1635"/>
                  </a:lnTo>
                  <a:lnTo>
                    <a:pt x="15553" y="1815"/>
                  </a:lnTo>
                  <a:lnTo>
                    <a:pt x="15470" y="2003"/>
                  </a:lnTo>
                  <a:lnTo>
                    <a:pt x="15372" y="2197"/>
                  </a:lnTo>
                  <a:lnTo>
                    <a:pt x="15257" y="2396"/>
                  </a:lnTo>
                  <a:lnTo>
                    <a:pt x="15129" y="2601"/>
                  </a:lnTo>
                  <a:lnTo>
                    <a:pt x="14985" y="2810"/>
                  </a:lnTo>
                  <a:lnTo>
                    <a:pt x="14826" y="3023"/>
                  </a:lnTo>
                  <a:lnTo>
                    <a:pt x="14652" y="3240"/>
                  </a:lnTo>
                  <a:lnTo>
                    <a:pt x="14464" y="3460"/>
                  </a:lnTo>
                  <a:lnTo>
                    <a:pt x="14262" y="3683"/>
                  </a:lnTo>
                  <a:lnTo>
                    <a:pt x="14046" y="3908"/>
                  </a:lnTo>
                  <a:lnTo>
                    <a:pt x="13815" y="4136"/>
                  </a:lnTo>
                  <a:lnTo>
                    <a:pt x="13570" y="4364"/>
                  </a:lnTo>
                  <a:lnTo>
                    <a:pt x="13313" y="4594"/>
                  </a:lnTo>
                  <a:lnTo>
                    <a:pt x="13041" y="4823"/>
                  </a:lnTo>
                  <a:lnTo>
                    <a:pt x="12757" y="5053"/>
                  </a:lnTo>
                  <a:lnTo>
                    <a:pt x="12459" y="5282"/>
                  </a:lnTo>
                  <a:lnTo>
                    <a:pt x="12148" y="5510"/>
                  </a:lnTo>
                  <a:lnTo>
                    <a:pt x="11825" y="5736"/>
                  </a:lnTo>
                  <a:lnTo>
                    <a:pt x="11489" y="5961"/>
                  </a:lnTo>
                  <a:lnTo>
                    <a:pt x="11141" y="6183"/>
                  </a:lnTo>
                  <a:lnTo>
                    <a:pt x="10780" y="6402"/>
                  </a:lnTo>
                  <a:lnTo>
                    <a:pt x="10408" y="6617"/>
                  </a:lnTo>
                  <a:lnTo>
                    <a:pt x="10025" y="6830"/>
                  </a:lnTo>
                  <a:lnTo>
                    <a:pt x="9629" y="7037"/>
                  </a:lnTo>
                  <a:lnTo>
                    <a:pt x="9226" y="7237"/>
                  </a:lnTo>
                  <a:lnTo>
                    <a:pt x="8823" y="7427"/>
                  </a:lnTo>
                  <a:lnTo>
                    <a:pt x="8418" y="7608"/>
                  </a:lnTo>
                  <a:lnTo>
                    <a:pt x="8014" y="7779"/>
                  </a:lnTo>
                  <a:lnTo>
                    <a:pt x="7610" y="7941"/>
                  </a:lnTo>
                  <a:lnTo>
                    <a:pt x="7209" y="8093"/>
                  </a:lnTo>
                  <a:lnTo>
                    <a:pt x="6810" y="8235"/>
                  </a:lnTo>
                  <a:lnTo>
                    <a:pt x="6416" y="8368"/>
                  </a:lnTo>
                  <a:lnTo>
                    <a:pt x="6024" y="8490"/>
                  </a:lnTo>
                  <a:lnTo>
                    <a:pt x="5639" y="8602"/>
                  </a:lnTo>
                  <a:lnTo>
                    <a:pt x="5258" y="8705"/>
                  </a:lnTo>
                  <a:lnTo>
                    <a:pt x="4885" y="8798"/>
                  </a:lnTo>
                  <a:lnTo>
                    <a:pt x="4520" y="8881"/>
                  </a:lnTo>
                  <a:lnTo>
                    <a:pt x="4162" y="8954"/>
                  </a:lnTo>
                  <a:lnTo>
                    <a:pt x="3814" y="9017"/>
                  </a:lnTo>
                  <a:lnTo>
                    <a:pt x="3476" y="9070"/>
                  </a:lnTo>
                  <a:lnTo>
                    <a:pt x="3148" y="9113"/>
                  </a:lnTo>
                  <a:lnTo>
                    <a:pt x="2832" y="9146"/>
                  </a:lnTo>
                  <a:lnTo>
                    <a:pt x="2530" y="9168"/>
                  </a:lnTo>
                  <a:lnTo>
                    <a:pt x="2239" y="9182"/>
                  </a:lnTo>
                  <a:lnTo>
                    <a:pt x="1962" y="9184"/>
                  </a:lnTo>
                  <a:lnTo>
                    <a:pt x="1702" y="9177"/>
                  </a:lnTo>
                  <a:lnTo>
                    <a:pt x="1455" y="9158"/>
                  </a:lnTo>
                  <a:lnTo>
                    <a:pt x="1226" y="9131"/>
                  </a:lnTo>
                  <a:lnTo>
                    <a:pt x="1014" y="9092"/>
                  </a:lnTo>
                  <a:lnTo>
                    <a:pt x="819" y="9043"/>
                  </a:lnTo>
                  <a:lnTo>
                    <a:pt x="644" y="8985"/>
                  </a:lnTo>
                  <a:lnTo>
                    <a:pt x="488" y="8914"/>
                  </a:lnTo>
                  <a:lnTo>
                    <a:pt x="353" y="8835"/>
                  </a:lnTo>
                  <a:lnTo>
                    <a:pt x="240" y="8745"/>
                  </a:lnTo>
                  <a:lnTo>
                    <a:pt x="148" y="8644"/>
                  </a:lnTo>
                  <a:lnTo>
                    <a:pt x="79" y="8533"/>
                  </a:lnTo>
                  <a:lnTo>
                    <a:pt x="59" y="8488"/>
                  </a:lnTo>
                  <a:lnTo>
                    <a:pt x="41" y="8441"/>
                  </a:lnTo>
                  <a:lnTo>
                    <a:pt x="27" y="8392"/>
                  </a:lnTo>
                  <a:lnTo>
                    <a:pt x="16" y="8343"/>
                  </a:lnTo>
                  <a:lnTo>
                    <a:pt x="8" y="8292"/>
                  </a:lnTo>
                  <a:lnTo>
                    <a:pt x="2" y="8239"/>
                  </a:lnTo>
                  <a:lnTo>
                    <a:pt x="0" y="8186"/>
                  </a:lnTo>
                  <a:lnTo>
                    <a:pt x="1" y="8131"/>
                  </a:lnTo>
                  <a:lnTo>
                    <a:pt x="4" y="8076"/>
                  </a:lnTo>
                  <a:lnTo>
                    <a:pt x="12" y="8019"/>
                  </a:lnTo>
                  <a:lnTo>
                    <a:pt x="21" y="7961"/>
                  </a:lnTo>
                  <a:lnTo>
                    <a:pt x="34" y="7902"/>
                  </a:lnTo>
                  <a:lnTo>
                    <a:pt x="49" y="7841"/>
                  </a:lnTo>
                  <a:lnTo>
                    <a:pt x="68" y="7780"/>
                  </a:lnTo>
                  <a:lnTo>
                    <a:pt x="89" y="7717"/>
                  </a:lnTo>
                  <a:lnTo>
                    <a:pt x="113" y="7654"/>
                  </a:lnTo>
                  <a:lnTo>
                    <a:pt x="139" y="7589"/>
                  </a:lnTo>
                  <a:lnTo>
                    <a:pt x="169" y="7524"/>
                  </a:lnTo>
                  <a:lnTo>
                    <a:pt x="202" y="7458"/>
                  </a:lnTo>
                  <a:lnTo>
                    <a:pt x="237" y="7391"/>
                  </a:lnTo>
                  <a:lnTo>
                    <a:pt x="274" y="7322"/>
                  </a:lnTo>
                  <a:lnTo>
                    <a:pt x="314" y="7253"/>
                  </a:lnTo>
                  <a:lnTo>
                    <a:pt x="357" y="7183"/>
                  </a:lnTo>
                  <a:lnTo>
                    <a:pt x="403" y="7112"/>
                  </a:lnTo>
                  <a:lnTo>
                    <a:pt x="451" y="7041"/>
                  </a:lnTo>
                  <a:lnTo>
                    <a:pt x="501" y="6968"/>
                  </a:lnTo>
                  <a:lnTo>
                    <a:pt x="555" y="6895"/>
                  </a:lnTo>
                  <a:lnTo>
                    <a:pt x="610" y="6821"/>
                  </a:lnTo>
                  <a:lnTo>
                    <a:pt x="668" y="6747"/>
                  </a:lnTo>
                  <a:lnTo>
                    <a:pt x="728" y="6671"/>
                  </a:lnTo>
                  <a:lnTo>
                    <a:pt x="792" y="6596"/>
                  </a:lnTo>
                  <a:lnTo>
                    <a:pt x="857" y="6518"/>
                  </a:lnTo>
                  <a:lnTo>
                    <a:pt x="838" y="6556"/>
                  </a:lnTo>
                  <a:lnTo>
                    <a:pt x="820" y="6594"/>
                  </a:lnTo>
                  <a:lnTo>
                    <a:pt x="803" y="6631"/>
                  </a:lnTo>
                  <a:lnTo>
                    <a:pt x="787" y="6667"/>
                  </a:lnTo>
                  <a:lnTo>
                    <a:pt x="771" y="6704"/>
                  </a:lnTo>
                  <a:lnTo>
                    <a:pt x="757" y="6740"/>
                  </a:lnTo>
                  <a:lnTo>
                    <a:pt x="743" y="6775"/>
                  </a:lnTo>
                  <a:lnTo>
                    <a:pt x="730" y="6811"/>
                  </a:lnTo>
                  <a:lnTo>
                    <a:pt x="719" y="6847"/>
                  </a:lnTo>
                  <a:lnTo>
                    <a:pt x="708" y="6882"/>
                  </a:lnTo>
                  <a:lnTo>
                    <a:pt x="699" y="6916"/>
                  </a:lnTo>
                  <a:lnTo>
                    <a:pt x="689" y="6950"/>
                  </a:lnTo>
                  <a:lnTo>
                    <a:pt x="681" y="6985"/>
                  </a:lnTo>
                  <a:lnTo>
                    <a:pt x="675" y="7018"/>
                  </a:lnTo>
                  <a:lnTo>
                    <a:pt x="669" y="7051"/>
                  </a:lnTo>
                  <a:lnTo>
                    <a:pt x="664" y="7085"/>
                  </a:lnTo>
                  <a:lnTo>
                    <a:pt x="661" y="7117"/>
                  </a:lnTo>
                  <a:lnTo>
                    <a:pt x="658" y="7149"/>
                  </a:lnTo>
                  <a:lnTo>
                    <a:pt x="656" y="7181"/>
                  </a:lnTo>
                  <a:lnTo>
                    <a:pt x="655" y="7212"/>
                  </a:lnTo>
                  <a:lnTo>
                    <a:pt x="655" y="7244"/>
                  </a:lnTo>
                  <a:lnTo>
                    <a:pt x="656" y="7274"/>
                  </a:lnTo>
                  <a:lnTo>
                    <a:pt x="659" y="7305"/>
                  </a:lnTo>
                  <a:lnTo>
                    <a:pt x="662" y="7335"/>
                  </a:lnTo>
                  <a:lnTo>
                    <a:pt x="666" y="7365"/>
                  </a:lnTo>
                  <a:lnTo>
                    <a:pt x="671" y="7395"/>
                  </a:lnTo>
                  <a:lnTo>
                    <a:pt x="677" y="7423"/>
                  </a:lnTo>
                  <a:lnTo>
                    <a:pt x="684" y="7452"/>
                  </a:lnTo>
                  <a:lnTo>
                    <a:pt x="694" y="7480"/>
                  </a:lnTo>
                  <a:lnTo>
                    <a:pt x="703" y="7508"/>
                  </a:lnTo>
                  <a:lnTo>
                    <a:pt x="713" y="7535"/>
                  </a:lnTo>
                  <a:lnTo>
                    <a:pt x="725" y="7562"/>
                  </a:lnTo>
                  <a:lnTo>
                    <a:pt x="786" y="7671"/>
                  </a:lnTo>
                  <a:lnTo>
                    <a:pt x="863" y="7769"/>
                  </a:lnTo>
                  <a:lnTo>
                    <a:pt x="958" y="7858"/>
                  </a:lnTo>
                  <a:lnTo>
                    <a:pt x="1071" y="7936"/>
                  </a:lnTo>
                  <a:lnTo>
                    <a:pt x="1199" y="8005"/>
                  </a:lnTo>
                  <a:lnTo>
                    <a:pt x="1342" y="8064"/>
                  </a:lnTo>
                  <a:lnTo>
                    <a:pt x="1500" y="8113"/>
                  </a:lnTo>
                  <a:lnTo>
                    <a:pt x="1673" y="8152"/>
                  </a:lnTo>
                  <a:lnTo>
                    <a:pt x="1860" y="8182"/>
                  </a:lnTo>
                  <a:lnTo>
                    <a:pt x="2060" y="8203"/>
                  </a:lnTo>
                  <a:lnTo>
                    <a:pt x="2274" y="8215"/>
                  </a:lnTo>
                  <a:lnTo>
                    <a:pt x="2500" y="8216"/>
                  </a:lnTo>
                  <a:lnTo>
                    <a:pt x="2738" y="8209"/>
                  </a:lnTo>
                  <a:lnTo>
                    <a:pt x="2988" y="8192"/>
                  </a:lnTo>
                  <a:lnTo>
                    <a:pt x="3247" y="8167"/>
                  </a:lnTo>
                  <a:lnTo>
                    <a:pt x="3518" y="8131"/>
                  </a:lnTo>
                  <a:lnTo>
                    <a:pt x="3799" y="8088"/>
                  </a:lnTo>
                  <a:lnTo>
                    <a:pt x="4089" y="8035"/>
                  </a:lnTo>
                  <a:lnTo>
                    <a:pt x="4387" y="7974"/>
                  </a:lnTo>
                  <a:lnTo>
                    <a:pt x="4695" y="7904"/>
                  </a:lnTo>
                  <a:lnTo>
                    <a:pt x="5010" y="7825"/>
                  </a:lnTo>
                  <a:lnTo>
                    <a:pt x="5332" y="7737"/>
                  </a:lnTo>
                  <a:lnTo>
                    <a:pt x="5660" y="7641"/>
                  </a:lnTo>
                  <a:lnTo>
                    <a:pt x="5996" y="7537"/>
                  </a:lnTo>
                  <a:lnTo>
                    <a:pt x="6337" y="7424"/>
                  </a:lnTo>
                  <a:lnTo>
                    <a:pt x="6683" y="7303"/>
                  </a:lnTo>
                  <a:lnTo>
                    <a:pt x="7033" y="7174"/>
                  </a:lnTo>
                  <a:lnTo>
                    <a:pt x="7389" y="7037"/>
                  </a:lnTo>
                  <a:lnTo>
                    <a:pt x="7747" y="6891"/>
                  </a:lnTo>
                  <a:lnTo>
                    <a:pt x="8109" y="6738"/>
                  </a:lnTo>
                  <a:lnTo>
                    <a:pt x="8474" y="6576"/>
                  </a:lnTo>
                  <a:lnTo>
                    <a:pt x="8841" y="6406"/>
                  </a:lnTo>
                  <a:lnTo>
                    <a:pt x="9205" y="6232"/>
                  </a:lnTo>
                  <a:lnTo>
                    <a:pt x="9562" y="6053"/>
                  </a:lnTo>
                  <a:lnTo>
                    <a:pt x="9910" y="5872"/>
                  </a:lnTo>
                  <a:lnTo>
                    <a:pt x="10252" y="5687"/>
                  </a:lnTo>
                  <a:lnTo>
                    <a:pt x="10584" y="5500"/>
                  </a:lnTo>
                  <a:lnTo>
                    <a:pt x="10908" y="5312"/>
                  </a:lnTo>
                  <a:lnTo>
                    <a:pt x="11223" y="5121"/>
                  </a:lnTo>
                  <a:lnTo>
                    <a:pt x="11528" y="4929"/>
                  </a:lnTo>
                  <a:lnTo>
                    <a:pt x="11823" y="4738"/>
                  </a:lnTo>
                  <a:lnTo>
                    <a:pt x="12107" y="4544"/>
                  </a:lnTo>
                  <a:lnTo>
                    <a:pt x="12381" y="4350"/>
                  </a:lnTo>
                  <a:lnTo>
                    <a:pt x="12644" y="4157"/>
                  </a:lnTo>
                  <a:lnTo>
                    <a:pt x="12896" y="3963"/>
                  </a:lnTo>
                  <a:lnTo>
                    <a:pt x="13135" y="3772"/>
                  </a:lnTo>
                  <a:lnTo>
                    <a:pt x="13362" y="3581"/>
                  </a:lnTo>
                  <a:lnTo>
                    <a:pt x="13577" y="3391"/>
                  </a:lnTo>
                  <a:lnTo>
                    <a:pt x="13778" y="3203"/>
                  </a:lnTo>
                  <a:lnTo>
                    <a:pt x="13966" y="3018"/>
                  </a:lnTo>
                  <a:lnTo>
                    <a:pt x="14140" y="2835"/>
                  </a:lnTo>
                  <a:lnTo>
                    <a:pt x="14299" y="2655"/>
                  </a:lnTo>
                  <a:lnTo>
                    <a:pt x="14445" y="2478"/>
                  </a:lnTo>
                  <a:lnTo>
                    <a:pt x="14574" y="2306"/>
                  </a:lnTo>
                  <a:lnTo>
                    <a:pt x="14689" y="2137"/>
                  </a:lnTo>
                  <a:lnTo>
                    <a:pt x="14787" y="1971"/>
                  </a:lnTo>
                  <a:lnTo>
                    <a:pt x="14870" y="1811"/>
                  </a:lnTo>
                  <a:lnTo>
                    <a:pt x="14936" y="1657"/>
                  </a:lnTo>
                  <a:lnTo>
                    <a:pt x="14984" y="1507"/>
                  </a:lnTo>
                  <a:lnTo>
                    <a:pt x="15016" y="1363"/>
                  </a:lnTo>
                  <a:lnTo>
                    <a:pt x="15030" y="1226"/>
                  </a:lnTo>
                  <a:lnTo>
                    <a:pt x="15025" y="1094"/>
                  </a:lnTo>
                  <a:lnTo>
                    <a:pt x="15003" y="970"/>
                  </a:lnTo>
                  <a:lnTo>
                    <a:pt x="14961" y="852"/>
                  </a:lnTo>
                  <a:lnTo>
                    <a:pt x="14930" y="792"/>
                  </a:lnTo>
                  <a:lnTo>
                    <a:pt x="14893" y="735"/>
                  </a:lnTo>
                  <a:lnTo>
                    <a:pt x="14853" y="680"/>
                  </a:lnTo>
                  <a:lnTo>
                    <a:pt x="14805" y="629"/>
                  </a:lnTo>
                  <a:lnTo>
                    <a:pt x="14754" y="580"/>
                  </a:lnTo>
                  <a:lnTo>
                    <a:pt x="14697" y="534"/>
                  </a:lnTo>
                  <a:lnTo>
                    <a:pt x="14636" y="492"/>
                  </a:lnTo>
                  <a:lnTo>
                    <a:pt x="14569" y="453"/>
                  </a:lnTo>
                  <a:lnTo>
                    <a:pt x="14498" y="416"/>
                  </a:lnTo>
                  <a:lnTo>
                    <a:pt x="14422" y="382"/>
                  </a:lnTo>
                  <a:lnTo>
                    <a:pt x="14342" y="351"/>
                  </a:lnTo>
                  <a:lnTo>
                    <a:pt x="14257" y="323"/>
                  </a:lnTo>
                  <a:lnTo>
                    <a:pt x="14168" y="297"/>
                  </a:lnTo>
                  <a:lnTo>
                    <a:pt x="14074" y="275"/>
                  </a:lnTo>
                  <a:lnTo>
                    <a:pt x="13976" y="256"/>
                  </a:lnTo>
                  <a:lnTo>
                    <a:pt x="13874" y="239"/>
                  </a:lnTo>
                  <a:lnTo>
                    <a:pt x="13768" y="226"/>
                  </a:lnTo>
                  <a:lnTo>
                    <a:pt x="13658" y="215"/>
                  </a:lnTo>
                  <a:lnTo>
                    <a:pt x="13544" y="207"/>
                  </a:lnTo>
                  <a:lnTo>
                    <a:pt x="13426" y="202"/>
                  </a:lnTo>
                  <a:lnTo>
                    <a:pt x="13305" y="199"/>
                  </a:lnTo>
                  <a:lnTo>
                    <a:pt x="13180" y="199"/>
                  </a:lnTo>
                  <a:lnTo>
                    <a:pt x="13051" y="202"/>
                  </a:lnTo>
                  <a:lnTo>
                    <a:pt x="12919" y="208"/>
                  </a:lnTo>
                  <a:lnTo>
                    <a:pt x="12783" y="216"/>
                  </a:lnTo>
                  <a:lnTo>
                    <a:pt x="12645" y="227"/>
                  </a:lnTo>
                  <a:lnTo>
                    <a:pt x="12503" y="241"/>
                  </a:lnTo>
                  <a:lnTo>
                    <a:pt x="12358" y="258"/>
                  </a:lnTo>
                  <a:lnTo>
                    <a:pt x="12209" y="277"/>
                  </a:lnTo>
                  <a:lnTo>
                    <a:pt x="12058" y="300"/>
                  </a:lnTo>
                  <a:lnTo>
                    <a:pt x="11904" y="324"/>
                  </a:lnTo>
                  <a:lnTo>
                    <a:pt x="11747" y="352"/>
                  </a:lnTo>
                </a:path>
              </a:pathLst>
            </a:custGeom>
            <a:noFill/>
            <a:ln w="1588">
              <a:solidFill>
                <a:srgbClr val="F8C4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58" name="Freeform 13">
              <a:extLst>
                <a:ext uri="{FF2B5EF4-FFF2-40B4-BE49-F238E27FC236}">
                  <a16:creationId xmlns:a16="http://schemas.microsoft.com/office/drawing/2014/main" id="{42BCCE32-8AD9-03E6-F538-5D6E3E1B44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" y="371"/>
              <a:ext cx="302" cy="65"/>
            </a:xfrm>
            <a:custGeom>
              <a:avLst/>
              <a:gdLst>
                <a:gd name="T0" fmla="*/ 0 w 12077"/>
                <a:gd name="T1" fmla="*/ 0 h 2615"/>
                <a:gd name="T2" fmla="*/ 0 w 12077"/>
                <a:gd name="T3" fmla="*/ 0 h 2615"/>
                <a:gd name="T4" fmla="*/ 0 w 12077"/>
                <a:gd name="T5" fmla="*/ 0 h 2615"/>
                <a:gd name="T6" fmla="*/ 0 w 12077"/>
                <a:gd name="T7" fmla="*/ 0 h 2615"/>
                <a:gd name="T8" fmla="*/ 0 w 12077"/>
                <a:gd name="T9" fmla="*/ 0 h 2615"/>
                <a:gd name="T10" fmla="*/ 0 w 12077"/>
                <a:gd name="T11" fmla="*/ 0 h 2615"/>
                <a:gd name="T12" fmla="*/ 0 w 12077"/>
                <a:gd name="T13" fmla="*/ 0 h 2615"/>
                <a:gd name="T14" fmla="*/ 0 w 12077"/>
                <a:gd name="T15" fmla="*/ 0 h 2615"/>
                <a:gd name="T16" fmla="*/ 0 w 12077"/>
                <a:gd name="T17" fmla="*/ 0 h 2615"/>
                <a:gd name="T18" fmla="*/ 0 w 12077"/>
                <a:gd name="T19" fmla="*/ 0 h 2615"/>
                <a:gd name="T20" fmla="*/ 0 w 12077"/>
                <a:gd name="T21" fmla="*/ 0 h 2615"/>
                <a:gd name="T22" fmla="*/ 0 w 12077"/>
                <a:gd name="T23" fmla="*/ 0 h 2615"/>
                <a:gd name="T24" fmla="*/ 0 w 12077"/>
                <a:gd name="T25" fmla="*/ 0 h 2615"/>
                <a:gd name="T26" fmla="*/ 0 w 12077"/>
                <a:gd name="T27" fmla="*/ 0 h 2615"/>
                <a:gd name="T28" fmla="*/ 0 w 12077"/>
                <a:gd name="T29" fmla="*/ 0 h 2615"/>
                <a:gd name="T30" fmla="*/ 0 w 12077"/>
                <a:gd name="T31" fmla="*/ 0 h 2615"/>
                <a:gd name="T32" fmla="*/ 0 w 12077"/>
                <a:gd name="T33" fmla="*/ 0 h 2615"/>
                <a:gd name="T34" fmla="*/ 0 w 12077"/>
                <a:gd name="T35" fmla="*/ 0 h 2615"/>
                <a:gd name="T36" fmla="*/ 0 w 12077"/>
                <a:gd name="T37" fmla="*/ 0 h 2615"/>
                <a:gd name="T38" fmla="*/ 0 w 12077"/>
                <a:gd name="T39" fmla="*/ 0 h 2615"/>
                <a:gd name="T40" fmla="*/ 0 w 12077"/>
                <a:gd name="T41" fmla="*/ 0 h 2615"/>
                <a:gd name="T42" fmla="*/ 0 w 12077"/>
                <a:gd name="T43" fmla="*/ 0 h 2615"/>
                <a:gd name="T44" fmla="*/ 0 w 12077"/>
                <a:gd name="T45" fmla="*/ 0 h 2615"/>
                <a:gd name="T46" fmla="*/ 0 w 12077"/>
                <a:gd name="T47" fmla="*/ 0 h 2615"/>
                <a:gd name="T48" fmla="*/ 0 w 12077"/>
                <a:gd name="T49" fmla="*/ 0 h 2615"/>
                <a:gd name="T50" fmla="*/ 0 w 12077"/>
                <a:gd name="T51" fmla="*/ 0 h 2615"/>
                <a:gd name="T52" fmla="*/ 0 w 12077"/>
                <a:gd name="T53" fmla="*/ 0 h 2615"/>
                <a:gd name="T54" fmla="*/ 0 w 12077"/>
                <a:gd name="T55" fmla="*/ 0 h 2615"/>
                <a:gd name="T56" fmla="*/ 0 w 12077"/>
                <a:gd name="T57" fmla="*/ 0 h 2615"/>
                <a:gd name="T58" fmla="*/ 0 w 12077"/>
                <a:gd name="T59" fmla="*/ 0 h 2615"/>
                <a:gd name="T60" fmla="*/ 0 w 12077"/>
                <a:gd name="T61" fmla="*/ 0 h 2615"/>
                <a:gd name="T62" fmla="*/ 0 w 12077"/>
                <a:gd name="T63" fmla="*/ 0 h 2615"/>
                <a:gd name="T64" fmla="*/ 0 w 12077"/>
                <a:gd name="T65" fmla="*/ 0 h 2615"/>
                <a:gd name="T66" fmla="*/ 0 w 12077"/>
                <a:gd name="T67" fmla="*/ 0 h 2615"/>
                <a:gd name="T68" fmla="*/ 0 w 12077"/>
                <a:gd name="T69" fmla="*/ 0 h 2615"/>
                <a:gd name="T70" fmla="*/ 0 w 12077"/>
                <a:gd name="T71" fmla="*/ 0 h 2615"/>
                <a:gd name="T72" fmla="*/ 0 w 12077"/>
                <a:gd name="T73" fmla="*/ 0 h 2615"/>
                <a:gd name="T74" fmla="*/ 0 w 12077"/>
                <a:gd name="T75" fmla="*/ 0 h 2615"/>
                <a:gd name="T76" fmla="*/ 0 w 12077"/>
                <a:gd name="T77" fmla="*/ 0 h 2615"/>
                <a:gd name="T78" fmla="*/ 0 w 12077"/>
                <a:gd name="T79" fmla="*/ 0 h 2615"/>
                <a:gd name="T80" fmla="*/ 0 w 12077"/>
                <a:gd name="T81" fmla="*/ 0 h 2615"/>
                <a:gd name="T82" fmla="*/ 0 w 12077"/>
                <a:gd name="T83" fmla="*/ 0 h 2615"/>
                <a:gd name="T84" fmla="*/ 0 w 12077"/>
                <a:gd name="T85" fmla="*/ 0 h 2615"/>
                <a:gd name="T86" fmla="*/ 0 w 12077"/>
                <a:gd name="T87" fmla="*/ 0 h 2615"/>
                <a:gd name="T88" fmla="*/ 0 w 12077"/>
                <a:gd name="T89" fmla="*/ 0 h 2615"/>
                <a:gd name="T90" fmla="*/ 0 w 12077"/>
                <a:gd name="T91" fmla="*/ 0 h 2615"/>
                <a:gd name="T92" fmla="*/ 0 w 12077"/>
                <a:gd name="T93" fmla="*/ 0 h 2615"/>
                <a:gd name="T94" fmla="*/ 0 w 12077"/>
                <a:gd name="T95" fmla="*/ 0 h 2615"/>
                <a:gd name="T96" fmla="*/ 0 w 12077"/>
                <a:gd name="T97" fmla="*/ 0 h 2615"/>
                <a:gd name="T98" fmla="*/ 0 w 12077"/>
                <a:gd name="T99" fmla="*/ 0 h 2615"/>
                <a:gd name="T100" fmla="*/ 0 w 12077"/>
                <a:gd name="T101" fmla="*/ 0 h 2615"/>
                <a:gd name="T102" fmla="*/ 0 w 12077"/>
                <a:gd name="T103" fmla="*/ 0 h 2615"/>
                <a:gd name="T104" fmla="*/ 0 w 12077"/>
                <a:gd name="T105" fmla="*/ 0 h 2615"/>
                <a:gd name="T106" fmla="*/ 0 w 12077"/>
                <a:gd name="T107" fmla="*/ 0 h 2615"/>
                <a:gd name="T108" fmla="*/ 0 w 12077"/>
                <a:gd name="T109" fmla="*/ 0 h 2615"/>
                <a:gd name="T110" fmla="*/ 0 w 12077"/>
                <a:gd name="T111" fmla="*/ 0 h 2615"/>
                <a:gd name="T112" fmla="*/ 0 w 12077"/>
                <a:gd name="T113" fmla="*/ 0 h 2615"/>
                <a:gd name="T114" fmla="*/ 0 w 12077"/>
                <a:gd name="T115" fmla="*/ 0 h 2615"/>
                <a:gd name="T116" fmla="*/ 0 w 12077"/>
                <a:gd name="T117" fmla="*/ 0 h 261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2077" h="2615">
                  <a:moveTo>
                    <a:pt x="8934" y="2561"/>
                  </a:moveTo>
                  <a:lnTo>
                    <a:pt x="9538" y="2561"/>
                  </a:lnTo>
                  <a:lnTo>
                    <a:pt x="8651" y="52"/>
                  </a:lnTo>
                  <a:lnTo>
                    <a:pt x="8002" y="52"/>
                  </a:lnTo>
                  <a:lnTo>
                    <a:pt x="7061" y="2552"/>
                  </a:lnTo>
                  <a:lnTo>
                    <a:pt x="7671" y="2552"/>
                  </a:lnTo>
                  <a:lnTo>
                    <a:pt x="8323" y="737"/>
                  </a:lnTo>
                  <a:lnTo>
                    <a:pt x="8934" y="2561"/>
                  </a:lnTo>
                  <a:close/>
                  <a:moveTo>
                    <a:pt x="10812" y="0"/>
                  </a:moveTo>
                  <a:lnTo>
                    <a:pt x="10877" y="2"/>
                  </a:lnTo>
                  <a:lnTo>
                    <a:pt x="10941" y="7"/>
                  </a:lnTo>
                  <a:lnTo>
                    <a:pt x="11004" y="15"/>
                  </a:lnTo>
                  <a:lnTo>
                    <a:pt x="11066" y="26"/>
                  </a:lnTo>
                  <a:lnTo>
                    <a:pt x="11127" y="42"/>
                  </a:lnTo>
                  <a:lnTo>
                    <a:pt x="11188" y="59"/>
                  </a:lnTo>
                  <a:lnTo>
                    <a:pt x="11246" y="79"/>
                  </a:lnTo>
                  <a:lnTo>
                    <a:pt x="11303" y="103"/>
                  </a:lnTo>
                  <a:lnTo>
                    <a:pt x="11359" y="129"/>
                  </a:lnTo>
                  <a:lnTo>
                    <a:pt x="11414" y="158"/>
                  </a:lnTo>
                  <a:lnTo>
                    <a:pt x="11467" y="189"/>
                  </a:lnTo>
                  <a:lnTo>
                    <a:pt x="11519" y="224"/>
                  </a:lnTo>
                  <a:lnTo>
                    <a:pt x="11568" y="261"/>
                  </a:lnTo>
                  <a:lnTo>
                    <a:pt x="11616" y="300"/>
                  </a:lnTo>
                  <a:lnTo>
                    <a:pt x="11662" y="340"/>
                  </a:lnTo>
                  <a:lnTo>
                    <a:pt x="11706" y="383"/>
                  </a:lnTo>
                  <a:lnTo>
                    <a:pt x="11748" y="429"/>
                  </a:lnTo>
                  <a:lnTo>
                    <a:pt x="11788" y="477"/>
                  </a:lnTo>
                  <a:lnTo>
                    <a:pt x="11826" y="526"/>
                  </a:lnTo>
                  <a:lnTo>
                    <a:pt x="11860" y="577"/>
                  </a:lnTo>
                  <a:lnTo>
                    <a:pt x="11893" y="631"/>
                  </a:lnTo>
                  <a:lnTo>
                    <a:pt x="11924" y="685"/>
                  </a:lnTo>
                  <a:lnTo>
                    <a:pt x="11952" y="741"/>
                  </a:lnTo>
                  <a:lnTo>
                    <a:pt x="11978" y="799"/>
                  </a:lnTo>
                  <a:lnTo>
                    <a:pt x="12000" y="859"/>
                  </a:lnTo>
                  <a:lnTo>
                    <a:pt x="12020" y="920"/>
                  </a:lnTo>
                  <a:lnTo>
                    <a:pt x="12037" y="982"/>
                  </a:lnTo>
                  <a:lnTo>
                    <a:pt x="12052" y="1045"/>
                  </a:lnTo>
                  <a:lnTo>
                    <a:pt x="12063" y="1109"/>
                  </a:lnTo>
                  <a:lnTo>
                    <a:pt x="12071" y="1175"/>
                  </a:lnTo>
                  <a:lnTo>
                    <a:pt x="12076" y="1241"/>
                  </a:lnTo>
                  <a:lnTo>
                    <a:pt x="12077" y="1307"/>
                  </a:lnTo>
                  <a:lnTo>
                    <a:pt x="12076" y="1375"/>
                  </a:lnTo>
                  <a:lnTo>
                    <a:pt x="12071" y="1441"/>
                  </a:lnTo>
                  <a:lnTo>
                    <a:pt x="12063" y="1506"/>
                  </a:lnTo>
                  <a:lnTo>
                    <a:pt x="12052" y="1571"/>
                  </a:lnTo>
                  <a:lnTo>
                    <a:pt x="12037" y="1634"/>
                  </a:lnTo>
                  <a:lnTo>
                    <a:pt x="12020" y="1696"/>
                  </a:lnTo>
                  <a:lnTo>
                    <a:pt x="12000" y="1756"/>
                  </a:lnTo>
                  <a:lnTo>
                    <a:pt x="11978" y="1815"/>
                  </a:lnTo>
                  <a:lnTo>
                    <a:pt x="11952" y="1873"/>
                  </a:lnTo>
                  <a:lnTo>
                    <a:pt x="11924" y="1930"/>
                  </a:lnTo>
                  <a:lnTo>
                    <a:pt x="11893" y="1985"/>
                  </a:lnTo>
                  <a:lnTo>
                    <a:pt x="11860" y="2038"/>
                  </a:lnTo>
                  <a:lnTo>
                    <a:pt x="11826" y="2089"/>
                  </a:lnTo>
                  <a:lnTo>
                    <a:pt x="11788" y="2139"/>
                  </a:lnTo>
                  <a:lnTo>
                    <a:pt x="11748" y="2186"/>
                  </a:lnTo>
                  <a:lnTo>
                    <a:pt x="11706" y="2231"/>
                  </a:lnTo>
                  <a:lnTo>
                    <a:pt x="11662" y="2274"/>
                  </a:lnTo>
                  <a:lnTo>
                    <a:pt x="11616" y="2316"/>
                  </a:lnTo>
                  <a:lnTo>
                    <a:pt x="11568" y="2355"/>
                  </a:lnTo>
                  <a:lnTo>
                    <a:pt x="11519" y="2392"/>
                  </a:lnTo>
                  <a:lnTo>
                    <a:pt x="11467" y="2425"/>
                  </a:lnTo>
                  <a:lnTo>
                    <a:pt x="11414" y="2457"/>
                  </a:lnTo>
                  <a:lnTo>
                    <a:pt x="11359" y="2485"/>
                  </a:lnTo>
                  <a:lnTo>
                    <a:pt x="11303" y="2512"/>
                  </a:lnTo>
                  <a:lnTo>
                    <a:pt x="11246" y="2535"/>
                  </a:lnTo>
                  <a:lnTo>
                    <a:pt x="11188" y="2556"/>
                  </a:lnTo>
                  <a:lnTo>
                    <a:pt x="11127" y="2574"/>
                  </a:lnTo>
                  <a:lnTo>
                    <a:pt x="11066" y="2588"/>
                  </a:lnTo>
                  <a:lnTo>
                    <a:pt x="11004" y="2600"/>
                  </a:lnTo>
                  <a:lnTo>
                    <a:pt x="10941" y="2608"/>
                  </a:lnTo>
                  <a:lnTo>
                    <a:pt x="10877" y="2613"/>
                  </a:lnTo>
                  <a:lnTo>
                    <a:pt x="10812" y="2615"/>
                  </a:lnTo>
                  <a:lnTo>
                    <a:pt x="10747" y="2613"/>
                  </a:lnTo>
                  <a:lnTo>
                    <a:pt x="10683" y="2608"/>
                  </a:lnTo>
                  <a:lnTo>
                    <a:pt x="10619" y="2600"/>
                  </a:lnTo>
                  <a:lnTo>
                    <a:pt x="10557" y="2588"/>
                  </a:lnTo>
                  <a:lnTo>
                    <a:pt x="10496" y="2574"/>
                  </a:lnTo>
                  <a:lnTo>
                    <a:pt x="10436" y="2556"/>
                  </a:lnTo>
                  <a:lnTo>
                    <a:pt x="10377" y="2535"/>
                  </a:lnTo>
                  <a:lnTo>
                    <a:pt x="10320" y="2512"/>
                  </a:lnTo>
                  <a:lnTo>
                    <a:pt x="10263" y="2485"/>
                  </a:lnTo>
                  <a:lnTo>
                    <a:pt x="10209" y="2457"/>
                  </a:lnTo>
                  <a:lnTo>
                    <a:pt x="10156" y="2425"/>
                  </a:lnTo>
                  <a:lnTo>
                    <a:pt x="10105" y="2392"/>
                  </a:lnTo>
                  <a:lnTo>
                    <a:pt x="10056" y="2355"/>
                  </a:lnTo>
                  <a:lnTo>
                    <a:pt x="10008" y="2316"/>
                  </a:lnTo>
                  <a:lnTo>
                    <a:pt x="9962" y="2274"/>
                  </a:lnTo>
                  <a:lnTo>
                    <a:pt x="9918" y="2231"/>
                  </a:lnTo>
                  <a:lnTo>
                    <a:pt x="9876" y="2186"/>
                  </a:lnTo>
                  <a:lnTo>
                    <a:pt x="9836" y="2139"/>
                  </a:lnTo>
                  <a:lnTo>
                    <a:pt x="9798" y="2089"/>
                  </a:lnTo>
                  <a:lnTo>
                    <a:pt x="9762" y="2038"/>
                  </a:lnTo>
                  <a:lnTo>
                    <a:pt x="9730" y="1985"/>
                  </a:lnTo>
                  <a:lnTo>
                    <a:pt x="9699" y="1930"/>
                  </a:lnTo>
                  <a:lnTo>
                    <a:pt x="9671" y="1873"/>
                  </a:lnTo>
                  <a:lnTo>
                    <a:pt x="9646" y="1815"/>
                  </a:lnTo>
                  <a:lnTo>
                    <a:pt x="9623" y="1756"/>
                  </a:lnTo>
                  <a:lnTo>
                    <a:pt x="9604" y="1696"/>
                  </a:lnTo>
                  <a:lnTo>
                    <a:pt x="9587" y="1634"/>
                  </a:lnTo>
                  <a:lnTo>
                    <a:pt x="9572" y="1571"/>
                  </a:lnTo>
                  <a:lnTo>
                    <a:pt x="9561" y="1506"/>
                  </a:lnTo>
                  <a:lnTo>
                    <a:pt x="9553" y="1441"/>
                  </a:lnTo>
                  <a:lnTo>
                    <a:pt x="9548" y="1375"/>
                  </a:lnTo>
                  <a:lnTo>
                    <a:pt x="9547" y="1307"/>
                  </a:lnTo>
                  <a:lnTo>
                    <a:pt x="9548" y="1241"/>
                  </a:lnTo>
                  <a:lnTo>
                    <a:pt x="9553" y="1175"/>
                  </a:lnTo>
                  <a:lnTo>
                    <a:pt x="9561" y="1109"/>
                  </a:lnTo>
                  <a:lnTo>
                    <a:pt x="9572" y="1045"/>
                  </a:lnTo>
                  <a:lnTo>
                    <a:pt x="9587" y="982"/>
                  </a:lnTo>
                  <a:lnTo>
                    <a:pt x="9604" y="920"/>
                  </a:lnTo>
                  <a:lnTo>
                    <a:pt x="9623" y="859"/>
                  </a:lnTo>
                  <a:lnTo>
                    <a:pt x="9646" y="799"/>
                  </a:lnTo>
                  <a:lnTo>
                    <a:pt x="9671" y="741"/>
                  </a:lnTo>
                  <a:lnTo>
                    <a:pt x="9699" y="685"/>
                  </a:lnTo>
                  <a:lnTo>
                    <a:pt x="9730" y="631"/>
                  </a:lnTo>
                  <a:lnTo>
                    <a:pt x="9762" y="577"/>
                  </a:lnTo>
                  <a:lnTo>
                    <a:pt x="9798" y="526"/>
                  </a:lnTo>
                  <a:lnTo>
                    <a:pt x="9836" y="477"/>
                  </a:lnTo>
                  <a:lnTo>
                    <a:pt x="9876" y="429"/>
                  </a:lnTo>
                  <a:lnTo>
                    <a:pt x="9918" y="383"/>
                  </a:lnTo>
                  <a:lnTo>
                    <a:pt x="9962" y="340"/>
                  </a:lnTo>
                  <a:lnTo>
                    <a:pt x="10008" y="300"/>
                  </a:lnTo>
                  <a:lnTo>
                    <a:pt x="10056" y="261"/>
                  </a:lnTo>
                  <a:lnTo>
                    <a:pt x="10105" y="224"/>
                  </a:lnTo>
                  <a:lnTo>
                    <a:pt x="10156" y="189"/>
                  </a:lnTo>
                  <a:lnTo>
                    <a:pt x="10209" y="158"/>
                  </a:lnTo>
                  <a:lnTo>
                    <a:pt x="10263" y="129"/>
                  </a:lnTo>
                  <a:lnTo>
                    <a:pt x="10320" y="103"/>
                  </a:lnTo>
                  <a:lnTo>
                    <a:pt x="10377" y="79"/>
                  </a:lnTo>
                  <a:lnTo>
                    <a:pt x="10436" y="59"/>
                  </a:lnTo>
                  <a:lnTo>
                    <a:pt x="10496" y="42"/>
                  </a:lnTo>
                  <a:lnTo>
                    <a:pt x="10557" y="26"/>
                  </a:lnTo>
                  <a:lnTo>
                    <a:pt x="10619" y="15"/>
                  </a:lnTo>
                  <a:lnTo>
                    <a:pt x="10683" y="7"/>
                  </a:lnTo>
                  <a:lnTo>
                    <a:pt x="10747" y="2"/>
                  </a:lnTo>
                  <a:lnTo>
                    <a:pt x="10812" y="0"/>
                  </a:lnTo>
                  <a:close/>
                  <a:moveTo>
                    <a:pt x="10812" y="537"/>
                  </a:moveTo>
                  <a:lnTo>
                    <a:pt x="10849" y="538"/>
                  </a:lnTo>
                  <a:lnTo>
                    <a:pt x="10886" y="541"/>
                  </a:lnTo>
                  <a:lnTo>
                    <a:pt x="10923" y="545"/>
                  </a:lnTo>
                  <a:lnTo>
                    <a:pt x="10959" y="553"/>
                  </a:lnTo>
                  <a:lnTo>
                    <a:pt x="10993" y="561"/>
                  </a:lnTo>
                  <a:lnTo>
                    <a:pt x="11028" y="572"/>
                  </a:lnTo>
                  <a:lnTo>
                    <a:pt x="11062" y="584"/>
                  </a:lnTo>
                  <a:lnTo>
                    <a:pt x="11096" y="597"/>
                  </a:lnTo>
                  <a:lnTo>
                    <a:pt x="11127" y="613"/>
                  </a:lnTo>
                  <a:lnTo>
                    <a:pt x="11159" y="630"/>
                  </a:lnTo>
                  <a:lnTo>
                    <a:pt x="11190" y="648"/>
                  </a:lnTo>
                  <a:lnTo>
                    <a:pt x="11219" y="669"/>
                  </a:lnTo>
                  <a:lnTo>
                    <a:pt x="11248" y="690"/>
                  </a:lnTo>
                  <a:lnTo>
                    <a:pt x="11276" y="714"/>
                  </a:lnTo>
                  <a:lnTo>
                    <a:pt x="11302" y="737"/>
                  </a:lnTo>
                  <a:lnTo>
                    <a:pt x="11328" y="763"/>
                  </a:lnTo>
                  <a:lnTo>
                    <a:pt x="11351" y="790"/>
                  </a:lnTo>
                  <a:lnTo>
                    <a:pt x="11375" y="818"/>
                  </a:lnTo>
                  <a:lnTo>
                    <a:pt x="11396" y="847"/>
                  </a:lnTo>
                  <a:lnTo>
                    <a:pt x="11417" y="877"/>
                  </a:lnTo>
                  <a:lnTo>
                    <a:pt x="11435" y="909"/>
                  </a:lnTo>
                  <a:lnTo>
                    <a:pt x="11453" y="941"/>
                  </a:lnTo>
                  <a:lnTo>
                    <a:pt x="11469" y="974"/>
                  </a:lnTo>
                  <a:lnTo>
                    <a:pt x="11484" y="1009"/>
                  </a:lnTo>
                  <a:lnTo>
                    <a:pt x="11497" y="1043"/>
                  </a:lnTo>
                  <a:lnTo>
                    <a:pt x="11509" y="1079"/>
                  </a:lnTo>
                  <a:lnTo>
                    <a:pt x="11518" y="1116"/>
                  </a:lnTo>
                  <a:lnTo>
                    <a:pt x="11527" y="1152"/>
                  </a:lnTo>
                  <a:lnTo>
                    <a:pt x="11533" y="1191"/>
                  </a:lnTo>
                  <a:lnTo>
                    <a:pt x="11537" y="1229"/>
                  </a:lnTo>
                  <a:lnTo>
                    <a:pt x="11540" y="1269"/>
                  </a:lnTo>
                  <a:lnTo>
                    <a:pt x="11541" y="1307"/>
                  </a:lnTo>
                  <a:lnTo>
                    <a:pt x="11540" y="1347"/>
                  </a:lnTo>
                  <a:lnTo>
                    <a:pt x="11537" y="1386"/>
                  </a:lnTo>
                  <a:lnTo>
                    <a:pt x="11533" y="1425"/>
                  </a:lnTo>
                  <a:lnTo>
                    <a:pt x="11527" y="1462"/>
                  </a:lnTo>
                  <a:lnTo>
                    <a:pt x="11518" y="1500"/>
                  </a:lnTo>
                  <a:lnTo>
                    <a:pt x="11509" y="1537"/>
                  </a:lnTo>
                  <a:lnTo>
                    <a:pt x="11497" y="1573"/>
                  </a:lnTo>
                  <a:lnTo>
                    <a:pt x="11484" y="1607"/>
                  </a:lnTo>
                  <a:lnTo>
                    <a:pt x="11469" y="1641"/>
                  </a:lnTo>
                  <a:lnTo>
                    <a:pt x="11453" y="1675"/>
                  </a:lnTo>
                  <a:lnTo>
                    <a:pt x="11435" y="1707"/>
                  </a:lnTo>
                  <a:lnTo>
                    <a:pt x="11417" y="1738"/>
                  </a:lnTo>
                  <a:lnTo>
                    <a:pt x="11396" y="1768"/>
                  </a:lnTo>
                  <a:lnTo>
                    <a:pt x="11375" y="1798"/>
                  </a:lnTo>
                  <a:lnTo>
                    <a:pt x="11351" y="1826"/>
                  </a:lnTo>
                  <a:lnTo>
                    <a:pt x="11328" y="1852"/>
                  </a:lnTo>
                  <a:lnTo>
                    <a:pt x="11302" y="1878"/>
                  </a:lnTo>
                  <a:lnTo>
                    <a:pt x="11276" y="1902"/>
                  </a:lnTo>
                  <a:lnTo>
                    <a:pt x="11248" y="1925"/>
                  </a:lnTo>
                  <a:lnTo>
                    <a:pt x="11219" y="1947"/>
                  </a:lnTo>
                  <a:lnTo>
                    <a:pt x="11190" y="1966"/>
                  </a:lnTo>
                  <a:lnTo>
                    <a:pt x="11159" y="1986"/>
                  </a:lnTo>
                  <a:lnTo>
                    <a:pt x="11127" y="2002"/>
                  </a:lnTo>
                  <a:lnTo>
                    <a:pt x="11096" y="2018"/>
                  </a:lnTo>
                  <a:lnTo>
                    <a:pt x="11062" y="2032"/>
                  </a:lnTo>
                  <a:lnTo>
                    <a:pt x="11028" y="2044"/>
                  </a:lnTo>
                  <a:lnTo>
                    <a:pt x="10993" y="2054"/>
                  </a:lnTo>
                  <a:lnTo>
                    <a:pt x="10959" y="2063"/>
                  </a:lnTo>
                  <a:lnTo>
                    <a:pt x="10923" y="2069"/>
                  </a:lnTo>
                  <a:lnTo>
                    <a:pt x="10886" y="2074"/>
                  </a:lnTo>
                  <a:lnTo>
                    <a:pt x="10849" y="2077"/>
                  </a:lnTo>
                  <a:lnTo>
                    <a:pt x="10812" y="2078"/>
                  </a:lnTo>
                  <a:lnTo>
                    <a:pt x="10775" y="2077"/>
                  </a:lnTo>
                  <a:lnTo>
                    <a:pt x="10738" y="2074"/>
                  </a:lnTo>
                  <a:lnTo>
                    <a:pt x="10701" y="2069"/>
                  </a:lnTo>
                  <a:lnTo>
                    <a:pt x="10665" y="2063"/>
                  </a:lnTo>
                  <a:lnTo>
                    <a:pt x="10629" y="2054"/>
                  </a:lnTo>
                  <a:lnTo>
                    <a:pt x="10595" y="2044"/>
                  </a:lnTo>
                  <a:lnTo>
                    <a:pt x="10561" y="2032"/>
                  </a:lnTo>
                  <a:lnTo>
                    <a:pt x="10528" y="2018"/>
                  </a:lnTo>
                  <a:lnTo>
                    <a:pt x="10495" y="2002"/>
                  </a:lnTo>
                  <a:lnTo>
                    <a:pt x="10465" y="1986"/>
                  </a:lnTo>
                  <a:lnTo>
                    <a:pt x="10434" y="1966"/>
                  </a:lnTo>
                  <a:lnTo>
                    <a:pt x="10404" y="1947"/>
                  </a:lnTo>
                  <a:lnTo>
                    <a:pt x="10376" y="1925"/>
                  </a:lnTo>
                  <a:lnTo>
                    <a:pt x="10348" y="1902"/>
                  </a:lnTo>
                  <a:lnTo>
                    <a:pt x="10322" y="1878"/>
                  </a:lnTo>
                  <a:lnTo>
                    <a:pt x="10296" y="1852"/>
                  </a:lnTo>
                  <a:lnTo>
                    <a:pt x="10272" y="1826"/>
                  </a:lnTo>
                  <a:lnTo>
                    <a:pt x="10249" y="1798"/>
                  </a:lnTo>
                  <a:lnTo>
                    <a:pt x="10227" y="1768"/>
                  </a:lnTo>
                  <a:lnTo>
                    <a:pt x="10207" y="1738"/>
                  </a:lnTo>
                  <a:lnTo>
                    <a:pt x="10188" y="1707"/>
                  </a:lnTo>
                  <a:lnTo>
                    <a:pt x="10170" y="1675"/>
                  </a:lnTo>
                  <a:lnTo>
                    <a:pt x="10154" y="1641"/>
                  </a:lnTo>
                  <a:lnTo>
                    <a:pt x="10140" y="1607"/>
                  </a:lnTo>
                  <a:lnTo>
                    <a:pt x="10126" y="1573"/>
                  </a:lnTo>
                  <a:lnTo>
                    <a:pt x="10114" y="1537"/>
                  </a:lnTo>
                  <a:lnTo>
                    <a:pt x="10105" y="1500"/>
                  </a:lnTo>
                  <a:lnTo>
                    <a:pt x="10097" y="1462"/>
                  </a:lnTo>
                  <a:lnTo>
                    <a:pt x="10091" y="1425"/>
                  </a:lnTo>
                  <a:lnTo>
                    <a:pt x="10085" y="1386"/>
                  </a:lnTo>
                  <a:lnTo>
                    <a:pt x="10082" y="1347"/>
                  </a:lnTo>
                  <a:lnTo>
                    <a:pt x="10081" y="1307"/>
                  </a:lnTo>
                  <a:lnTo>
                    <a:pt x="10082" y="1269"/>
                  </a:lnTo>
                  <a:lnTo>
                    <a:pt x="10085" y="1229"/>
                  </a:lnTo>
                  <a:lnTo>
                    <a:pt x="10091" y="1191"/>
                  </a:lnTo>
                  <a:lnTo>
                    <a:pt x="10097" y="1152"/>
                  </a:lnTo>
                  <a:lnTo>
                    <a:pt x="10105" y="1116"/>
                  </a:lnTo>
                  <a:lnTo>
                    <a:pt x="10114" y="1079"/>
                  </a:lnTo>
                  <a:lnTo>
                    <a:pt x="10126" y="1043"/>
                  </a:lnTo>
                  <a:lnTo>
                    <a:pt x="10140" y="1009"/>
                  </a:lnTo>
                  <a:lnTo>
                    <a:pt x="10154" y="974"/>
                  </a:lnTo>
                  <a:lnTo>
                    <a:pt x="10170" y="941"/>
                  </a:lnTo>
                  <a:lnTo>
                    <a:pt x="10188" y="909"/>
                  </a:lnTo>
                  <a:lnTo>
                    <a:pt x="10207" y="877"/>
                  </a:lnTo>
                  <a:lnTo>
                    <a:pt x="10227" y="847"/>
                  </a:lnTo>
                  <a:lnTo>
                    <a:pt x="10249" y="818"/>
                  </a:lnTo>
                  <a:lnTo>
                    <a:pt x="10272" y="790"/>
                  </a:lnTo>
                  <a:lnTo>
                    <a:pt x="10296" y="763"/>
                  </a:lnTo>
                  <a:lnTo>
                    <a:pt x="10322" y="737"/>
                  </a:lnTo>
                  <a:lnTo>
                    <a:pt x="10348" y="714"/>
                  </a:lnTo>
                  <a:lnTo>
                    <a:pt x="10376" y="690"/>
                  </a:lnTo>
                  <a:lnTo>
                    <a:pt x="10404" y="669"/>
                  </a:lnTo>
                  <a:lnTo>
                    <a:pt x="10434" y="648"/>
                  </a:lnTo>
                  <a:lnTo>
                    <a:pt x="10465" y="630"/>
                  </a:lnTo>
                  <a:lnTo>
                    <a:pt x="10495" y="613"/>
                  </a:lnTo>
                  <a:lnTo>
                    <a:pt x="10528" y="597"/>
                  </a:lnTo>
                  <a:lnTo>
                    <a:pt x="10561" y="584"/>
                  </a:lnTo>
                  <a:lnTo>
                    <a:pt x="10595" y="572"/>
                  </a:lnTo>
                  <a:lnTo>
                    <a:pt x="10629" y="561"/>
                  </a:lnTo>
                  <a:lnTo>
                    <a:pt x="10665" y="553"/>
                  </a:lnTo>
                  <a:lnTo>
                    <a:pt x="10701" y="545"/>
                  </a:lnTo>
                  <a:lnTo>
                    <a:pt x="10738" y="541"/>
                  </a:lnTo>
                  <a:lnTo>
                    <a:pt x="10775" y="538"/>
                  </a:lnTo>
                  <a:lnTo>
                    <a:pt x="10812" y="537"/>
                  </a:lnTo>
                  <a:close/>
                  <a:moveTo>
                    <a:pt x="4386" y="2562"/>
                  </a:moveTo>
                  <a:lnTo>
                    <a:pt x="4386" y="2066"/>
                  </a:lnTo>
                  <a:lnTo>
                    <a:pt x="3215" y="2066"/>
                  </a:lnTo>
                  <a:lnTo>
                    <a:pt x="3215" y="1492"/>
                  </a:lnTo>
                  <a:lnTo>
                    <a:pt x="4385" y="1492"/>
                  </a:lnTo>
                  <a:lnTo>
                    <a:pt x="4385" y="996"/>
                  </a:lnTo>
                  <a:lnTo>
                    <a:pt x="3215" y="996"/>
                  </a:lnTo>
                  <a:lnTo>
                    <a:pt x="3215" y="533"/>
                  </a:lnTo>
                  <a:lnTo>
                    <a:pt x="4385" y="533"/>
                  </a:lnTo>
                  <a:lnTo>
                    <a:pt x="4385" y="55"/>
                  </a:lnTo>
                  <a:lnTo>
                    <a:pt x="2624" y="55"/>
                  </a:lnTo>
                  <a:lnTo>
                    <a:pt x="2624" y="1456"/>
                  </a:lnTo>
                  <a:lnTo>
                    <a:pt x="2624" y="2298"/>
                  </a:lnTo>
                  <a:lnTo>
                    <a:pt x="2626" y="2298"/>
                  </a:lnTo>
                  <a:lnTo>
                    <a:pt x="2626" y="2562"/>
                  </a:lnTo>
                  <a:lnTo>
                    <a:pt x="4386" y="2562"/>
                  </a:lnTo>
                  <a:close/>
                  <a:moveTo>
                    <a:pt x="6832" y="55"/>
                  </a:moveTo>
                  <a:lnTo>
                    <a:pt x="6242" y="55"/>
                  </a:lnTo>
                  <a:lnTo>
                    <a:pt x="6242" y="1715"/>
                  </a:lnTo>
                  <a:lnTo>
                    <a:pt x="5295" y="51"/>
                  </a:lnTo>
                  <a:lnTo>
                    <a:pt x="4704" y="51"/>
                  </a:lnTo>
                  <a:lnTo>
                    <a:pt x="4704" y="2560"/>
                  </a:lnTo>
                  <a:lnTo>
                    <a:pt x="5295" y="2560"/>
                  </a:lnTo>
                  <a:lnTo>
                    <a:pt x="5295" y="898"/>
                  </a:lnTo>
                  <a:lnTo>
                    <a:pt x="6297" y="2562"/>
                  </a:lnTo>
                  <a:lnTo>
                    <a:pt x="6832" y="2562"/>
                  </a:lnTo>
                  <a:lnTo>
                    <a:pt x="6832" y="55"/>
                  </a:lnTo>
                  <a:close/>
                  <a:moveTo>
                    <a:pt x="1512" y="2061"/>
                  </a:moveTo>
                  <a:lnTo>
                    <a:pt x="1409" y="2061"/>
                  </a:lnTo>
                  <a:lnTo>
                    <a:pt x="1310" y="2061"/>
                  </a:lnTo>
                  <a:lnTo>
                    <a:pt x="1217" y="2061"/>
                  </a:lnTo>
                  <a:lnTo>
                    <a:pt x="1127" y="2061"/>
                  </a:lnTo>
                  <a:lnTo>
                    <a:pt x="1042" y="2061"/>
                  </a:lnTo>
                  <a:lnTo>
                    <a:pt x="957" y="2062"/>
                  </a:lnTo>
                  <a:lnTo>
                    <a:pt x="874" y="2062"/>
                  </a:lnTo>
                  <a:lnTo>
                    <a:pt x="792" y="2063"/>
                  </a:lnTo>
                  <a:lnTo>
                    <a:pt x="710" y="2064"/>
                  </a:lnTo>
                  <a:lnTo>
                    <a:pt x="626" y="2064"/>
                  </a:lnTo>
                  <a:lnTo>
                    <a:pt x="543" y="2065"/>
                  </a:lnTo>
                  <a:lnTo>
                    <a:pt x="456" y="2065"/>
                  </a:lnTo>
                  <a:lnTo>
                    <a:pt x="366" y="2066"/>
                  </a:lnTo>
                  <a:lnTo>
                    <a:pt x="273" y="2066"/>
                  </a:lnTo>
                  <a:lnTo>
                    <a:pt x="175" y="2066"/>
                  </a:lnTo>
                  <a:lnTo>
                    <a:pt x="70" y="2066"/>
                  </a:lnTo>
                  <a:lnTo>
                    <a:pt x="70" y="2125"/>
                  </a:lnTo>
                  <a:lnTo>
                    <a:pt x="70" y="2187"/>
                  </a:lnTo>
                  <a:lnTo>
                    <a:pt x="70" y="2250"/>
                  </a:lnTo>
                  <a:lnTo>
                    <a:pt x="70" y="2314"/>
                  </a:lnTo>
                  <a:lnTo>
                    <a:pt x="70" y="2378"/>
                  </a:lnTo>
                  <a:lnTo>
                    <a:pt x="70" y="2442"/>
                  </a:lnTo>
                  <a:lnTo>
                    <a:pt x="70" y="2503"/>
                  </a:lnTo>
                  <a:lnTo>
                    <a:pt x="70" y="2562"/>
                  </a:lnTo>
                  <a:lnTo>
                    <a:pt x="162" y="2562"/>
                  </a:lnTo>
                  <a:lnTo>
                    <a:pt x="254" y="2562"/>
                  </a:lnTo>
                  <a:lnTo>
                    <a:pt x="346" y="2562"/>
                  </a:lnTo>
                  <a:lnTo>
                    <a:pt x="438" y="2562"/>
                  </a:lnTo>
                  <a:lnTo>
                    <a:pt x="530" y="2562"/>
                  </a:lnTo>
                  <a:lnTo>
                    <a:pt x="622" y="2562"/>
                  </a:lnTo>
                  <a:lnTo>
                    <a:pt x="714" y="2562"/>
                  </a:lnTo>
                  <a:lnTo>
                    <a:pt x="806" y="2562"/>
                  </a:lnTo>
                  <a:lnTo>
                    <a:pt x="898" y="2562"/>
                  </a:lnTo>
                  <a:lnTo>
                    <a:pt x="989" y="2562"/>
                  </a:lnTo>
                  <a:lnTo>
                    <a:pt x="1081" y="2562"/>
                  </a:lnTo>
                  <a:lnTo>
                    <a:pt x="1173" y="2562"/>
                  </a:lnTo>
                  <a:lnTo>
                    <a:pt x="1265" y="2562"/>
                  </a:lnTo>
                  <a:lnTo>
                    <a:pt x="1357" y="2562"/>
                  </a:lnTo>
                  <a:lnTo>
                    <a:pt x="1448" y="2562"/>
                  </a:lnTo>
                  <a:lnTo>
                    <a:pt x="1540" y="2562"/>
                  </a:lnTo>
                  <a:lnTo>
                    <a:pt x="1633" y="2553"/>
                  </a:lnTo>
                  <a:lnTo>
                    <a:pt x="1720" y="2535"/>
                  </a:lnTo>
                  <a:lnTo>
                    <a:pt x="1801" y="2510"/>
                  </a:lnTo>
                  <a:lnTo>
                    <a:pt x="1876" y="2478"/>
                  </a:lnTo>
                  <a:lnTo>
                    <a:pt x="1943" y="2440"/>
                  </a:lnTo>
                  <a:lnTo>
                    <a:pt x="2005" y="2395"/>
                  </a:lnTo>
                  <a:lnTo>
                    <a:pt x="2060" y="2346"/>
                  </a:lnTo>
                  <a:lnTo>
                    <a:pt x="2109" y="2291"/>
                  </a:lnTo>
                  <a:lnTo>
                    <a:pt x="2152" y="2233"/>
                  </a:lnTo>
                  <a:lnTo>
                    <a:pt x="2189" y="2170"/>
                  </a:lnTo>
                  <a:lnTo>
                    <a:pt x="2219" y="2104"/>
                  </a:lnTo>
                  <a:lnTo>
                    <a:pt x="2244" y="2036"/>
                  </a:lnTo>
                  <a:lnTo>
                    <a:pt x="2262" y="1966"/>
                  </a:lnTo>
                  <a:lnTo>
                    <a:pt x="2276" y="1895"/>
                  </a:lnTo>
                  <a:lnTo>
                    <a:pt x="2282" y="1821"/>
                  </a:lnTo>
                  <a:lnTo>
                    <a:pt x="2283" y="1749"/>
                  </a:lnTo>
                  <a:lnTo>
                    <a:pt x="2279" y="1677"/>
                  </a:lnTo>
                  <a:lnTo>
                    <a:pt x="2267" y="1604"/>
                  </a:lnTo>
                  <a:lnTo>
                    <a:pt x="2251" y="1534"/>
                  </a:lnTo>
                  <a:lnTo>
                    <a:pt x="2230" y="1464"/>
                  </a:lnTo>
                  <a:lnTo>
                    <a:pt x="2202" y="1398"/>
                  </a:lnTo>
                  <a:lnTo>
                    <a:pt x="2169" y="1334"/>
                  </a:lnTo>
                  <a:lnTo>
                    <a:pt x="2130" y="1274"/>
                  </a:lnTo>
                  <a:lnTo>
                    <a:pt x="2086" y="1218"/>
                  </a:lnTo>
                  <a:lnTo>
                    <a:pt x="2036" y="1166"/>
                  </a:lnTo>
                  <a:lnTo>
                    <a:pt x="1981" y="1120"/>
                  </a:lnTo>
                  <a:lnTo>
                    <a:pt x="1921" y="1079"/>
                  </a:lnTo>
                  <a:lnTo>
                    <a:pt x="1855" y="1044"/>
                  </a:lnTo>
                  <a:lnTo>
                    <a:pt x="1784" y="1016"/>
                  </a:lnTo>
                  <a:lnTo>
                    <a:pt x="1708" y="995"/>
                  </a:lnTo>
                  <a:lnTo>
                    <a:pt x="1626" y="982"/>
                  </a:lnTo>
                  <a:lnTo>
                    <a:pt x="1539" y="978"/>
                  </a:lnTo>
                  <a:lnTo>
                    <a:pt x="1484" y="978"/>
                  </a:lnTo>
                  <a:lnTo>
                    <a:pt x="1431" y="978"/>
                  </a:lnTo>
                  <a:lnTo>
                    <a:pt x="1379" y="978"/>
                  </a:lnTo>
                  <a:lnTo>
                    <a:pt x="1328" y="978"/>
                  </a:lnTo>
                  <a:lnTo>
                    <a:pt x="1279" y="978"/>
                  </a:lnTo>
                  <a:lnTo>
                    <a:pt x="1230" y="978"/>
                  </a:lnTo>
                  <a:lnTo>
                    <a:pt x="1182" y="978"/>
                  </a:lnTo>
                  <a:lnTo>
                    <a:pt x="1134" y="978"/>
                  </a:lnTo>
                  <a:lnTo>
                    <a:pt x="1085" y="978"/>
                  </a:lnTo>
                  <a:lnTo>
                    <a:pt x="1036" y="978"/>
                  </a:lnTo>
                  <a:lnTo>
                    <a:pt x="988" y="978"/>
                  </a:lnTo>
                  <a:lnTo>
                    <a:pt x="938" y="978"/>
                  </a:lnTo>
                  <a:lnTo>
                    <a:pt x="887" y="978"/>
                  </a:lnTo>
                  <a:lnTo>
                    <a:pt x="835" y="978"/>
                  </a:lnTo>
                  <a:lnTo>
                    <a:pt x="782" y="978"/>
                  </a:lnTo>
                  <a:lnTo>
                    <a:pt x="726" y="978"/>
                  </a:lnTo>
                  <a:lnTo>
                    <a:pt x="694" y="965"/>
                  </a:lnTo>
                  <a:lnTo>
                    <a:pt x="664" y="949"/>
                  </a:lnTo>
                  <a:lnTo>
                    <a:pt x="639" y="933"/>
                  </a:lnTo>
                  <a:lnTo>
                    <a:pt x="616" y="917"/>
                  </a:lnTo>
                  <a:lnTo>
                    <a:pt x="598" y="899"/>
                  </a:lnTo>
                  <a:lnTo>
                    <a:pt x="581" y="881"/>
                  </a:lnTo>
                  <a:lnTo>
                    <a:pt x="569" y="863"/>
                  </a:lnTo>
                  <a:lnTo>
                    <a:pt x="559" y="843"/>
                  </a:lnTo>
                  <a:lnTo>
                    <a:pt x="552" y="824"/>
                  </a:lnTo>
                  <a:lnTo>
                    <a:pt x="548" y="805"/>
                  </a:lnTo>
                  <a:lnTo>
                    <a:pt x="547" y="784"/>
                  </a:lnTo>
                  <a:lnTo>
                    <a:pt x="548" y="765"/>
                  </a:lnTo>
                  <a:lnTo>
                    <a:pt x="552" y="744"/>
                  </a:lnTo>
                  <a:lnTo>
                    <a:pt x="559" y="725"/>
                  </a:lnTo>
                  <a:lnTo>
                    <a:pt x="567" y="706"/>
                  </a:lnTo>
                  <a:lnTo>
                    <a:pt x="579" y="687"/>
                  </a:lnTo>
                  <a:lnTo>
                    <a:pt x="593" y="669"/>
                  </a:lnTo>
                  <a:lnTo>
                    <a:pt x="609" y="652"/>
                  </a:lnTo>
                  <a:lnTo>
                    <a:pt x="626" y="634"/>
                  </a:lnTo>
                  <a:lnTo>
                    <a:pt x="647" y="619"/>
                  </a:lnTo>
                  <a:lnTo>
                    <a:pt x="669" y="604"/>
                  </a:lnTo>
                  <a:lnTo>
                    <a:pt x="694" y="589"/>
                  </a:lnTo>
                  <a:lnTo>
                    <a:pt x="719" y="577"/>
                  </a:lnTo>
                  <a:lnTo>
                    <a:pt x="747" y="566"/>
                  </a:lnTo>
                  <a:lnTo>
                    <a:pt x="777" y="556"/>
                  </a:lnTo>
                  <a:lnTo>
                    <a:pt x="808" y="546"/>
                  </a:lnTo>
                  <a:lnTo>
                    <a:pt x="841" y="540"/>
                  </a:lnTo>
                  <a:lnTo>
                    <a:pt x="876" y="535"/>
                  </a:lnTo>
                  <a:lnTo>
                    <a:pt x="911" y="531"/>
                  </a:lnTo>
                  <a:lnTo>
                    <a:pt x="948" y="530"/>
                  </a:lnTo>
                  <a:lnTo>
                    <a:pt x="986" y="530"/>
                  </a:lnTo>
                  <a:lnTo>
                    <a:pt x="1026" y="533"/>
                  </a:lnTo>
                  <a:lnTo>
                    <a:pt x="1099" y="533"/>
                  </a:lnTo>
                  <a:lnTo>
                    <a:pt x="1170" y="533"/>
                  </a:lnTo>
                  <a:lnTo>
                    <a:pt x="1240" y="533"/>
                  </a:lnTo>
                  <a:lnTo>
                    <a:pt x="1308" y="533"/>
                  </a:lnTo>
                  <a:lnTo>
                    <a:pt x="1376" y="533"/>
                  </a:lnTo>
                  <a:lnTo>
                    <a:pt x="1442" y="533"/>
                  </a:lnTo>
                  <a:lnTo>
                    <a:pt x="1509" y="533"/>
                  </a:lnTo>
                  <a:lnTo>
                    <a:pt x="1574" y="533"/>
                  </a:lnTo>
                  <a:lnTo>
                    <a:pt x="1640" y="533"/>
                  </a:lnTo>
                  <a:lnTo>
                    <a:pt x="1706" y="533"/>
                  </a:lnTo>
                  <a:lnTo>
                    <a:pt x="1773" y="533"/>
                  </a:lnTo>
                  <a:lnTo>
                    <a:pt x="1840" y="533"/>
                  </a:lnTo>
                  <a:lnTo>
                    <a:pt x="1908" y="533"/>
                  </a:lnTo>
                  <a:lnTo>
                    <a:pt x="1978" y="533"/>
                  </a:lnTo>
                  <a:lnTo>
                    <a:pt x="2050" y="533"/>
                  </a:lnTo>
                  <a:lnTo>
                    <a:pt x="2122" y="533"/>
                  </a:lnTo>
                  <a:lnTo>
                    <a:pt x="2122" y="475"/>
                  </a:lnTo>
                  <a:lnTo>
                    <a:pt x="2122" y="415"/>
                  </a:lnTo>
                  <a:lnTo>
                    <a:pt x="2122" y="355"/>
                  </a:lnTo>
                  <a:lnTo>
                    <a:pt x="2122" y="295"/>
                  </a:lnTo>
                  <a:lnTo>
                    <a:pt x="2122" y="233"/>
                  </a:lnTo>
                  <a:lnTo>
                    <a:pt x="2122" y="173"/>
                  </a:lnTo>
                  <a:lnTo>
                    <a:pt x="2122" y="114"/>
                  </a:lnTo>
                  <a:lnTo>
                    <a:pt x="2122" y="55"/>
                  </a:lnTo>
                  <a:lnTo>
                    <a:pt x="2049" y="55"/>
                  </a:lnTo>
                  <a:lnTo>
                    <a:pt x="1974" y="55"/>
                  </a:lnTo>
                  <a:lnTo>
                    <a:pt x="1900" y="55"/>
                  </a:lnTo>
                  <a:lnTo>
                    <a:pt x="1826" y="55"/>
                  </a:lnTo>
                  <a:lnTo>
                    <a:pt x="1752" y="55"/>
                  </a:lnTo>
                  <a:lnTo>
                    <a:pt x="1677" y="55"/>
                  </a:lnTo>
                  <a:lnTo>
                    <a:pt x="1603" y="55"/>
                  </a:lnTo>
                  <a:lnTo>
                    <a:pt x="1529" y="55"/>
                  </a:lnTo>
                  <a:lnTo>
                    <a:pt x="1455" y="55"/>
                  </a:lnTo>
                  <a:lnTo>
                    <a:pt x="1381" y="55"/>
                  </a:lnTo>
                  <a:lnTo>
                    <a:pt x="1306" y="55"/>
                  </a:lnTo>
                  <a:lnTo>
                    <a:pt x="1233" y="55"/>
                  </a:lnTo>
                  <a:lnTo>
                    <a:pt x="1158" y="55"/>
                  </a:lnTo>
                  <a:lnTo>
                    <a:pt x="1084" y="55"/>
                  </a:lnTo>
                  <a:lnTo>
                    <a:pt x="1010" y="55"/>
                  </a:lnTo>
                  <a:lnTo>
                    <a:pt x="936" y="55"/>
                  </a:lnTo>
                  <a:lnTo>
                    <a:pt x="833" y="59"/>
                  </a:lnTo>
                  <a:lnTo>
                    <a:pt x="736" y="70"/>
                  </a:lnTo>
                  <a:lnTo>
                    <a:pt x="644" y="88"/>
                  </a:lnTo>
                  <a:lnTo>
                    <a:pt x="559" y="114"/>
                  </a:lnTo>
                  <a:lnTo>
                    <a:pt x="480" y="145"/>
                  </a:lnTo>
                  <a:lnTo>
                    <a:pt x="407" y="181"/>
                  </a:lnTo>
                  <a:lnTo>
                    <a:pt x="339" y="222"/>
                  </a:lnTo>
                  <a:lnTo>
                    <a:pt x="279" y="268"/>
                  </a:lnTo>
                  <a:lnTo>
                    <a:pt x="224" y="318"/>
                  </a:lnTo>
                  <a:lnTo>
                    <a:pt x="175" y="372"/>
                  </a:lnTo>
                  <a:lnTo>
                    <a:pt x="132" y="428"/>
                  </a:lnTo>
                  <a:lnTo>
                    <a:pt x="95" y="487"/>
                  </a:lnTo>
                  <a:lnTo>
                    <a:pt x="63" y="550"/>
                  </a:lnTo>
                  <a:lnTo>
                    <a:pt x="39" y="612"/>
                  </a:lnTo>
                  <a:lnTo>
                    <a:pt x="20" y="676"/>
                  </a:lnTo>
                  <a:lnTo>
                    <a:pt x="7" y="741"/>
                  </a:lnTo>
                  <a:lnTo>
                    <a:pt x="1" y="807"/>
                  </a:lnTo>
                  <a:lnTo>
                    <a:pt x="0" y="871"/>
                  </a:lnTo>
                  <a:lnTo>
                    <a:pt x="6" y="935"/>
                  </a:lnTo>
                  <a:lnTo>
                    <a:pt x="17" y="998"/>
                  </a:lnTo>
                  <a:lnTo>
                    <a:pt x="35" y="1058"/>
                  </a:lnTo>
                  <a:lnTo>
                    <a:pt x="59" y="1118"/>
                  </a:lnTo>
                  <a:lnTo>
                    <a:pt x="89" y="1174"/>
                  </a:lnTo>
                  <a:lnTo>
                    <a:pt x="125" y="1226"/>
                  </a:lnTo>
                  <a:lnTo>
                    <a:pt x="167" y="1276"/>
                  </a:lnTo>
                  <a:lnTo>
                    <a:pt x="215" y="1320"/>
                  </a:lnTo>
                  <a:lnTo>
                    <a:pt x="271" y="1360"/>
                  </a:lnTo>
                  <a:lnTo>
                    <a:pt x="331" y="1395"/>
                  </a:lnTo>
                  <a:lnTo>
                    <a:pt x="398" y="1425"/>
                  </a:lnTo>
                  <a:lnTo>
                    <a:pt x="471" y="1448"/>
                  </a:lnTo>
                  <a:lnTo>
                    <a:pt x="551" y="1464"/>
                  </a:lnTo>
                  <a:lnTo>
                    <a:pt x="636" y="1475"/>
                  </a:lnTo>
                  <a:lnTo>
                    <a:pt x="700" y="1475"/>
                  </a:lnTo>
                  <a:lnTo>
                    <a:pt x="761" y="1475"/>
                  </a:lnTo>
                  <a:lnTo>
                    <a:pt x="820" y="1475"/>
                  </a:lnTo>
                  <a:lnTo>
                    <a:pt x="875" y="1475"/>
                  </a:lnTo>
                  <a:lnTo>
                    <a:pt x="929" y="1475"/>
                  </a:lnTo>
                  <a:lnTo>
                    <a:pt x="981" y="1475"/>
                  </a:lnTo>
                  <a:lnTo>
                    <a:pt x="1031" y="1475"/>
                  </a:lnTo>
                  <a:lnTo>
                    <a:pt x="1082" y="1475"/>
                  </a:lnTo>
                  <a:lnTo>
                    <a:pt x="1131" y="1475"/>
                  </a:lnTo>
                  <a:lnTo>
                    <a:pt x="1183" y="1475"/>
                  </a:lnTo>
                  <a:lnTo>
                    <a:pt x="1234" y="1475"/>
                  </a:lnTo>
                  <a:lnTo>
                    <a:pt x="1286" y="1475"/>
                  </a:lnTo>
                  <a:lnTo>
                    <a:pt x="1339" y="1475"/>
                  </a:lnTo>
                  <a:lnTo>
                    <a:pt x="1395" y="1475"/>
                  </a:lnTo>
                  <a:lnTo>
                    <a:pt x="1455" y="1475"/>
                  </a:lnTo>
                  <a:lnTo>
                    <a:pt x="1516" y="1475"/>
                  </a:lnTo>
                  <a:lnTo>
                    <a:pt x="1545" y="1476"/>
                  </a:lnTo>
                  <a:lnTo>
                    <a:pt x="1571" y="1480"/>
                  </a:lnTo>
                  <a:lnTo>
                    <a:pt x="1597" y="1487"/>
                  </a:lnTo>
                  <a:lnTo>
                    <a:pt x="1620" y="1496"/>
                  </a:lnTo>
                  <a:lnTo>
                    <a:pt x="1641" y="1507"/>
                  </a:lnTo>
                  <a:lnTo>
                    <a:pt x="1660" y="1522"/>
                  </a:lnTo>
                  <a:lnTo>
                    <a:pt x="1678" y="1537"/>
                  </a:lnTo>
                  <a:lnTo>
                    <a:pt x="1694" y="1554"/>
                  </a:lnTo>
                  <a:lnTo>
                    <a:pt x="1708" y="1573"/>
                  </a:lnTo>
                  <a:lnTo>
                    <a:pt x="1720" y="1593"/>
                  </a:lnTo>
                  <a:lnTo>
                    <a:pt x="1731" y="1615"/>
                  </a:lnTo>
                  <a:lnTo>
                    <a:pt x="1739" y="1638"/>
                  </a:lnTo>
                  <a:lnTo>
                    <a:pt x="1745" y="1661"/>
                  </a:lnTo>
                  <a:lnTo>
                    <a:pt x="1750" y="1686"/>
                  </a:lnTo>
                  <a:lnTo>
                    <a:pt x="1752" y="1711"/>
                  </a:lnTo>
                  <a:lnTo>
                    <a:pt x="1753" y="1736"/>
                  </a:lnTo>
                  <a:lnTo>
                    <a:pt x="1752" y="1762"/>
                  </a:lnTo>
                  <a:lnTo>
                    <a:pt x="1749" y="1788"/>
                  </a:lnTo>
                  <a:lnTo>
                    <a:pt x="1745" y="1813"/>
                  </a:lnTo>
                  <a:lnTo>
                    <a:pt x="1738" y="1839"/>
                  </a:lnTo>
                  <a:lnTo>
                    <a:pt x="1730" y="1863"/>
                  </a:lnTo>
                  <a:lnTo>
                    <a:pt x="1719" y="1888"/>
                  </a:lnTo>
                  <a:lnTo>
                    <a:pt x="1707" y="1911"/>
                  </a:lnTo>
                  <a:lnTo>
                    <a:pt x="1693" y="1934"/>
                  </a:lnTo>
                  <a:lnTo>
                    <a:pt x="1676" y="1955"/>
                  </a:lnTo>
                  <a:lnTo>
                    <a:pt x="1659" y="1975"/>
                  </a:lnTo>
                  <a:lnTo>
                    <a:pt x="1640" y="1995"/>
                  </a:lnTo>
                  <a:lnTo>
                    <a:pt x="1617" y="2012"/>
                  </a:lnTo>
                  <a:lnTo>
                    <a:pt x="1594" y="2027"/>
                  </a:lnTo>
                  <a:lnTo>
                    <a:pt x="1568" y="2041"/>
                  </a:lnTo>
                  <a:lnTo>
                    <a:pt x="1541" y="2052"/>
                  </a:lnTo>
                  <a:lnTo>
                    <a:pt x="1512" y="20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052" name="Rectangle 16">
            <a:extLst>
              <a:ext uri="{FF2B5EF4-FFF2-40B4-BE49-F238E27FC236}">
                <a16:creationId xmlns:a16="http://schemas.microsoft.com/office/drawing/2014/main" id="{6E68792E-526C-A1CA-F6CE-1C5ED5930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87450" y="0"/>
            <a:ext cx="795655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3" name="Rectangle 17">
            <a:extLst>
              <a:ext uri="{FF2B5EF4-FFF2-40B4-BE49-F238E27FC236}">
                <a16:creationId xmlns:a16="http://schemas.microsoft.com/office/drawing/2014/main" id="{B193DA34-43FC-78D4-B872-99C4872F8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7450" y="908050"/>
            <a:ext cx="7956550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2054" name="Picture 22" descr="1206-b2">
            <a:extLst>
              <a:ext uri="{FF2B5EF4-FFF2-40B4-BE49-F238E27FC236}">
                <a16:creationId xmlns:a16="http://schemas.microsoft.com/office/drawing/2014/main" id="{7E93D07D-99C9-31BE-18DA-C60064872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9238"/>
            <a:ext cx="9144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fgp.senao.com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58.png"/><Relationship Id="rId7" Type="http://schemas.openxmlformats.org/officeDocument/2006/relationships/image" Target="../media/image8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9">
            <a:extLst>
              <a:ext uri="{FF2B5EF4-FFF2-40B4-BE49-F238E27FC236}">
                <a16:creationId xmlns:a16="http://schemas.microsoft.com/office/drawing/2014/main" id="{41CBE094-203E-2906-92C5-5265DC4FC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1700808"/>
            <a:ext cx="7451725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en-US" altLang="zh-TW" sz="4000" b="0" dirty="0">
                <a:solidFill>
                  <a:schemeClr val="bg1"/>
                </a:solidFill>
              </a:rPr>
              <a:t>MBOM</a:t>
            </a:r>
            <a:r>
              <a:rPr lang="zh-TW" altLang="en-US" sz="4000" b="0" dirty="0">
                <a:solidFill>
                  <a:schemeClr val="bg1"/>
                </a:solidFill>
              </a:rPr>
              <a:t> </a:t>
            </a:r>
            <a:r>
              <a:rPr lang="en-US" altLang="zh-TW" sz="4000" b="0" dirty="0">
                <a:solidFill>
                  <a:schemeClr val="bg1"/>
                </a:solidFill>
              </a:rPr>
              <a:t>ECR/ECN</a:t>
            </a:r>
            <a:r>
              <a:rPr lang="zh-TW" altLang="en-US" sz="4000" b="0" dirty="0">
                <a:solidFill>
                  <a:schemeClr val="bg1"/>
                </a:solidFill>
              </a:rPr>
              <a:t> 申請操作手冊</a:t>
            </a:r>
            <a:endParaRPr lang="en-US" altLang="zh-TW" sz="4000" b="0" dirty="0">
              <a:solidFill>
                <a:schemeClr val="bg1"/>
              </a:solidFill>
            </a:endParaRPr>
          </a:p>
        </p:txBody>
      </p:sp>
      <p:sp>
        <p:nvSpPr>
          <p:cNvPr id="4099" name="Rectangle 10">
            <a:extLst>
              <a:ext uri="{FF2B5EF4-FFF2-40B4-BE49-F238E27FC236}">
                <a16:creationId xmlns:a16="http://schemas.microsoft.com/office/drawing/2014/main" id="{B8FF5FBA-E251-C437-E2E7-2B8DEC73C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355975"/>
            <a:ext cx="280035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en-US" altLang="zh-TW" sz="1800" b="0" dirty="0">
                <a:solidFill>
                  <a:schemeClr val="bg1"/>
                </a:solidFill>
                <a:ea typeface="新細明體" panose="02020500000000000000" pitchFamily="18" charset="-120"/>
              </a:rPr>
              <a:t>DCC</a:t>
            </a:r>
            <a:r>
              <a:rPr lang="zh-TW" altLang="en-US" sz="1800" b="0" dirty="0">
                <a:solidFill>
                  <a:schemeClr val="bg1"/>
                </a:solidFill>
                <a:ea typeface="新細明體" panose="02020500000000000000" pitchFamily="18" charset="-120"/>
              </a:rPr>
              <a:t> 俞素芬</a:t>
            </a:r>
            <a:endParaRPr lang="en-US" altLang="zh-TW" sz="1800" b="0" dirty="0">
              <a:solidFill>
                <a:schemeClr val="bg1"/>
              </a:solidFill>
              <a:ea typeface="新細明體" panose="02020500000000000000" pitchFamily="18" charset="-120"/>
            </a:endParaRPr>
          </a:p>
          <a:p>
            <a:pPr algn="r" eaLnBrk="1" hangingPunct="1">
              <a:spcBef>
                <a:spcPct val="20000"/>
              </a:spcBef>
            </a:pPr>
            <a:r>
              <a:rPr lang="en-US" altLang="zh-TW" sz="1800" b="0" dirty="0">
                <a:solidFill>
                  <a:schemeClr val="bg1"/>
                </a:solidFill>
                <a:ea typeface="新細明體" panose="02020500000000000000" pitchFamily="18" charset="-120"/>
              </a:rPr>
              <a:t>2024/11/06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>
            <a:extLst>
              <a:ext uri="{FF2B5EF4-FFF2-40B4-BE49-F238E27FC236}">
                <a16:creationId xmlns:a16="http://schemas.microsoft.com/office/drawing/2014/main" id="{5DCC0332-DE8A-1A7B-B766-26ADDE6DE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進入表單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E391F1F9-D2F8-ED17-426E-1E7C3A7D6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826496"/>
            <a:ext cx="6480175" cy="1869670"/>
          </a:xfrm>
          <a:prstGeom prst="rect">
            <a:avLst/>
          </a:prstGeom>
          <a:noFill/>
          <a:ln>
            <a:noFill/>
          </a:ln>
          <a:effectLst/>
        </p:spPr>
        <p:txBody>
          <a:bodyPr lIns="126960" tIns="114264" bIns="114264" anchor="ctr">
            <a:spAutoFit/>
          </a:bodyPr>
          <a:lstStyle/>
          <a:p>
            <a:pPr indent="203200">
              <a:lnSpc>
                <a:spcPts val="2600"/>
              </a:lnSpc>
              <a:defRPr/>
            </a:pPr>
            <a:r>
              <a:rPr lang="en-US" altLang="zh-TW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zh-TW" altLang="en-US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開啟 </a:t>
            </a:r>
            <a:r>
              <a:rPr lang="en-US" altLang="zh-TW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EFGP</a:t>
            </a:r>
            <a:r>
              <a:rPr lang="zh-TW" altLang="en-US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https://efgp.senao.com</a:t>
            </a:r>
            <a:r>
              <a:rPr lang="en-US" altLang="zh-TW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indent="203200">
              <a:lnSpc>
                <a:spcPts val="2600"/>
              </a:lnSpc>
              <a:defRPr/>
            </a:pPr>
            <a:r>
              <a:rPr lang="zh-TW" altLang="en-US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1.</a:t>
            </a:r>
            <a:r>
              <a:rPr lang="zh-TW" altLang="en-US" sz="1800" dirty="0" bmk="_Toc1669019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登入工號及密碼</a:t>
            </a:r>
            <a:endParaRPr lang="en-US" altLang="zh-TW" sz="1800" dirty="0" bmk="_Toc1669019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zh-TW" altLang="en-US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2.</a:t>
            </a:r>
            <a:r>
              <a:rPr lang="zh-TW" altLang="en-US" sz="1800" dirty="0" bmk="_Toc1669019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點選發起流程</a:t>
            </a:r>
            <a:endParaRPr lang="en-US" altLang="zh-TW" sz="1800" dirty="0" bmk="_Toc1669019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</a:t>
            </a:r>
            <a:r>
              <a:rPr lang="zh-TW" altLang="en-US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8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3.</a:t>
            </a:r>
            <a:r>
              <a:rPr lang="zh-TW" altLang="en-US" sz="1800" dirty="0" bmk="_Toc1669019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研發</a:t>
            </a:r>
            <a:r>
              <a:rPr lang="en-US" altLang="zh-TW" sz="1800" dirty="0" bmk="_Toc1669019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(130)</a:t>
            </a:r>
            <a:r>
              <a:rPr lang="zh-TW" altLang="en-US" sz="1800" dirty="0" bmk="_Toc1669019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選擇</a:t>
            </a:r>
            <a:r>
              <a:rPr lang="en-US" altLang="zh-TW" sz="1800" dirty="0" bmk="_Toc1669019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SENAO111(ECR/ECN)</a:t>
            </a:r>
          </a:p>
          <a:p>
            <a:pPr>
              <a:lnSpc>
                <a:spcPts val="2600"/>
              </a:lnSpc>
              <a:defRPr/>
            </a:pPr>
            <a:r>
              <a:rPr lang="zh-TW" altLang="en-US" sz="18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18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※</a:t>
            </a:r>
            <a:r>
              <a:rPr lang="en-US" altLang="zh-TW" sz="18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MBOM</a:t>
            </a:r>
            <a:r>
              <a:rPr lang="zh-TW" altLang="en-US" sz="18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EC</a:t>
            </a:r>
            <a:r>
              <a:rPr lang="zh-TW" altLang="en-US" sz="18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 機種狀態分為</a:t>
            </a:r>
            <a:r>
              <a:rPr lang="en-US" altLang="zh-TW" sz="18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PVT</a:t>
            </a:r>
            <a:r>
              <a:rPr lang="zh-TW" altLang="en-US" sz="18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18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Active</a:t>
            </a:r>
          </a:p>
        </p:txBody>
      </p:sp>
      <p:pic>
        <p:nvPicPr>
          <p:cNvPr id="6148" name="圖片 1">
            <a:extLst>
              <a:ext uri="{FF2B5EF4-FFF2-40B4-BE49-F238E27FC236}">
                <a16:creationId xmlns:a16="http://schemas.microsoft.com/office/drawing/2014/main" id="{FC40CB70-7395-C9D3-BA29-211704C44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088" y="2814638"/>
            <a:ext cx="217805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圖片 2">
            <a:extLst>
              <a:ext uri="{FF2B5EF4-FFF2-40B4-BE49-F238E27FC236}">
                <a16:creationId xmlns:a16="http://schemas.microsoft.com/office/drawing/2014/main" id="{DF153DA7-AF29-86B6-1ED0-D40E4080D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3860800"/>
            <a:ext cx="24892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55B7D0C-7BBA-3121-42AA-588DF3916ED0}"/>
              </a:ext>
            </a:extLst>
          </p:cNvPr>
          <p:cNvSpPr/>
          <p:nvPr/>
        </p:nvSpPr>
        <p:spPr>
          <a:xfrm>
            <a:off x="6435725" y="5392738"/>
            <a:ext cx="2065338" cy="219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TW" altLang="en-US"/>
          </a:p>
        </p:txBody>
      </p:sp>
      <p:pic>
        <p:nvPicPr>
          <p:cNvPr id="6151" name="圖片 5">
            <a:extLst>
              <a:ext uri="{FF2B5EF4-FFF2-40B4-BE49-F238E27FC236}">
                <a16:creationId xmlns:a16="http://schemas.microsoft.com/office/drawing/2014/main" id="{8750347D-6BD7-31C7-198E-EB1D744EB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2982913"/>
            <a:ext cx="4016375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1E004-CA00-915F-0A37-FC5B209C4F5D}"/>
              </a:ext>
            </a:extLst>
          </p:cNvPr>
          <p:cNvSpPr/>
          <p:nvPr/>
        </p:nvSpPr>
        <p:spPr>
          <a:xfrm>
            <a:off x="2917825" y="4132263"/>
            <a:ext cx="1273175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TW" altLang="en-US"/>
          </a:p>
        </p:txBody>
      </p:sp>
      <p:pic>
        <p:nvPicPr>
          <p:cNvPr id="6153" name="圖片 22">
            <a:extLst>
              <a:ext uri="{FF2B5EF4-FFF2-40B4-BE49-F238E27FC236}">
                <a16:creationId xmlns:a16="http://schemas.microsoft.com/office/drawing/2014/main" id="{EE850FC2-B061-26B5-B122-888339C62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938" y="3835400"/>
            <a:ext cx="190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4" name="Text Box 25">
            <a:extLst>
              <a:ext uri="{FF2B5EF4-FFF2-40B4-BE49-F238E27FC236}">
                <a16:creationId xmlns:a16="http://schemas.microsoft.com/office/drawing/2014/main" id="{40218E04-7835-3AF9-065C-AFAFBB056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25" y="5124450"/>
            <a:ext cx="177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6155" name="Text Box 25">
            <a:extLst>
              <a:ext uri="{FF2B5EF4-FFF2-40B4-BE49-F238E27FC236}">
                <a16:creationId xmlns:a16="http://schemas.microsoft.com/office/drawing/2014/main" id="{A082C17F-CD86-F120-68AA-CCBD2D051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338" y="3984625"/>
            <a:ext cx="3222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圖片 18">
            <a:extLst>
              <a:ext uri="{FF2B5EF4-FFF2-40B4-BE49-F238E27FC236}">
                <a16:creationId xmlns:a16="http://schemas.microsoft.com/office/drawing/2014/main" id="{DD1C87C9-69ED-3FA6-433E-1F79509A8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5175"/>
            <a:ext cx="6183312" cy="404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標題 1">
            <a:extLst>
              <a:ext uri="{FF2B5EF4-FFF2-40B4-BE49-F238E27FC236}">
                <a16:creationId xmlns:a16="http://schemas.microsoft.com/office/drawing/2014/main" id="{A44564B7-3385-4F7B-ED52-21CEB29D0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31750"/>
            <a:ext cx="7797800" cy="625475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機種名稱</a:t>
            </a:r>
          </a:p>
        </p:txBody>
      </p:sp>
      <p:sp>
        <p:nvSpPr>
          <p:cNvPr id="7172" name="Text Box 11">
            <a:extLst>
              <a:ext uri="{FF2B5EF4-FFF2-40B4-BE49-F238E27FC236}">
                <a16:creationId xmlns:a16="http://schemas.microsoft.com/office/drawing/2014/main" id="{FF538253-18E4-FB45-89E8-EFD476DAD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4408488"/>
            <a:ext cx="177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7173" name="圖說文字: 直線 3">
            <a:extLst>
              <a:ext uri="{FF2B5EF4-FFF2-40B4-BE49-F238E27FC236}">
                <a16:creationId xmlns:a16="http://schemas.microsoft.com/office/drawing/2014/main" id="{248BA516-54B3-83C0-42C9-4AD429C30AC6}"/>
              </a:ext>
            </a:extLst>
          </p:cNvPr>
          <p:cNvSpPr>
            <a:spLocks/>
          </p:cNvSpPr>
          <p:nvPr/>
        </p:nvSpPr>
        <p:spPr bwMode="auto">
          <a:xfrm>
            <a:off x="1166813" y="3870325"/>
            <a:ext cx="935037" cy="184150"/>
          </a:xfrm>
          <a:prstGeom prst="borderCallout1">
            <a:avLst>
              <a:gd name="adj1" fmla="val 7972"/>
              <a:gd name="adj2" fmla="val 98514"/>
              <a:gd name="adj3" fmla="val -55611"/>
              <a:gd name="adj4" fmla="val 131694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7174" name="Text Box 11">
            <a:extLst>
              <a:ext uri="{FF2B5EF4-FFF2-40B4-BE49-F238E27FC236}">
                <a16:creationId xmlns:a16="http://schemas.microsoft.com/office/drawing/2014/main" id="{FA6C3A2B-8970-9BBC-9FD1-B190038A6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850" y="3551238"/>
            <a:ext cx="2159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9447158-DBC0-9A72-B070-752AD10869C6}"/>
              </a:ext>
            </a:extLst>
          </p:cNvPr>
          <p:cNvSpPr txBox="1"/>
          <p:nvPr/>
        </p:nvSpPr>
        <p:spPr>
          <a:xfrm>
            <a:off x="179388" y="5154613"/>
            <a:ext cx="8857108" cy="1414041"/>
          </a:xfrm>
          <a:custGeom>
            <a:avLst/>
            <a:gdLst>
              <a:gd name="connsiteX0" fmla="*/ 0 w 8280919"/>
              <a:gd name="connsiteY0" fmla="*/ 0 h 1414041"/>
              <a:gd name="connsiteX1" fmla="*/ 8280919 w 8280919"/>
              <a:gd name="connsiteY1" fmla="*/ 0 h 1414041"/>
              <a:gd name="connsiteX2" fmla="*/ 8280919 w 8280919"/>
              <a:gd name="connsiteY2" fmla="*/ 1414041 h 1414041"/>
              <a:gd name="connsiteX3" fmla="*/ 0 w 8280919"/>
              <a:gd name="connsiteY3" fmla="*/ 1414041 h 1414041"/>
              <a:gd name="connsiteX4" fmla="*/ 0 w 8280919"/>
              <a:gd name="connsiteY4" fmla="*/ 0 h 1414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80919" h="1414041" fill="none" extrusionOk="0">
                <a:moveTo>
                  <a:pt x="0" y="0"/>
                </a:moveTo>
                <a:cubicBezTo>
                  <a:pt x="2500802" y="93789"/>
                  <a:pt x="5318227" y="129827"/>
                  <a:pt x="8280919" y="0"/>
                </a:cubicBezTo>
                <a:cubicBezTo>
                  <a:pt x="8383735" y="596132"/>
                  <a:pt x="8281944" y="963132"/>
                  <a:pt x="8280919" y="1414041"/>
                </a:cubicBezTo>
                <a:cubicBezTo>
                  <a:pt x="6017841" y="1269952"/>
                  <a:pt x="2694240" y="1245809"/>
                  <a:pt x="0" y="1414041"/>
                </a:cubicBezTo>
                <a:cubicBezTo>
                  <a:pt x="-6303" y="1086246"/>
                  <a:pt x="-118765" y="204445"/>
                  <a:pt x="0" y="0"/>
                </a:cubicBezTo>
                <a:close/>
              </a:path>
              <a:path w="8280919" h="1414041" stroke="0" extrusionOk="0">
                <a:moveTo>
                  <a:pt x="0" y="0"/>
                </a:moveTo>
                <a:cubicBezTo>
                  <a:pt x="3358256" y="135685"/>
                  <a:pt x="4686687" y="-154044"/>
                  <a:pt x="8280919" y="0"/>
                </a:cubicBezTo>
                <a:cubicBezTo>
                  <a:pt x="8197568" y="236514"/>
                  <a:pt x="8265095" y="965675"/>
                  <a:pt x="8280919" y="1414041"/>
                </a:cubicBezTo>
                <a:cubicBezTo>
                  <a:pt x="4328351" y="1407024"/>
                  <a:pt x="3671900" y="1500659"/>
                  <a:pt x="0" y="1414041"/>
                </a:cubicBezTo>
                <a:cubicBezTo>
                  <a:pt x="-48630" y="1164146"/>
                  <a:pt x="671" y="353836"/>
                  <a:pt x="0" y="0"/>
                </a:cubicBezTo>
                <a:close/>
              </a:path>
            </a:pathLst>
          </a:custGeom>
          <a:solidFill>
            <a:schemeClr val="accent5"/>
          </a:solidFill>
          <a:ln w="9525"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28600" indent="-228600">
              <a:lnSpc>
                <a:spcPts val="2100"/>
              </a:lnSpc>
              <a:buFontTx/>
              <a:buAutoNum type="arabicPeriod"/>
              <a:defRPr/>
            </a:pP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Project Code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: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選擇</a:t>
            </a:r>
            <a:r>
              <a:rPr lang="zh-TW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機種名稱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主機種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，方塊點入查詢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可直接在欄位填寫機種專案代碼，系統會自動帶出機種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21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TW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機種代碼為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碼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</a:t>
            </a:r>
            <a:r>
              <a:rPr lang="zh-TW" altLang="en-US" sz="14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主機種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:L0012)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碼後面帶 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-XX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為</a:t>
            </a:r>
            <a:r>
              <a:rPr lang="zh-TW" altLang="en-US" sz="14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衍生機種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:L0012-01)</a:t>
            </a:r>
          </a:p>
          <a:p>
            <a:pPr marL="180975" indent="-180975">
              <a:lnSpc>
                <a:spcPts val="2100"/>
              </a:lnSpc>
              <a:buFontTx/>
              <a:buAutoNum type="arabicPeriod" startAt="2"/>
              <a:defRPr/>
            </a:pP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Model Name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: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如為</a:t>
            </a:r>
            <a:r>
              <a:rPr lang="zh-TW" altLang="en-US" sz="1400" u="sng" dirty="0">
                <a:solidFill>
                  <a:srgbClr val="0000FF"/>
                </a:solidFill>
                <a:latin typeface="標楷體" panose="03000509000000000000" pitchFamily="65" charset="-120"/>
              </a:rPr>
              <a:t>衍生機種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須在此欄位做點選 </a:t>
            </a:r>
            <a:r>
              <a:rPr lang="en-US" altLang="zh-TW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(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相同客戶可一起</a:t>
            </a:r>
            <a:r>
              <a:rPr lang="en-US" altLang="zh-TW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EC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，勾選機種需</a:t>
            </a:r>
            <a:r>
              <a:rPr lang="en-US" altLang="zh-TW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EC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內其中一個機種名稱</a:t>
            </a:r>
            <a:r>
              <a:rPr lang="en-US" altLang="zh-TW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)</a:t>
            </a:r>
          </a:p>
          <a:p>
            <a:pPr>
              <a:lnSpc>
                <a:spcPts val="21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  </a:t>
            </a: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若不清楚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機種為主機種或衍生機種，可先從</a:t>
            </a:r>
            <a:r>
              <a:rPr lang="en-US" altLang="zh-TW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Model Name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此欄位查詢機種名稱，帶出機種代碼前</a:t>
            </a:r>
            <a:endParaRPr lang="en-US" altLang="zh-TW" sz="1400" dirty="0">
              <a:solidFill>
                <a:srgbClr val="0000FF"/>
              </a:solidFill>
              <a:latin typeface="標楷體" panose="03000509000000000000" pitchFamily="65" charset="-120"/>
            </a:endParaRPr>
          </a:p>
          <a:p>
            <a:pPr>
              <a:lnSpc>
                <a:spcPts val="21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    </a:t>
            </a:r>
            <a:r>
              <a:rPr lang="en-US" altLang="zh-TW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5</a:t>
            </a:r>
            <a:r>
              <a:rPr lang="zh-TW" altLang="en-US" sz="1400" dirty="0">
                <a:solidFill>
                  <a:srgbClr val="0000FF"/>
                </a:solidFill>
                <a:latin typeface="標楷體" panose="03000509000000000000" pitchFamily="65" charset="-120"/>
              </a:rPr>
              <a:t>碼就是主機種，後面有帶 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-XX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則為衍生機種</a:t>
            </a:r>
            <a:endParaRPr lang="zh-TW" altLang="en-US" sz="1400" dirty="0"/>
          </a:p>
        </p:txBody>
      </p:sp>
      <p:pic>
        <p:nvPicPr>
          <p:cNvPr id="7176" name="圖片 9">
            <a:extLst>
              <a:ext uri="{FF2B5EF4-FFF2-40B4-BE49-F238E27FC236}">
                <a16:creationId xmlns:a16="http://schemas.microsoft.com/office/drawing/2014/main" id="{F6895E97-95FD-5435-7C6F-E37A30A4C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"/>
          <a:stretch>
            <a:fillRect/>
          </a:stretch>
        </p:blipFill>
        <p:spPr bwMode="auto">
          <a:xfrm>
            <a:off x="5492750" y="1846263"/>
            <a:ext cx="3392488" cy="158273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77" name="接點: 弧形 11">
            <a:extLst>
              <a:ext uri="{FF2B5EF4-FFF2-40B4-BE49-F238E27FC236}">
                <a16:creationId xmlns:a16="http://schemas.microsoft.com/office/drawing/2014/main" id="{6EEC6C32-D270-A797-50A8-54E703F43701}"/>
              </a:ext>
            </a:extLst>
          </p:cNvPr>
          <p:cNvCxnSpPr>
            <a:cxnSpLocks/>
          </p:cNvCxnSpPr>
          <p:nvPr/>
        </p:nvCxnSpPr>
        <p:spPr bwMode="auto">
          <a:xfrm flipV="1">
            <a:off x="2105025" y="3152775"/>
            <a:ext cx="3387725" cy="733425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178" name="圖片 14">
            <a:extLst>
              <a:ext uri="{FF2B5EF4-FFF2-40B4-BE49-F238E27FC236}">
                <a16:creationId xmlns:a16="http://schemas.microsoft.com/office/drawing/2014/main" id="{F16032F0-D517-53F2-7574-BA863E1FF6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113" y="3843338"/>
            <a:ext cx="4587875" cy="12715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9" name="圖說文字: 直線 19">
            <a:extLst>
              <a:ext uri="{FF2B5EF4-FFF2-40B4-BE49-F238E27FC236}">
                <a16:creationId xmlns:a16="http://schemas.microsoft.com/office/drawing/2014/main" id="{8EC3EB78-C282-4E34-B090-4BD322A9C935}"/>
              </a:ext>
            </a:extLst>
          </p:cNvPr>
          <p:cNvSpPr>
            <a:spLocks/>
          </p:cNvSpPr>
          <p:nvPr/>
        </p:nvSpPr>
        <p:spPr bwMode="auto">
          <a:xfrm>
            <a:off x="1166813" y="4090988"/>
            <a:ext cx="935037" cy="236537"/>
          </a:xfrm>
          <a:prstGeom prst="borderCallout1">
            <a:avLst>
              <a:gd name="adj1" fmla="val 94755"/>
              <a:gd name="adj2" fmla="val 83546"/>
              <a:gd name="adj3" fmla="val 258171"/>
              <a:gd name="adj4" fmla="val 11858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7180" name="Text Box 11">
            <a:extLst>
              <a:ext uri="{FF2B5EF4-FFF2-40B4-BE49-F238E27FC236}">
                <a16:creationId xmlns:a16="http://schemas.microsoft.com/office/drawing/2014/main" id="{379A9159-8A39-8A57-BF83-0F67A5282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4748213"/>
            <a:ext cx="2159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cxnSp>
        <p:nvCxnSpPr>
          <p:cNvPr id="7181" name="接點: 弧形 22">
            <a:extLst>
              <a:ext uri="{FF2B5EF4-FFF2-40B4-BE49-F238E27FC236}">
                <a16:creationId xmlns:a16="http://schemas.microsoft.com/office/drawing/2014/main" id="{7FF25677-11A1-516C-CD1C-B5F968E27A9F}"/>
              </a:ext>
            </a:extLst>
          </p:cNvPr>
          <p:cNvCxnSpPr>
            <a:cxnSpLocks/>
          </p:cNvCxnSpPr>
          <p:nvPr/>
        </p:nvCxnSpPr>
        <p:spPr bwMode="auto">
          <a:xfrm>
            <a:off x="2101850" y="4327525"/>
            <a:ext cx="2181225" cy="290513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82" name="文字方塊 7">
            <a:extLst>
              <a:ext uri="{FF2B5EF4-FFF2-40B4-BE49-F238E27FC236}">
                <a16:creationId xmlns:a16="http://schemas.microsoft.com/office/drawing/2014/main" id="{1885CAAB-F8F6-4890-F9A6-0424DD2A2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222750"/>
            <a:ext cx="4433888" cy="690563"/>
          </a:xfrm>
          <a:prstGeom prst="rect">
            <a:avLst/>
          </a:prstGeom>
          <a:noFill/>
          <a:ln w="19050">
            <a:solidFill>
              <a:srgbClr val="CC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B95A4C36-E2AD-11F5-FC3B-A063FED98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425" y="2900363"/>
            <a:ext cx="3103563" cy="13144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9218" name="標題 1">
            <a:extLst>
              <a:ext uri="{FF2B5EF4-FFF2-40B4-BE49-F238E27FC236}">
                <a16:creationId xmlns:a16="http://schemas.microsoft.com/office/drawing/2014/main" id="{5713C0D5-DBC1-AAF2-1FAB-62523FFDA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表單填寫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客戶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ECO</a:t>
            </a:r>
            <a:r>
              <a:rPr lang="en-US" altLang="zh-TW" kern="1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Number 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填寫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196" name="圖片 2">
            <a:extLst>
              <a:ext uri="{FF2B5EF4-FFF2-40B4-BE49-F238E27FC236}">
                <a16:creationId xmlns:a16="http://schemas.microsoft.com/office/drawing/2014/main" id="{D0A73F5E-0C10-453D-8395-B6ACB8397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" y="927100"/>
            <a:ext cx="6364288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圖說文字: 直線 3">
            <a:extLst>
              <a:ext uri="{FF2B5EF4-FFF2-40B4-BE49-F238E27FC236}">
                <a16:creationId xmlns:a16="http://schemas.microsoft.com/office/drawing/2014/main" id="{65BDAABF-1A17-3C94-9161-FF36F97440A7}"/>
              </a:ext>
            </a:extLst>
          </p:cNvPr>
          <p:cNvSpPr>
            <a:spLocks/>
          </p:cNvSpPr>
          <p:nvPr/>
        </p:nvSpPr>
        <p:spPr bwMode="auto">
          <a:xfrm>
            <a:off x="1419225" y="1817688"/>
            <a:ext cx="935038" cy="236537"/>
          </a:xfrm>
          <a:prstGeom prst="borderCallout1">
            <a:avLst>
              <a:gd name="adj1" fmla="val 7972"/>
              <a:gd name="adj2" fmla="val 98514"/>
              <a:gd name="adj3" fmla="val 40282"/>
              <a:gd name="adj4" fmla="val 109514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0DB939-AFC1-F2D6-4AAA-2C1E0CD4765F}"/>
              </a:ext>
            </a:extLst>
          </p:cNvPr>
          <p:cNvSpPr txBox="1"/>
          <p:nvPr/>
        </p:nvSpPr>
        <p:spPr>
          <a:xfrm>
            <a:off x="1079500" y="4416425"/>
            <a:ext cx="6985000" cy="2038350"/>
          </a:xfrm>
          <a:custGeom>
            <a:avLst/>
            <a:gdLst>
              <a:gd name="connsiteX0" fmla="*/ 0 w 6984776"/>
              <a:gd name="connsiteY0" fmla="*/ 0 h 2039469"/>
              <a:gd name="connsiteX1" fmla="*/ 558782 w 6984776"/>
              <a:gd name="connsiteY1" fmla="*/ 0 h 2039469"/>
              <a:gd name="connsiteX2" fmla="*/ 1396955 w 6984776"/>
              <a:gd name="connsiteY2" fmla="*/ 0 h 2039469"/>
              <a:gd name="connsiteX3" fmla="*/ 2235128 w 6984776"/>
              <a:gd name="connsiteY3" fmla="*/ 0 h 2039469"/>
              <a:gd name="connsiteX4" fmla="*/ 2863758 w 6984776"/>
              <a:gd name="connsiteY4" fmla="*/ 0 h 2039469"/>
              <a:gd name="connsiteX5" fmla="*/ 3562236 w 6984776"/>
              <a:gd name="connsiteY5" fmla="*/ 0 h 2039469"/>
              <a:gd name="connsiteX6" fmla="*/ 4051170 w 6984776"/>
              <a:gd name="connsiteY6" fmla="*/ 0 h 2039469"/>
              <a:gd name="connsiteX7" fmla="*/ 4679800 w 6984776"/>
              <a:gd name="connsiteY7" fmla="*/ 0 h 2039469"/>
              <a:gd name="connsiteX8" fmla="*/ 5378278 w 6984776"/>
              <a:gd name="connsiteY8" fmla="*/ 0 h 2039469"/>
              <a:gd name="connsiteX9" fmla="*/ 6216451 w 6984776"/>
              <a:gd name="connsiteY9" fmla="*/ 0 h 2039469"/>
              <a:gd name="connsiteX10" fmla="*/ 6984776 w 6984776"/>
              <a:gd name="connsiteY10" fmla="*/ 0 h 2039469"/>
              <a:gd name="connsiteX11" fmla="*/ 6984776 w 6984776"/>
              <a:gd name="connsiteY11" fmla="*/ 720612 h 2039469"/>
              <a:gd name="connsiteX12" fmla="*/ 6984776 w 6984776"/>
              <a:gd name="connsiteY12" fmla="*/ 1380041 h 2039469"/>
              <a:gd name="connsiteX13" fmla="*/ 6984776 w 6984776"/>
              <a:gd name="connsiteY13" fmla="*/ 2039469 h 2039469"/>
              <a:gd name="connsiteX14" fmla="*/ 6495842 w 6984776"/>
              <a:gd name="connsiteY14" fmla="*/ 2039469 h 2039469"/>
              <a:gd name="connsiteX15" fmla="*/ 5867212 w 6984776"/>
              <a:gd name="connsiteY15" fmla="*/ 2039469 h 2039469"/>
              <a:gd name="connsiteX16" fmla="*/ 5029039 w 6984776"/>
              <a:gd name="connsiteY16" fmla="*/ 2039469 h 2039469"/>
              <a:gd name="connsiteX17" fmla="*/ 4400409 w 6984776"/>
              <a:gd name="connsiteY17" fmla="*/ 2039469 h 2039469"/>
              <a:gd name="connsiteX18" fmla="*/ 3841627 w 6984776"/>
              <a:gd name="connsiteY18" fmla="*/ 2039469 h 2039469"/>
              <a:gd name="connsiteX19" fmla="*/ 3073301 w 6984776"/>
              <a:gd name="connsiteY19" fmla="*/ 2039469 h 2039469"/>
              <a:gd name="connsiteX20" fmla="*/ 2514519 w 6984776"/>
              <a:gd name="connsiteY20" fmla="*/ 2039469 h 2039469"/>
              <a:gd name="connsiteX21" fmla="*/ 1746194 w 6984776"/>
              <a:gd name="connsiteY21" fmla="*/ 2039469 h 2039469"/>
              <a:gd name="connsiteX22" fmla="*/ 908021 w 6984776"/>
              <a:gd name="connsiteY22" fmla="*/ 2039469 h 2039469"/>
              <a:gd name="connsiteX23" fmla="*/ 0 w 6984776"/>
              <a:gd name="connsiteY23" fmla="*/ 2039469 h 2039469"/>
              <a:gd name="connsiteX24" fmla="*/ 0 w 6984776"/>
              <a:gd name="connsiteY24" fmla="*/ 1420830 h 2039469"/>
              <a:gd name="connsiteX25" fmla="*/ 0 w 6984776"/>
              <a:gd name="connsiteY25" fmla="*/ 720612 h 2039469"/>
              <a:gd name="connsiteX26" fmla="*/ 0 w 6984776"/>
              <a:gd name="connsiteY26" fmla="*/ 0 h 2039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984776" h="2039469" fill="none" extrusionOk="0">
                <a:moveTo>
                  <a:pt x="0" y="0"/>
                </a:moveTo>
                <a:cubicBezTo>
                  <a:pt x="165927" y="20552"/>
                  <a:pt x="341485" y="-11680"/>
                  <a:pt x="558782" y="0"/>
                </a:cubicBezTo>
                <a:cubicBezTo>
                  <a:pt x="776079" y="11680"/>
                  <a:pt x="1197417" y="-2976"/>
                  <a:pt x="1396955" y="0"/>
                </a:cubicBezTo>
                <a:cubicBezTo>
                  <a:pt x="1596493" y="2976"/>
                  <a:pt x="1834800" y="-36326"/>
                  <a:pt x="2235128" y="0"/>
                </a:cubicBezTo>
                <a:cubicBezTo>
                  <a:pt x="2635456" y="36326"/>
                  <a:pt x="2551184" y="9515"/>
                  <a:pt x="2863758" y="0"/>
                </a:cubicBezTo>
                <a:cubicBezTo>
                  <a:pt x="3176332" y="-9515"/>
                  <a:pt x="3276887" y="8248"/>
                  <a:pt x="3562236" y="0"/>
                </a:cubicBezTo>
                <a:cubicBezTo>
                  <a:pt x="3847585" y="-8248"/>
                  <a:pt x="3830659" y="-12510"/>
                  <a:pt x="4051170" y="0"/>
                </a:cubicBezTo>
                <a:cubicBezTo>
                  <a:pt x="4271681" y="12510"/>
                  <a:pt x="4429423" y="-15630"/>
                  <a:pt x="4679800" y="0"/>
                </a:cubicBezTo>
                <a:cubicBezTo>
                  <a:pt x="4930177" y="15630"/>
                  <a:pt x="5164968" y="-14350"/>
                  <a:pt x="5378278" y="0"/>
                </a:cubicBezTo>
                <a:cubicBezTo>
                  <a:pt x="5591588" y="14350"/>
                  <a:pt x="6022442" y="8364"/>
                  <a:pt x="6216451" y="0"/>
                </a:cubicBezTo>
                <a:cubicBezTo>
                  <a:pt x="6410460" y="-8364"/>
                  <a:pt x="6641253" y="34066"/>
                  <a:pt x="6984776" y="0"/>
                </a:cubicBezTo>
                <a:cubicBezTo>
                  <a:pt x="6978353" y="225206"/>
                  <a:pt x="6985215" y="409811"/>
                  <a:pt x="6984776" y="720612"/>
                </a:cubicBezTo>
                <a:cubicBezTo>
                  <a:pt x="6984337" y="1031413"/>
                  <a:pt x="7011134" y="1149767"/>
                  <a:pt x="6984776" y="1380041"/>
                </a:cubicBezTo>
                <a:cubicBezTo>
                  <a:pt x="6958418" y="1610315"/>
                  <a:pt x="7011294" y="1864484"/>
                  <a:pt x="6984776" y="2039469"/>
                </a:cubicBezTo>
                <a:cubicBezTo>
                  <a:pt x="6834074" y="2015075"/>
                  <a:pt x="6680928" y="2041014"/>
                  <a:pt x="6495842" y="2039469"/>
                </a:cubicBezTo>
                <a:cubicBezTo>
                  <a:pt x="6310756" y="2037924"/>
                  <a:pt x="6131071" y="2046650"/>
                  <a:pt x="5867212" y="2039469"/>
                </a:cubicBezTo>
                <a:cubicBezTo>
                  <a:pt x="5603353" y="2032289"/>
                  <a:pt x="5416830" y="2035286"/>
                  <a:pt x="5029039" y="2039469"/>
                </a:cubicBezTo>
                <a:cubicBezTo>
                  <a:pt x="4641248" y="2043652"/>
                  <a:pt x="4540684" y="2058170"/>
                  <a:pt x="4400409" y="2039469"/>
                </a:cubicBezTo>
                <a:cubicBezTo>
                  <a:pt x="4260134" y="2020769"/>
                  <a:pt x="4036459" y="2014879"/>
                  <a:pt x="3841627" y="2039469"/>
                </a:cubicBezTo>
                <a:cubicBezTo>
                  <a:pt x="3646795" y="2064059"/>
                  <a:pt x="3300407" y="2041607"/>
                  <a:pt x="3073301" y="2039469"/>
                </a:cubicBezTo>
                <a:cubicBezTo>
                  <a:pt x="2846195" y="2037331"/>
                  <a:pt x="2751248" y="2028007"/>
                  <a:pt x="2514519" y="2039469"/>
                </a:cubicBezTo>
                <a:cubicBezTo>
                  <a:pt x="2277790" y="2050931"/>
                  <a:pt x="1936849" y="2005391"/>
                  <a:pt x="1746194" y="2039469"/>
                </a:cubicBezTo>
                <a:cubicBezTo>
                  <a:pt x="1555540" y="2073547"/>
                  <a:pt x="1167312" y="2035919"/>
                  <a:pt x="908021" y="2039469"/>
                </a:cubicBezTo>
                <a:cubicBezTo>
                  <a:pt x="648730" y="2043019"/>
                  <a:pt x="391442" y="2029662"/>
                  <a:pt x="0" y="2039469"/>
                </a:cubicBezTo>
                <a:cubicBezTo>
                  <a:pt x="-23866" y="1769149"/>
                  <a:pt x="-27377" y="1676379"/>
                  <a:pt x="0" y="1420830"/>
                </a:cubicBezTo>
                <a:cubicBezTo>
                  <a:pt x="27377" y="1165281"/>
                  <a:pt x="32844" y="960943"/>
                  <a:pt x="0" y="720612"/>
                </a:cubicBezTo>
                <a:cubicBezTo>
                  <a:pt x="-32844" y="480281"/>
                  <a:pt x="31270" y="204462"/>
                  <a:pt x="0" y="0"/>
                </a:cubicBezTo>
                <a:close/>
              </a:path>
              <a:path w="6984776" h="2039469" stroke="0" extrusionOk="0">
                <a:moveTo>
                  <a:pt x="0" y="0"/>
                </a:moveTo>
                <a:cubicBezTo>
                  <a:pt x="241234" y="-26310"/>
                  <a:pt x="432896" y="-1874"/>
                  <a:pt x="628630" y="0"/>
                </a:cubicBezTo>
                <a:cubicBezTo>
                  <a:pt x="824364" y="1874"/>
                  <a:pt x="1154423" y="-33007"/>
                  <a:pt x="1327107" y="0"/>
                </a:cubicBezTo>
                <a:cubicBezTo>
                  <a:pt x="1499791" y="33007"/>
                  <a:pt x="1823854" y="-3561"/>
                  <a:pt x="1955737" y="0"/>
                </a:cubicBezTo>
                <a:cubicBezTo>
                  <a:pt x="2087620" y="3561"/>
                  <a:pt x="2365132" y="8590"/>
                  <a:pt x="2724063" y="0"/>
                </a:cubicBezTo>
                <a:cubicBezTo>
                  <a:pt x="3082994" y="-8590"/>
                  <a:pt x="3101752" y="-10411"/>
                  <a:pt x="3282845" y="0"/>
                </a:cubicBezTo>
                <a:cubicBezTo>
                  <a:pt x="3463938" y="10411"/>
                  <a:pt x="3566423" y="20586"/>
                  <a:pt x="3771779" y="0"/>
                </a:cubicBezTo>
                <a:cubicBezTo>
                  <a:pt x="3977135" y="-20586"/>
                  <a:pt x="4102296" y="9386"/>
                  <a:pt x="4260713" y="0"/>
                </a:cubicBezTo>
                <a:cubicBezTo>
                  <a:pt x="4419130" y="-9386"/>
                  <a:pt x="4551282" y="-12369"/>
                  <a:pt x="4819495" y="0"/>
                </a:cubicBezTo>
                <a:cubicBezTo>
                  <a:pt x="5087708" y="12369"/>
                  <a:pt x="5104900" y="17333"/>
                  <a:pt x="5378278" y="0"/>
                </a:cubicBezTo>
                <a:cubicBezTo>
                  <a:pt x="5651656" y="-17333"/>
                  <a:pt x="6010711" y="-31910"/>
                  <a:pt x="6216451" y="0"/>
                </a:cubicBezTo>
                <a:cubicBezTo>
                  <a:pt x="6422191" y="31910"/>
                  <a:pt x="6668137" y="-33754"/>
                  <a:pt x="6984776" y="0"/>
                </a:cubicBezTo>
                <a:cubicBezTo>
                  <a:pt x="6977660" y="305047"/>
                  <a:pt x="6974521" y="466958"/>
                  <a:pt x="6984776" y="720612"/>
                </a:cubicBezTo>
                <a:cubicBezTo>
                  <a:pt x="6995031" y="974266"/>
                  <a:pt x="7003001" y="1158418"/>
                  <a:pt x="6984776" y="1359646"/>
                </a:cubicBezTo>
                <a:cubicBezTo>
                  <a:pt x="6966551" y="1560874"/>
                  <a:pt x="6966509" y="1883135"/>
                  <a:pt x="6984776" y="2039469"/>
                </a:cubicBezTo>
                <a:cubicBezTo>
                  <a:pt x="6829683" y="2019868"/>
                  <a:pt x="6725709" y="2058872"/>
                  <a:pt x="6495842" y="2039469"/>
                </a:cubicBezTo>
                <a:cubicBezTo>
                  <a:pt x="6265975" y="2020066"/>
                  <a:pt x="6133698" y="2012449"/>
                  <a:pt x="5867212" y="2039469"/>
                </a:cubicBezTo>
                <a:cubicBezTo>
                  <a:pt x="5600726" y="2066490"/>
                  <a:pt x="5531927" y="2051317"/>
                  <a:pt x="5378278" y="2039469"/>
                </a:cubicBezTo>
                <a:cubicBezTo>
                  <a:pt x="5224629" y="2027621"/>
                  <a:pt x="4737289" y="2063338"/>
                  <a:pt x="4540104" y="2039469"/>
                </a:cubicBezTo>
                <a:cubicBezTo>
                  <a:pt x="4342919" y="2015600"/>
                  <a:pt x="4044684" y="2025366"/>
                  <a:pt x="3701931" y="2039469"/>
                </a:cubicBezTo>
                <a:cubicBezTo>
                  <a:pt x="3359178" y="2053572"/>
                  <a:pt x="3190448" y="2001095"/>
                  <a:pt x="2933606" y="2039469"/>
                </a:cubicBezTo>
                <a:cubicBezTo>
                  <a:pt x="2676765" y="2077843"/>
                  <a:pt x="2554298" y="2042121"/>
                  <a:pt x="2235128" y="2039469"/>
                </a:cubicBezTo>
                <a:cubicBezTo>
                  <a:pt x="1915958" y="2036817"/>
                  <a:pt x="1854971" y="2033077"/>
                  <a:pt x="1606498" y="2039469"/>
                </a:cubicBezTo>
                <a:cubicBezTo>
                  <a:pt x="1358025" y="2045862"/>
                  <a:pt x="1065435" y="2019764"/>
                  <a:pt x="838173" y="2039469"/>
                </a:cubicBezTo>
                <a:cubicBezTo>
                  <a:pt x="610911" y="2059174"/>
                  <a:pt x="374602" y="2023860"/>
                  <a:pt x="0" y="2039469"/>
                </a:cubicBezTo>
                <a:cubicBezTo>
                  <a:pt x="-31005" y="1723846"/>
                  <a:pt x="-23567" y="1629603"/>
                  <a:pt x="0" y="1339251"/>
                </a:cubicBezTo>
                <a:cubicBezTo>
                  <a:pt x="23567" y="1048899"/>
                  <a:pt x="22021" y="978820"/>
                  <a:pt x="0" y="700218"/>
                </a:cubicBezTo>
                <a:cubicBezTo>
                  <a:pt x="-22021" y="421616"/>
                  <a:pt x="-25751" y="290843"/>
                  <a:pt x="0" y="0"/>
                </a:cubicBezTo>
                <a:close/>
              </a:path>
            </a:pathLst>
          </a:custGeom>
          <a:solidFill>
            <a:schemeClr val="accent5"/>
          </a:solidFill>
          <a:ln w="6350">
            <a:solidFill>
              <a:schemeClr val="bg1">
                <a:lumMod val="75000"/>
              </a:schemeClr>
            </a:solidFill>
            <a:prstDash val="sysDash"/>
            <a:miter lim="800000"/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1.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判斷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Model Name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機種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有在系統設定連結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客戶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名稱，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此欄位自動帶出客戶名稱，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200"/>
              </a:lnSpc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流程則會加簽業務審核關卡，業務人員可填寫及修改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ECO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Number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內容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200"/>
              </a:lnSpc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ECO</a:t>
            </a:r>
            <a:r>
              <a:rPr lang="zh-TW" altLang="en-US" sz="1400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Number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欄位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若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填寫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內容，表單則在結案時，系統會自動發出通知信給相關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200"/>
              </a:lnSpc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收信人員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如上圖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)(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通知名單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PM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或業務單位提供給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MIS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做設定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2-1. ECO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Number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有填寫內容，需附上客戶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ECO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檔案，未附上傳送時提示上傳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2-2. ECO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Number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未填寫內容，在傳送表單時會提示，不需填寫則按取消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3.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針對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ECO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Number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，欄位可做備註說明</a:t>
            </a:r>
            <a:endParaRPr lang="zh-TW" altLang="zh-TW" sz="1400" kern="1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8199" name="文字方塊 7">
            <a:extLst>
              <a:ext uri="{FF2B5EF4-FFF2-40B4-BE49-F238E27FC236}">
                <a16:creationId xmlns:a16="http://schemas.microsoft.com/office/drawing/2014/main" id="{5620245E-58AA-0DCB-AB5D-439DEEA8B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1344613"/>
            <a:ext cx="2519363" cy="236537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8200" name="圖說文字: 直線 8">
            <a:extLst>
              <a:ext uri="{FF2B5EF4-FFF2-40B4-BE49-F238E27FC236}">
                <a16:creationId xmlns:a16="http://schemas.microsoft.com/office/drawing/2014/main" id="{316F5280-08FD-93F7-1D1D-177D3AA1E806}"/>
              </a:ext>
            </a:extLst>
          </p:cNvPr>
          <p:cNvSpPr>
            <a:spLocks/>
          </p:cNvSpPr>
          <p:nvPr/>
        </p:nvSpPr>
        <p:spPr bwMode="auto">
          <a:xfrm>
            <a:off x="3302000" y="1808163"/>
            <a:ext cx="1008063" cy="236537"/>
          </a:xfrm>
          <a:prstGeom prst="borderCallout1">
            <a:avLst>
              <a:gd name="adj1" fmla="val 7972"/>
              <a:gd name="adj2" fmla="val 98514"/>
              <a:gd name="adj3" fmla="val -46236"/>
              <a:gd name="adj4" fmla="val 102560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8201" name="Text Box 11">
            <a:extLst>
              <a:ext uri="{FF2B5EF4-FFF2-40B4-BE49-F238E27FC236}">
                <a16:creationId xmlns:a16="http://schemas.microsoft.com/office/drawing/2014/main" id="{19802420-7123-E59B-5A18-3D847217D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1905000"/>
            <a:ext cx="303213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8202" name="Text Box 11">
            <a:extLst>
              <a:ext uri="{FF2B5EF4-FFF2-40B4-BE49-F238E27FC236}">
                <a16:creationId xmlns:a16="http://schemas.microsoft.com/office/drawing/2014/main" id="{785511AA-8767-A5F9-BBA7-97ADABBAF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651000"/>
            <a:ext cx="2159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cxnSp>
        <p:nvCxnSpPr>
          <p:cNvPr id="8203" name="接點: 弧形 16">
            <a:extLst>
              <a:ext uri="{FF2B5EF4-FFF2-40B4-BE49-F238E27FC236}">
                <a16:creationId xmlns:a16="http://schemas.microsoft.com/office/drawing/2014/main" id="{90CE88D2-82A7-E1DE-9727-01C950E8E6B2}"/>
              </a:ext>
            </a:extLst>
          </p:cNvPr>
          <p:cNvCxnSpPr>
            <a:cxnSpLocks/>
          </p:cNvCxnSpPr>
          <p:nvPr/>
        </p:nvCxnSpPr>
        <p:spPr bwMode="auto">
          <a:xfrm>
            <a:off x="4229100" y="2112963"/>
            <a:ext cx="396875" cy="274637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204" name="群組 4">
            <a:extLst>
              <a:ext uri="{FF2B5EF4-FFF2-40B4-BE49-F238E27FC236}">
                <a16:creationId xmlns:a16="http://schemas.microsoft.com/office/drawing/2014/main" id="{C441B99E-1CB1-9E15-CCDE-DDF1A559867F}"/>
              </a:ext>
            </a:extLst>
          </p:cNvPr>
          <p:cNvGrpSpPr>
            <a:grpSpLocks/>
          </p:cNvGrpSpPr>
          <p:nvPr/>
        </p:nvGrpSpPr>
        <p:grpSpPr bwMode="auto">
          <a:xfrm>
            <a:off x="4679950" y="998538"/>
            <a:ext cx="4378325" cy="1790700"/>
            <a:chOff x="4643438" y="935038"/>
            <a:chExt cx="4378325" cy="1790700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7B271632-7872-ACC7-F30A-F0320A0BF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3438" y="935038"/>
              <a:ext cx="4378325" cy="179070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8211" name="矩形 1">
              <a:extLst>
                <a:ext uri="{FF2B5EF4-FFF2-40B4-BE49-F238E27FC236}">
                  <a16:creationId xmlns:a16="http://schemas.microsoft.com/office/drawing/2014/main" id="{831A075A-D20C-9FD3-16C5-12A391D1F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9725" y="1411288"/>
              <a:ext cx="3570288" cy="184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TW" altLang="en-US" sz="1800" b="0"/>
            </a:p>
          </p:txBody>
        </p:sp>
      </p:grpSp>
      <p:sp>
        <p:nvSpPr>
          <p:cNvPr id="8205" name="Text Box 11">
            <a:extLst>
              <a:ext uri="{FF2B5EF4-FFF2-40B4-BE49-F238E27FC236}">
                <a16:creationId xmlns:a16="http://schemas.microsoft.com/office/drawing/2014/main" id="{E60D4640-E76D-7AA9-E91F-60CDA93E6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913" y="3003550"/>
            <a:ext cx="39528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2-2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A789A84-9A3C-ED7B-2412-9A9F4896429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80" r="-1"/>
          <a:stretch/>
        </p:blipFill>
        <p:spPr>
          <a:xfrm>
            <a:off x="1123950" y="2830513"/>
            <a:ext cx="2921000" cy="14081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207" name="Text Box 11">
            <a:extLst>
              <a:ext uri="{FF2B5EF4-FFF2-40B4-BE49-F238E27FC236}">
                <a16:creationId xmlns:a16="http://schemas.microsoft.com/office/drawing/2014/main" id="{A45AB77B-DF29-0F66-9707-5F54D6175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350" y="2976563"/>
            <a:ext cx="3952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2-1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8208" name="圖說文字: 直線 8">
            <a:extLst>
              <a:ext uri="{FF2B5EF4-FFF2-40B4-BE49-F238E27FC236}">
                <a16:creationId xmlns:a16="http://schemas.microsoft.com/office/drawing/2014/main" id="{B32DAB1C-5DD8-5F7A-C1D2-DF2BE88B0017}"/>
              </a:ext>
            </a:extLst>
          </p:cNvPr>
          <p:cNvSpPr>
            <a:spLocks/>
          </p:cNvSpPr>
          <p:nvPr/>
        </p:nvSpPr>
        <p:spPr bwMode="auto">
          <a:xfrm>
            <a:off x="1425575" y="2230438"/>
            <a:ext cx="2714625" cy="495300"/>
          </a:xfrm>
          <a:prstGeom prst="borderCallout1">
            <a:avLst>
              <a:gd name="adj1" fmla="val 9861"/>
              <a:gd name="adj2" fmla="val 99889"/>
              <a:gd name="adj3" fmla="val 51880"/>
              <a:gd name="adj4" fmla="val 10599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8209" name="Text Box 11">
            <a:extLst>
              <a:ext uri="{FF2B5EF4-FFF2-40B4-BE49-F238E27FC236}">
                <a16:creationId xmlns:a16="http://schemas.microsoft.com/office/drawing/2014/main" id="{27181A35-48DE-787A-B461-98EC82289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8" y="2498725"/>
            <a:ext cx="2698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>
            <a:extLst>
              <a:ext uri="{FF2B5EF4-FFF2-40B4-BE49-F238E27FC236}">
                <a16:creationId xmlns:a16="http://schemas.microsoft.com/office/drawing/2014/main" id="{331FCBBC-9A04-5F11-67C8-3E6AC22F6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4450"/>
            <a:ext cx="7740650" cy="649288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勾選急件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&amp;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一般件</a:t>
            </a:r>
          </a:p>
        </p:txBody>
      </p:sp>
      <p:pic>
        <p:nvPicPr>
          <p:cNvPr id="9219" name="圖片 4">
            <a:extLst>
              <a:ext uri="{FF2B5EF4-FFF2-40B4-BE49-F238E27FC236}">
                <a16:creationId xmlns:a16="http://schemas.microsoft.com/office/drawing/2014/main" id="{2C8162D6-46CD-EE90-9DB7-35412630A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25538"/>
            <a:ext cx="6611938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EF13232-AB73-B585-1782-3FC186791C3E}"/>
              </a:ext>
            </a:extLst>
          </p:cNvPr>
          <p:cNvSpPr txBox="1"/>
          <p:nvPr/>
        </p:nvSpPr>
        <p:spPr>
          <a:xfrm>
            <a:off x="971600" y="4807940"/>
            <a:ext cx="7545388" cy="1433534"/>
          </a:xfrm>
          <a:custGeom>
            <a:avLst/>
            <a:gdLst>
              <a:gd name="connsiteX0" fmla="*/ 0 w 7545556"/>
              <a:gd name="connsiteY0" fmla="*/ 0 h 2299156"/>
              <a:gd name="connsiteX1" fmla="*/ 459593 w 7545556"/>
              <a:gd name="connsiteY1" fmla="*/ 0 h 2299156"/>
              <a:gd name="connsiteX2" fmla="*/ 1145553 w 7545556"/>
              <a:gd name="connsiteY2" fmla="*/ 0 h 2299156"/>
              <a:gd name="connsiteX3" fmla="*/ 1605146 w 7545556"/>
              <a:gd name="connsiteY3" fmla="*/ 0 h 2299156"/>
              <a:gd name="connsiteX4" fmla="*/ 2215650 w 7545556"/>
              <a:gd name="connsiteY4" fmla="*/ 0 h 2299156"/>
              <a:gd name="connsiteX5" fmla="*/ 2901609 w 7545556"/>
              <a:gd name="connsiteY5" fmla="*/ 0 h 2299156"/>
              <a:gd name="connsiteX6" fmla="*/ 3738480 w 7545556"/>
              <a:gd name="connsiteY6" fmla="*/ 0 h 2299156"/>
              <a:gd name="connsiteX7" fmla="*/ 4499895 w 7545556"/>
              <a:gd name="connsiteY7" fmla="*/ 0 h 2299156"/>
              <a:gd name="connsiteX8" fmla="*/ 5336766 w 7545556"/>
              <a:gd name="connsiteY8" fmla="*/ 0 h 2299156"/>
              <a:gd name="connsiteX9" fmla="*/ 6098181 w 7545556"/>
              <a:gd name="connsiteY9" fmla="*/ 0 h 2299156"/>
              <a:gd name="connsiteX10" fmla="*/ 6935052 w 7545556"/>
              <a:gd name="connsiteY10" fmla="*/ 0 h 2299156"/>
              <a:gd name="connsiteX11" fmla="*/ 7545556 w 7545556"/>
              <a:gd name="connsiteY11" fmla="*/ 0 h 2299156"/>
              <a:gd name="connsiteX12" fmla="*/ 7545556 w 7545556"/>
              <a:gd name="connsiteY12" fmla="*/ 528806 h 2299156"/>
              <a:gd name="connsiteX13" fmla="*/ 7545556 w 7545556"/>
              <a:gd name="connsiteY13" fmla="*/ 1034620 h 2299156"/>
              <a:gd name="connsiteX14" fmla="*/ 7545556 w 7545556"/>
              <a:gd name="connsiteY14" fmla="*/ 1609409 h 2299156"/>
              <a:gd name="connsiteX15" fmla="*/ 7545556 w 7545556"/>
              <a:gd name="connsiteY15" fmla="*/ 2299156 h 2299156"/>
              <a:gd name="connsiteX16" fmla="*/ 6859596 w 7545556"/>
              <a:gd name="connsiteY16" fmla="*/ 2299156 h 2299156"/>
              <a:gd name="connsiteX17" fmla="*/ 6324548 w 7545556"/>
              <a:gd name="connsiteY17" fmla="*/ 2299156 h 2299156"/>
              <a:gd name="connsiteX18" fmla="*/ 5563133 w 7545556"/>
              <a:gd name="connsiteY18" fmla="*/ 2299156 h 2299156"/>
              <a:gd name="connsiteX19" fmla="*/ 4726262 w 7545556"/>
              <a:gd name="connsiteY19" fmla="*/ 2299156 h 2299156"/>
              <a:gd name="connsiteX20" fmla="*/ 3889391 w 7545556"/>
              <a:gd name="connsiteY20" fmla="*/ 2299156 h 2299156"/>
              <a:gd name="connsiteX21" fmla="*/ 3429798 w 7545556"/>
              <a:gd name="connsiteY21" fmla="*/ 2299156 h 2299156"/>
              <a:gd name="connsiteX22" fmla="*/ 2894750 w 7545556"/>
              <a:gd name="connsiteY22" fmla="*/ 2299156 h 2299156"/>
              <a:gd name="connsiteX23" fmla="*/ 2435157 w 7545556"/>
              <a:gd name="connsiteY23" fmla="*/ 2299156 h 2299156"/>
              <a:gd name="connsiteX24" fmla="*/ 1975564 w 7545556"/>
              <a:gd name="connsiteY24" fmla="*/ 2299156 h 2299156"/>
              <a:gd name="connsiteX25" fmla="*/ 1289604 w 7545556"/>
              <a:gd name="connsiteY25" fmla="*/ 2299156 h 2299156"/>
              <a:gd name="connsiteX26" fmla="*/ 679100 w 7545556"/>
              <a:gd name="connsiteY26" fmla="*/ 2299156 h 2299156"/>
              <a:gd name="connsiteX27" fmla="*/ 0 w 7545556"/>
              <a:gd name="connsiteY27" fmla="*/ 2299156 h 2299156"/>
              <a:gd name="connsiteX28" fmla="*/ 0 w 7545556"/>
              <a:gd name="connsiteY28" fmla="*/ 1701375 h 2299156"/>
              <a:gd name="connsiteX29" fmla="*/ 0 w 7545556"/>
              <a:gd name="connsiteY29" fmla="*/ 1126586 h 2299156"/>
              <a:gd name="connsiteX30" fmla="*/ 0 w 7545556"/>
              <a:gd name="connsiteY30" fmla="*/ 574789 h 2299156"/>
              <a:gd name="connsiteX31" fmla="*/ 0 w 7545556"/>
              <a:gd name="connsiteY31" fmla="*/ 0 h 2299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545556" h="2299156" fill="none" extrusionOk="0">
                <a:moveTo>
                  <a:pt x="0" y="0"/>
                </a:moveTo>
                <a:cubicBezTo>
                  <a:pt x="134614" y="-13919"/>
                  <a:pt x="303250" y="19723"/>
                  <a:pt x="459593" y="0"/>
                </a:cubicBezTo>
                <a:cubicBezTo>
                  <a:pt x="615936" y="-19723"/>
                  <a:pt x="821131" y="-738"/>
                  <a:pt x="1145553" y="0"/>
                </a:cubicBezTo>
                <a:cubicBezTo>
                  <a:pt x="1469975" y="738"/>
                  <a:pt x="1411251" y="3718"/>
                  <a:pt x="1605146" y="0"/>
                </a:cubicBezTo>
                <a:cubicBezTo>
                  <a:pt x="1799041" y="-3718"/>
                  <a:pt x="1969771" y="-23725"/>
                  <a:pt x="2215650" y="0"/>
                </a:cubicBezTo>
                <a:cubicBezTo>
                  <a:pt x="2461529" y="23725"/>
                  <a:pt x="2713160" y="-16019"/>
                  <a:pt x="2901609" y="0"/>
                </a:cubicBezTo>
                <a:cubicBezTo>
                  <a:pt x="3090058" y="16019"/>
                  <a:pt x="3363581" y="-18460"/>
                  <a:pt x="3738480" y="0"/>
                </a:cubicBezTo>
                <a:cubicBezTo>
                  <a:pt x="4113379" y="18460"/>
                  <a:pt x="4328231" y="-4870"/>
                  <a:pt x="4499895" y="0"/>
                </a:cubicBezTo>
                <a:cubicBezTo>
                  <a:pt x="4671560" y="4870"/>
                  <a:pt x="5129541" y="-20936"/>
                  <a:pt x="5336766" y="0"/>
                </a:cubicBezTo>
                <a:cubicBezTo>
                  <a:pt x="5543991" y="20936"/>
                  <a:pt x="5793844" y="28168"/>
                  <a:pt x="6098181" y="0"/>
                </a:cubicBezTo>
                <a:cubicBezTo>
                  <a:pt x="6402518" y="-28168"/>
                  <a:pt x="6587051" y="32363"/>
                  <a:pt x="6935052" y="0"/>
                </a:cubicBezTo>
                <a:cubicBezTo>
                  <a:pt x="7283053" y="-32363"/>
                  <a:pt x="7319953" y="21264"/>
                  <a:pt x="7545556" y="0"/>
                </a:cubicBezTo>
                <a:cubicBezTo>
                  <a:pt x="7557549" y="134624"/>
                  <a:pt x="7536179" y="355431"/>
                  <a:pt x="7545556" y="528806"/>
                </a:cubicBezTo>
                <a:cubicBezTo>
                  <a:pt x="7554933" y="702181"/>
                  <a:pt x="7539111" y="858348"/>
                  <a:pt x="7545556" y="1034620"/>
                </a:cubicBezTo>
                <a:cubicBezTo>
                  <a:pt x="7552001" y="1210892"/>
                  <a:pt x="7528624" y="1348180"/>
                  <a:pt x="7545556" y="1609409"/>
                </a:cubicBezTo>
                <a:cubicBezTo>
                  <a:pt x="7562488" y="1870638"/>
                  <a:pt x="7541084" y="2044851"/>
                  <a:pt x="7545556" y="2299156"/>
                </a:cubicBezTo>
                <a:cubicBezTo>
                  <a:pt x="7361415" y="2271738"/>
                  <a:pt x="7108999" y="2328338"/>
                  <a:pt x="6859596" y="2299156"/>
                </a:cubicBezTo>
                <a:cubicBezTo>
                  <a:pt x="6610193" y="2269974"/>
                  <a:pt x="6458695" y="2286238"/>
                  <a:pt x="6324548" y="2299156"/>
                </a:cubicBezTo>
                <a:cubicBezTo>
                  <a:pt x="6190401" y="2312074"/>
                  <a:pt x="5804080" y="2311059"/>
                  <a:pt x="5563133" y="2299156"/>
                </a:cubicBezTo>
                <a:cubicBezTo>
                  <a:pt x="5322186" y="2287253"/>
                  <a:pt x="5111583" y="2273577"/>
                  <a:pt x="4726262" y="2299156"/>
                </a:cubicBezTo>
                <a:cubicBezTo>
                  <a:pt x="4340941" y="2324735"/>
                  <a:pt x="4230553" y="2334742"/>
                  <a:pt x="3889391" y="2299156"/>
                </a:cubicBezTo>
                <a:cubicBezTo>
                  <a:pt x="3548229" y="2263570"/>
                  <a:pt x="3654590" y="2294173"/>
                  <a:pt x="3429798" y="2299156"/>
                </a:cubicBezTo>
                <a:cubicBezTo>
                  <a:pt x="3205006" y="2304139"/>
                  <a:pt x="3009668" y="2296143"/>
                  <a:pt x="2894750" y="2299156"/>
                </a:cubicBezTo>
                <a:cubicBezTo>
                  <a:pt x="2779832" y="2302169"/>
                  <a:pt x="2631889" y="2316222"/>
                  <a:pt x="2435157" y="2299156"/>
                </a:cubicBezTo>
                <a:cubicBezTo>
                  <a:pt x="2238425" y="2282090"/>
                  <a:pt x="2120777" y="2300351"/>
                  <a:pt x="1975564" y="2299156"/>
                </a:cubicBezTo>
                <a:cubicBezTo>
                  <a:pt x="1830351" y="2297961"/>
                  <a:pt x="1463805" y="2294458"/>
                  <a:pt x="1289604" y="2299156"/>
                </a:cubicBezTo>
                <a:cubicBezTo>
                  <a:pt x="1115403" y="2303854"/>
                  <a:pt x="867642" y="2298507"/>
                  <a:pt x="679100" y="2299156"/>
                </a:cubicBezTo>
                <a:cubicBezTo>
                  <a:pt x="490558" y="2299805"/>
                  <a:pt x="310432" y="2298667"/>
                  <a:pt x="0" y="2299156"/>
                </a:cubicBezTo>
                <a:cubicBezTo>
                  <a:pt x="1800" y="2052871"/>
                  <a:pt x="8401" y="1898555"/>
                  <a:pt x="0" y="1701375"/>
                </a:cubicBezTo>
                <a:cubicBezTo>
                  <a:pt x="-8401" y="1504195"/>
                  <a:pt x="6664" y="1330643"/>
                  <a:pt x="0" y="1126586"/>
                </a:cubicBezTo>
                <a:cubicBezTo>
                  <a:pt x="-6664" y="922529"/>
                  <a:pt x="1547" y="765860"/>
                  <a:pt x="0" y="574789"/>
                </a:cubicBezTo>
                <a:cubicBezTo>
                  <a:pt x="-1547" y="383718"/>
                  <a:pt x="25313" y="239255"/>
                  <a:pt x="0" y="0"/>
                </a:cubicBezTo>
                <a:close/>
              </a:path>
              <a:path w="7545556" h="2299156" stroke="0" extrusionOk="0">
                <a:moveTo>
                  <a:pt x="0" y="0"/>
                </a:moveTo>
                <a:cubicBezTo>
                  <a:pt x="250886" y="22393"/>
                  <a:pt x="467322" y="-5001"/>
                  <a:pt x="610504" y="0"/>
                </a:cubicBezTo>
                <a:cubicBezTo>
                  <a:pt x="753686" y="5001"/>
                  <a:pt x="957747" y="16640"/>
                  <a:pt x="1296464" y="0"/>
                </a:cubicBezTo>
                <a:cubicBezTo>
                  <a:pt x="1635181" y="-16640"/>
                  <a:pt x="1669586" y="8041"/>
                  <a:pt x="1906968" y="0"/>
                </a:cubicBezTo>
                <a:cubicBezTo>
                  <a:pt x="2144350" y="-8041"/>
                  <a:pt x="2436708" y="-30794"/>
                  <a:pt x="2668383" y="0"/>
                </a:cubicBezTo>
                <a:cubicBezTo>
                  <a:pt x="2900058" y="30794"/>
                  <a:pt x="3091289" y="-3458"/>
                  <a:pt x="3203432" y="0"/>
                </a:cubicBezTo>
                <a:cubicBezTo>
                  <a:pt x="3315575" y="3458"/>
                  <a:pt x="3485853" y="-5616"/>
                  <a:pt x="3663024" y="0"/>
                </a:cubicBezTo>
                <a:cubicBezTo>
                  <a:pt x="3840195" y="5616"/>
                  <a:pt x="3900273" y="12516"/>
                  <a:pt x="4122617" y="0"/>
                </a:cubicBezTo>
                <a:cubicBezTo>
                  <a:pt x="4344961" y="-12516"/>
                  <a:pt x="4419777" y="-17482"/>
                  <a:pt x="4657666" y="0"/>
                </a:cubicBezTo>
                <a:cubicBezTo>
                  <a:pt x="4895555" y="17482"/>
                  <a:pt x="5029668" y="11207"/>
                  <a:pt x="5192714" y="0"/>
                </a:cubicBezTo>
                <a:cubicBezTo>
                  <a:pt x="5355760" y="-11207"/>
                  <a:pt x="5760608" y="27163"/>
                  <a:pt x="6029585" y="0"/>
                </a:cubicBezTo>
                <a:cubicBezTo>
                  <a:pt x="6298562" y="-27163"/>
                  <a:pt x="6412462" y="-8603"/>
                  <a:pt x="6791000" y="0"/>
                </a:cubicBezTo>
                <a:cubicBezTo>
                  <a:pt x="7169539" y="8603"/>
                  <a:pt x="7371638" y="2833"/>
                  <a:pt x="7545556" y="0"/>
                </a:cubicBezTo>
                <a:cubicBezTo>
                  <a:pt x="7518903" y="162375"/>
                  <a:pt x="7526527" y="463041"/>
                  <a:pt x="7545556" y="597781"/>
                </a:cubicBezTo>
                <a:cubicBezTo>
                  <a:pt x="7564585" y="732521"/>
                  <a:pt x="7526841" y="1004864"/>
                  <a:pt x="7545556" y="1149578"/>
                </a:cubicBezTo>
                <a:cubicBezTo>
                  <a:pt x="7564271" y="1294292"/>
                  <a:pt x="7545240" y="1459718"/>
                  <a:pt x="7545556" y="1655392"/>
                </a:cubicBezTo>
                <a:cubicBezTo>
                  <a:pt x="7545872" y="1851066"/>
                  <a:pt x="7532159" y="2147336"/>
                  <a:pt x="7545556" y="2299156"/>
                </a:cubicBezTo>
                <a:cubicBezTo>
                  <a:pt x="7274373" y="2269312"/>
                  <a:pt x="7005553" y="2290856"/>
                  <a:pt x="6859596" y="2299156"/>
                </a:cubicBezTo>
                <a:cubicBezTo>
                  <a:pt x="6713639" y="2307456"/>
                  <a:pt x="6284059" y="2300960"/>
                  <a:pt x="6022726" y="2299156"/>
                </a:cubicBezTo>
                <a:cubicBezTo>
                  <a:pt x="5761393" y="2297353"/>
                  <a:pt x="5445734" y="2314556"/>
                  <a:pt x="5185855" y="2299156"/>
                </a:cubicBezTo>
                <a:cubicBezTo>
                  <a:pt x="4925976" y="2283756"/>
                  <a:pt x="4769324" y="2312293"/>
                  <a:pt x="4424440" y="2299156"/>
                </a:cubicBezTo>
                <a:cubicBezTo>
                  <a:pt x="4079556" y="2286019"/>
                  <a:pt x="3980450" y="2273906"/>
                  <a:pt x="3738480" y="2299156"/>
                </a:cubicBezTo>
                <a:cubicBezTo>
                  <a:pt x="3496510" y="2324406"/>
                  <a:pt x="3417609" y="2292550"/>
                  <a:pt x="3127976" y="2299156"/>
                </a:cubicBezTo>
                <a:cubicBezTo>
                  <a:pt x="2838343" y="2305762"/>
                  <a:pt x="2576089" y="2270345"/>
                  <a:pt x="2366561" y="2299156"/>
                </a:cubicBezTo>
                <a:cubicBezTo>
                  <a:pt x="2157034" y="2327967"/>
                  <a:pt x="2026729" y="2274859"/>
                  <a:pt x="1831512" y="2299156"/>
                </a:cubicBezTo>
                <a:cubicBezTo>
                  <a:pt x="1636295" y="2323453"/>
                  <a:pt x="1377057" y="2335167"/>
                  <a:pt x="1070097" y="2299156"/>
                </a:cubicBezTo>
                <a:cubicBezTo>
                  <a:pt x="763138" y="2263145"/>
                  <a:pt x="462746" y="2267551"/>
                  <a:pt x="0" y="2299156"/>
                </a:cubicBezTo>
                <a:cubicBezTo>
                  <a:pt x="7403" y="2012465"/>
                  <a:pt x="21638" y="1919273"/>
                  <a:pt x="0" y="1701375"/>
                </a:cubicBezTo>
                <a:cubicBezTo>
                  <a:pt x="-21638" y="1483477"/>
                  <a:pt x="18479" y="1376584"/>
                  <a:pt x="0" y="1172570"/>
                </a:cubicBezTo>
                <a:cubicBezTo>
                  <a:pt x="-18479" y="968557"/>
                  <a:pt x="-20640" y="774309"/>
                  <a:pt x="0" y="666755"/>
                </a:cubicBezTo>
                <a:cubicBezTo>
                  <a:pt x="20640" y="559202"/>
                  <a:pt x="24399" y="160380"/>
                  <a:pt x="0" y="0"/>
                </a:cubicBezTo>
                <a:close/>
              </a:path>
            </a:pathLst>
          </a:custGeom>
          <a:solidFill>
            <a:schemeClr val="accent5"/>
          </a:solidFill>
          <a:ln w="6350">
            <a:solidFill>
              <a:schemeClr val="bg1">
                <a:lumMod val="75000"/>
              </a:schemeClr>
            </a:solidFill>
            <a:prstDash val="sysDash"/>
            <a:miter lim="800000"/>
          </a:ln>
        </p:spPr>
        <p:txBody>
          <a:bodyPr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tabLst>
                <a:tab pos="180975" algn="l"/>
              </a:tabLst>
              <a:defRPr/>
            </a:pPr>
            <a:r>
              <a:rPr lang="en-US" altLang="zh-TW" sz="1400" b="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 </a:t>
            </a:r>
            <a:r>
              <a:rPr lang="en-US" altLang="zh-TW" sz="1400" u="sng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Importance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勾選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Urgent(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急件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 &amp; Normal (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一般件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EC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傳送前未勾選會做提示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700"/>
              </a:lnSpc>
              <a:spcAft>
                <a:spcPts val="0"/>
              </a:spcAft>
              <a:tabLst>
                <a:tab pos="180975" algn="l"/>
              </a:tabLst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急    件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：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小時逾時，簽核人收到表單開始計算，逾時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通知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700"/>
              </a:lnSpc>
              <a:spcAft>
                <a:spcPts val="0"/>
              </a:spcAft>
              <a:tabLst>
                <a:tab pos="180975" algn="l"/>
              </a:tabLst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2.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一般件：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小時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逾時，簽核人收到表單開始計算，逾時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通知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700"/>
              </a:lnSpc>
              <a:spcAft>
                <a:spcPts val="0"/>
              </a:spcAft>
              <a:defRPr/>
            </a:pPr>
            <a:r>
              <a:rPr lang="zh-TW" altLang="en-US" sz="1400" kern="100" dirty="0">
                <a:solidFill>
                  <a:srgbClr val="FF0000"/>
                </a:solidFill>
                <a:latin typeface="標楷體" panose="03000509000000000000" pitchFamily="65" charset="-120"/>
              </a:rPr>
              <a:t>註</a:t>
            </a:r>
            <a:r>
              <a:rPr lang="en-US" altLang="zh-TW" sz="1400" kern="100" dirty="0">
                <a:solidFill>
                  <a:srgbClr val="FF0000"/>
                </a:solidFill>
                <a:latin typeface="標楷體" panose="03000509000000000000" pitchFamily="65" charset="-120"/>
              </a:rPr>
              <a:t>:</a:t>
            </a:r>
            <a:r>
              <a:rPr lang="zh-TW" altLang="en-US" sz="1400" kern="100" dirty="0">
                <a:solidFill>
                  <a:srgbClr val="FF0000"/>
                </a:solidFill>
                <a:latin typeface="標楷體" panose="03000509000000000000" pitchFamily="65" charset="-120"/>
              </a:rPr>
              <a:t>勾</a:t>
            </a:r>
            <a:r>
              <a:rPr lang="zh-TW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選</a:t>
            </a:r>
            <a:r>
              <a:rPr lang="en-US" altLang="zh-TW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急件</a:t>
            </a:r>
            <a:r>
              <a:rPr lang="en-US" altLang="zh-TW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需備註急件原因</a:t>
            </a:r>
            <a:endParaRPr lang="en-US" altLang="zh-TW" sz="1400" kern="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1" name="圖說文字: 直線 3">
            <a:extLst>
              <a:ext uri="{FF2B5EF4-FFF2-40B4-BE49-F238E27FC236}">
                <a16:creationId xmlns:a16="http://schemas.microsoft.com/office/drawing/2014/main" id="{C3659ED3-3A20-EDF8-41FE-30C7095A3E22}"/>
              </a:ext>
            </a:extLst>
          </p:cNvPr>
          <p:cNvSpPr>
            <a:spLocks/>
          </p:cNvSpPr>
          <p:nvPr/>
        </p:nvSpPr>
        <p:spPr bwMode="auto">
          <a:xfrm>
            <a:off x="5703888" y="3114675"/>
            <a:ext cx="668337" cy="180975"/>
          </a:xfrm>
          <a:prstGeom prst="borderCallout1">
            <a:avLst>
              <a:gd name="adj1" fmla="val 40819"/>
              <a:gd name="adj2" fmla="val 98514"/>
              <a:gd name="adj3" fmla="val 38037"/>
              <a:gd name="adj4" fmla="val 120000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9222" name="圖說文字: 直線 3">
            <a:extLst>
              <a:ext uri="{FF2B5EF4-FFF2-40B4-BE49-F238E27FC236}">
                <a16:creationId xmlns:a16="http://schemas.microsoft.com/office/drawing/2014/main" id="{10526545-432C-1136-F6B2-D3BF602B7738}"/>
              </a:ext>
            </a:extLst>
          </p:cNvPr>
          <p:cNvSpPr>
            <a:spLocks/>
          </p:cNvSpPr>
          <p:nvPr/>
        </p:nvSpPr>
        <p:spPr bwMode="auto">
          <a:xfrm>
            <a:off x="5703888" y="3332163"/>
            <a:ext cx="642937" cy="169862"/>
          </a:xfrm>
          <a:prstGeom prst="borderCallout1">
            <a:avLst>
              <a:gd name="adj1" fmla="val 40819"/>
              <a:gd name="adj2" fmla="val 98514"/>
              <a:gd name="adj3" fmla="val 38037"/>
              <a:gd name="adj4" fmla="val 13016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9223" name="Text Box 11">
            <a:extLst>
              <a:ext uri="{FF2B5EF4-FFF2-40B4-BE49-F238E27FC236}">
                <a16:creationId xmlns:a16="http://schemas.microsoft.com/office/drawing/2014/main" id="{37AE9EA0-83FA-E9F1-AC68-260837779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054350"/>
            <a:ext cx="2159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9224" name="Text Box 11">
            <a:extLst>
              <a:ext uri="{FF2B5EF4-FFF2-40B4-BE49-F238E27FC236}">
                <a16:creationId xmlns:a16="http://schemas.microsoft.com/office/drawing/2014/main" id="{25C0C47E-840A-B6C9-2ABE-B0249F586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75" y="3295650"/>
            <a:ext cx="2159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pic>
        <p:nvPicPr>
          <p:cNvPr id="9225" name="圖片 11">
            <a:extLst>
              <a:ext uri="{FF2B5EF4-FFF2-40B4-BE49-F238E27FC236}">
                <a16:creationId xmlns:a16="http://schemas.microsoft.com/office/drawing/2014/main" id="{2DF92993-3828-8966-EC46-E293201D80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98875"/>
            <a:ext cx="860425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6" name="矩形 13">
            <a:extLst>
              <a:ext uri="{FF2B5EF4-FFF2-40B4-BE49-F238E27FC236}">
                <a16:creationId xmlns:a16="http://schemas.microsoft.com/office/drawing/2014/main" id="{784E512C-C54F-B3FF-5CEA-8CA005907D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3419475" y="4005263"/>
            <a:ext cx="360363" cy="714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 sz="1800" b="0">
              <a:ea typeface="新細明體" panose="02020500000000000000" pitchFamily="18" charset="-120"/>
            </a:endParaRPr>
          </a:p>
        </p:txBody>
      </p:sp>
      <p:sp>
        <p:nvSpPr>
          <p:cNvPr id="9227" name="矩形 16">
            <a:extLst>
              <a:ext uri="{FF2B5EF4-FFF2-40B4-BE49-F238E27FC236}">
                <a16:creationId xmlns:a16="http://schemas.microsoft.com/office/drawing/2014/main" id="{655DAF42-FC27-69F3-0ECC-66400E38D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3419475" y="4214813"/>
            <a:ext cx="360363" cy="714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 sz="1800" b="0">
              <a:ea typeface="新細明體" panose="02020500000000000000" pitchFamily="18" charset="-120"/>
            </a:endParaRPr>
          </a:p>
        </p:txBody>
      </p:sp>
      <p:sp>
        <p:nvSpPr>
          <p:cNvPr id="9228" name="矩形 17">
            <a:extLst>
              <a:ext uri="{FF2B5EF4-FFF2-40B4-BE49-F238E27FC236}">
                <a16:creationId xmlns:a16="http://schemas.microsoft.com/office/drawing/2014/main" id="{AC1DCB7A-DB6C-A3A0-49CA-B2939EFDDF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3419475" y="4422775"/>
            <a:ext cx="360363" cy="730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 sz="18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圖片 28">
            <a:extLst>
              <a:ext uri="{FF2B5EF4-FFF2-40B4-BE49-F238E27FC236}">
                <a16:creationId xmlns:a16="http://schemas.microsoft.com/office/drawing/2014/main" id="{BA6B2BDB-D023-7901-0A78-5299C2A9D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75" y="985838"/>
            <a:ext cx="6486525" cy="26606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243" name="標題 1">
            <a:extLst>
              <a:ext uri="{FF2B5EF4-FFF2-40B4-BE49-F238E27FC236}">
                <a16:creationId xmlns:a16="http://schemas.microsoft.com/office/drawing/2014/main" id="{2984B4A2-D4FA-2480-7817-26C4AA5D4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46038"/>
            <a:ext cx="7848600" cy="719137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其他流程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&amp;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品牌勾選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4587D6C-EE89-2359-2F8B-A35EC40C2718}"/>
              </a:ext>
            </a:extLst>
          </p:cNvPr>
          <p:cNvSpPr txBox="1"/>
          <p:nvPr/>
        </p:nvSpPr>
        <p:spPr>
          <a:xfrm>
            <a:off x="323528" y="3771188"/>
            <a:ext cx="8603778" cy="2529988"/>
          </a:xfrm>
          <a:custGeom>
            <a:avLst/>
            <a:gdLst>
              <a:gd name="connsiteX0" fmla="*/ 0 w 7545556"/>
              <a:gd name="connsiteY0" fmla="*/ 0 h 2299156"/>
              <a:gd name="connsiteX1" fmla="*/ 459593 w 7545556"/>
              <a:gd name="connsiteY1" fmla="*/ 0 h 2299156"/>
              <a:gd name="connsiteX2" fmla="*/ 1145553 w 7545556"/>
              <a:gd name="connsiteY2" fmla="*/ 0 h 2299156"/>
              <a:gd name="connsiteX3" fmla="*/ 1605146 w 7545556"/>
              <a:gd name="connsiteY3" fmla="*/ 0 h 2299156"/>
              <a:gd name="connsiteX4" fmla="*/ 2215650 w 7545556"/>
              <a:gd name="connsiteY4" fmla="*/ 0 h 2299156"/>
              <a:gd name="connsiteX5" fmla="*/ 2901609 w 7545556"/>
              <a:gd name="connsiteY5" fmla="*/ 0 h 2299156"/>
              <a:gd name="connsiteX6" fmla="*/ 3738480 w 7545556"/>
              <a:gd name="connsiteY6" fmla="*/ 0 h 2299156"/>
              <a:gd name="connsiteX7" fmla="*/ 4499895 w 7545556"/>
              <a:gd name="connsiteY7" fmla="*/ 0 h 2299156"/>
              <a:gd name="connsiteX8" fmla="*/ 5336766 w 7545556"/>
              <a:gd name="connsiteY8" fmla="*/ 0 h 2299156"/>
              <a:gd name="connsiteX9" fmla="*/ 6098181 w 7545556"/>
              <a:gd name="connsiteY9" fmla="*/ 0 h 2299156"/>
              <a:gd name="connsiteX10" fmla="*/ 6935052 w 7545556"/>
              <a:gd name="connsiteY10" fmla="*/ 0 h 2299156"/>
              <a:gd name="connsiteX11" fmla="*/ 7545556 w 7545556"/>
              <a:gd name="connsiteY11" fmla="*/ 0 h 2299156"/>
              <a:gd name="connsiteX12" fmla="*/ 7545556 w 7545556"/>
              <a:gd name="connsiteY12" fmla="*/ 528806 h 2299156"/>
              <a:gd name="connsiteX13" fmla="*/ 7545556 w 7545556"/>
              <a:gd name="connsiteY13" fmla="*/ 1034620 h 2299156"/>
              <a:gd name="connsiteX14" fmla="*/ 7545556 w 7545556"/>
              <a:gd name="connsiteY14" fmla="*/ 1609409 h 2299156"/>
              <a:gd name="connsiteX15" fmla="*/ 7545556 w 7545556"/>
              <a:gd name="connsiteY15" fmla="*/ 2299156 h 2299156"/>
              <a:gd name="connsiteX16" fmla="*/ 6859596 w 7545556"/>
              <a:gd name="connsiteY16" fmla="*/ 2299156 h 2299156"/>
              <a:gd name="connsiteX17" fmla="*/ 6324548 w 7545556"/>
              <a:gd name="connsiteY17" fmla="*/ 2299156 h 2299156"/>
              <a:gd name="connsiteX18" fmla="*/ 5563133 w 7545556"/>
              <a:gd name="connsiteY18" fmla="*/ 2299156 h 2299156"/>
              <a:gd name="connsiteX19" fmla="*/ 4726262 w 7545556"/>
              <a:gd name="connsiteY19" fmla="*/ 2299156 h 2299156"/>
              <a:gd name="connsiteX20" fmla="*/ 3889391 w 7545556"/>
              <a:gd name="connsiteY20" fmla="*/ 2299156 h 2299156"/>
              <a:gd name="connsiteX21" fmla="*/ 3429798 w 7545556"/>
              <a:gd name="connsiteY21" fmla="*/ 2299156 h 2299156"/>
              <a:gd name="connsiteX22" fmla="*/ 2894750 w 7545556"/>
              <a:gd name="connsiteY22" fmla="*/ 2299156 h 2299156"/>
              <a:gd name="connsiteX23" fmla="*/ 2435157 w 7545556"/>
              <a:gd name="connsiteY23" fmla="*/ 2299156 h 2299156"/>
              <a:gd name="connsiteX24" fmla="*/ 1975564 w 7545556"/>
              <a:gd name="connsiteY24" fmla="*/ 2299156 h 2299156"/>
              <a:gd name="connsiteX25" fmla="*/ 1289604 w 7545556"/>
              <a:gd name="connsiteY25" fmla="*/ 2299156 h 2299156"/>
              <a:gd name="connsiteX26" fmla="*/ 679100 w 7545556"/>
              <a:gd name="connsiteY26" fmla="*/ 2299156 h 2299156"/>
              <a:gd name="connsiteX27" fmla="*/ 0 w 7545556"/>
              <a:gd name="connsiteY27" fmla="*/ 2299156 h 2299156"/>
              <a:gd name="connsiteX28" fmla="*/ 0 w 7545556"/>
              <a:gd name="connsiteY28" fmla="*/ 1701375 h 2299156"/>
              <a:gd name="connsiteX29" fmla="*/ 0 w 7545556"/>
              <a:gd name="connsiteY29" fmla="*/ 1126586 h 2299156"/>
              <a:gd name="connsiteX30" fmla="*/ 0 w 7545556"/>
              <a:gd name="connsiteY30" fmla="*/ 574789 h 2299156"/>
              <a:gd name="connsiteX31" fmla="*/ 0 w 7545556"/>
              <a:gd name="connsiteY31" fmla="*/ 0 h 2299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545556" h="2299156" fill="none" extrusionOk="0">
                <a:moveTo>
                  <a:pt x="0" y="0"/>
                </a:moveTo>
                <a:cubicBezTo>
                  <a:pt x="134614" y="-13919"/>
                  <a:pt x="303250" y="19723"/>
                  <a:pt x="459593" y="0"/>
                </a:cubicBezTo>
                <a:cubicBezTo>
                  <a:pt x="615936" y="-19723"/>
                  <a:pt x="821131" y="-738"/>
                  <a:pt x="1145553" y="0"/>
                </a:cubicBezTo>
                <a:cubicBezTo>
                  <a:pt x="1469975" y="738"/>
                  <a:pt x="1411251" y="3718"/>
                  <a:pt x="1605146" y="0"/>
                </a:cubicBezTo>
                <a:cubicBezTo>
                  <a:pt x="1799041" y="-3718"/>
                  <a:pt x="1969771" y="-23725"/>
                  <a:pt x="2215650" y="0"/>
                </a:cubicBezTo>
                <a:cubicBezTo>
                  <a:pt x="2461529" y="23725"/>
                  <a:pt x="2713160" y="-16019"/>
                  <a:pt x="2901609" y="0"/>
                </a:cubicBezTo>
                <a:cubicBezTo>
                  <a:pt x="3090058" y="16019"/>
                  <a:pt x="3363581" y="-18460"/>
                  <a:pt x="3738480" y="0"/>
                </a:cubicBezTo>
                <a:cubicBezTo>
                  <a:pt x="4113379" y="18460"/>
                  <a:pt x="4328231" y="-4870"/>
                  <a:pt x="4499895" y="0"/>
                </a:cubicBezTo>
                <a:cubicBezTo>
                  <a:pt x="4671560" y="4870"/>
                  <a:pt x="5129541" y="-20936"/>
                  <a:pt x="5336766" y="0"/>
                </a:cubicBezTo>
                <a:cubicBezTo>
                  <a:pt x="5543991" y="20936"/>
                  <a:pt x="5793844" y="28168"/>
                  <a:pt x="6098181" y="0"/>
                </a:cubicBezTo>
                <a:cubicBezTo>
                  <a:pt x="6402518" y="-28168"/>
                  <a:pt x="6587051" y="32363"/>
                  <a:pt x="6935052" y="0"/>
                </a:cubicBezTo>
                <a:cubicBezTo>
                  <a:pt x="7283053" y="-32363"/>
                  <a:pt x="7319953" y="21264"/>
                  <a:pt x="7545556" y="0"/>
                </a:cubicBezTo>
                <a:cubicBezTo>
                  <a:pt x="7557549" y="134624"/>
                  <a:pt x="7536179" y="355431"/>
                  <a:pt x="7545556" y="528806"/>
                </a:cubicBezTo>
                <a:cubicBezTo>
                  <a:pt x="7554933" y="702181"/>
                  <a:pt x="7539111" y="858348"/>
                  <a:pt x="7545556" y="1034620"/>
                </a:cubicBezTo>
                <a:cubicBezTo>
                  <a:pt x="7552001" y="1210892"/>
                  <a:pt x="7528624" y="1348180"/>
                  <a:pt x="7545556" y="1609409"/>
                </a:cubicBezTo>
                <a:cubicBezTo>
                  <a:pt x="7562488" y="1870638"/>
                  <a:pt x="7541084" y="2044851"/>
                  <a:pt x="7545556" y="2299156"/>
                </a:cubicBezTo>
                <a:cubicBezTo>
                  <a:pt x="7361415" y="2271738"/>
                  <a:pt x="7108999" y="2328338"/>
                  <a:pt x="6859596" y="2299156"/>
                </a:cubicBezTo>
                <a:cubicBezTo>
                  <a:pt x="6610193" y="2269974"/>
                  <a:pt x="6458695" y="2286238"/>
                  <a:pt x="6324548" y="2299156"/>
                </a:cubicBezTo>
                <a:cubicBezTo>
                  <a:pt x="6190401" y="2312074"/>
                  <a:pt x="5804080" y="2311059"/>
                  <a:pt x="5563133" y="2299156"/>
                </a:cubicBezTo>
                <a:cubicBezTo>
                  <a:pt x="5322186" y="2287253"/>
                  <a:pt x="5111583" y="2273577"/>
                  <a:pt x="4726262" y="2299156"/>
                </a:cubicBezTo>
                <a:cubicBezTo>
                  <a:pt x="4340941" y="2324735"/>
                  <a:pt x="4230553" y="2334742"/>
                  <a:pt x="3889391" y="2299156"/>
                </a:cubicBezTo>
                <a:cubicBezTo>
                  <a:pt x="3548229" y="2263570"/>
                  <a:pt x="3654590" y="2294173"/>
                  <a:pt x="3429798" y="2299156"/>
                </a:cubicBezTo>
                <a:cubicBezTo>
                  <a:pt x="3205006" y="2304139"/>
                  <a:pt x="3009668" y="2296143"/>
                  <a:pt x="2894750" y="2299156"/>
                </a:cubicBezTo>
                <a:cubicBezTo>
                  <a:pt x="2779832" y="2302169"/>
                  <a:pt x="2631889" y="2316222"/>
                  <a:pt x="2435157" y="2299156"/>
                </a:cubicBezTo>
                <a:cubicBezTo>
                  <a:pt x="2238425" y="2282090"/>
                  <a:pt x="2120777" y="2300351"/>
                  <a:pt x="1975564" y="2299156"/>
                </a:cubicBezTo>
                <a:cubicBezTo>
                  <a:pt x="1830351" y="2297961"/>
                  <a:pt x="1463805" y="2294458"/>
                  <a:pt x="1289604" y="2299156"/>
                </a:cubicBezTo>
                <a:cubicBezTo>
                  <a:pt x="1115403" y="2303854"/>
                  <a:pt x="867642" y="2298507"/>
                  <a:pt x="679100" y="2299156"/>
                </a:cubicBezTo>
                <a:cubicBezTo>
                  <a:pt x="490558" y="2299805"/>
                  <a:pt x="310432" y="2298667"/>
                  <a:pt x="0" y="2299156"/>
                </a:cubicBezTo>
                <a:cubicBezTo>
                  <a:pt x="1800" y="2052871"/>
                  <a:pt x="8401" y="1898555"/>
                  <a:pt x="0" y="1701375"/>
                </a:cubicBezTo>
                <a:cubicBezTo>
                  <a:pt x="-8401" y="1504195"/>
                  <a:pt x="6664" y="1330643"/>
                  <a:pt x="0" y="1126586"/>
                </a:cubicBezTo>
                <a:cubicBezTo>
                  <a:pt x="-6664" y="922529"/>
                  <a:pt x="1547" y="765860"/>
                  <a:pt x="0" y="574789"/>
                </a:cubicBezTo>
                <a:cubicBezTo>
                  <a:pt x="-1547" y="383718"/>
                  <a:pt x="25313" y="239255"/>
                  <a:pt x="0" y="0"/>
                </a:cubicBezTo>
                <a:close/>
              </a:path>
              <a:path w="7545556" h="2299156" stroke="0" extrusionOk="0">
                <a:moveTo>
                  <a:pt x="0" y="0"/>
                </a:moveTo>
                <a:cubicBezTo>
                  <a:pt x="250886" y="22393"/>
                  <a:pt x="467322" y="-5001"/>
                  <a:pt x="610504" y="0"/>
                </a:cubicBezTo>
                <a:cubicBezTo>
                  <a:pt x="753686" y="5001"/>
                  <a:pt x="957747" y="16640"/>
                  <a:pt x="1296464" y="0"/>
                </a:cubicBezTo>
                <a:cubicBezTo>
                  <a:pt x="1635181" y="-16640"/>
                  <a:pt x="1669586" y="8041"/>
                  <a:pt x="1906968" y="0"/>
                </a:cubicBezTo>
                <a:cubicBezTo>
                  <a:pt x="2144350" y="-8041"/>
                  <a:pt x="2436708" y="-30794"/>
                  <a:pt x="2668383" y="0"/>
                </a:cubicBezTo>
                <a:cubicBezTo>
                  <a:pt x="2900058" y="30794"/>
                  <a:pt x="3091289" y="-3458"/>
                  <a:pt x="3203432" y="0"/>
                </a:cubicBezTo>
                <a:cubicBezTo>
                  <a:pt x="3315575" y="3458"/>
                  <a:pt x="3485853" y="-5616"/>
                  <a:pt x="3663024" y="0"/>
                </a:cubicBezTo>
                <a:cubicBezTo>
                  <a:pt x="3840195" y="5616"/>
                  <a:pt x="3900273" y="12516"/>
                  <a:pt x="4122617" y="0"/>
                </a:cubicBezTo>
                <a:cubicBezTo>
                  <a:pt x="4344961" y="-12516"/>
                  <a:pt x="4419777" y="-17482"/>
                  <a:pt x="4657666" y="0"/>
                </a:cubicBezTo>
                <a:cubicBezTo>
                  <a:pt x="4895555" y="17482"/>
                  <a:pt x="5029668" y="11207"/>
                  <a:pt x="5192714" y="0"/>
                </a:cubicBezTo>
                <a:cubicBezTo>
                  <a:pt x="5355760" y="-11207"/>
                  <a:pt x="5760608" y="27163"/>
                  <a:pt x="6029585" y="0"/>
                </a:cubicBezTo>
                <a:cubicBezTo>
                  <a:pt x="6298562" y="-27163"/>
                  <a:pt x="6412462" y="-8603"/>
                  <a:pt x="6791000" y="0"/>
                </a:cubicBezTo>
                <a:cubicBezTo>
                  <a:pt x="7169539" y="8603"/>
                  <a:pt x="7371638" y="2833"/>
                  <a:pt x="7545556" y="0"/>
                </a:cubicBezTo>
                <a:cubicBezTo>
                  <a:pt x="7518903" y="162375"/>
                  <a:pt x="7526527" y="463041"/>
                  <a:pt x="7545556" y="597781"/>
                </a:cubicBezTo>
                <a:cubicBezTo>
                  <a:pt x="7564585" y="732521"/>
                  <a:pt x="7526841" y="1004864"/>
                  <a:pt x="7545556" y="1149578"/>
                </a:cubicBezTo>
                <a:cubicBezTo>
                  <a:pt x="7564271" y="1294292"/>
                  <a:pt x="7545240" y="1459718"/>
                  <a:pt x="7545556" y="1655392"/>
                </a:cubicBezTo>
                <a:cubicBezTo>
                  <a:pt x="7545872" y="1851066"/>
                  <a:pt x="7532159" y="2147336"/>
                  <a:pt x="7545556" y="2299156"/>
                </a:cubicBezTo>
                <a:cubicBezTo>
                  <a:pt x="7274373" y="2269312"/>
                  <a:pt x="7005553" y="2290856"/>
                  <a:pt x="6859596" y="2299156"/>
                </a:cubicBezTo>
                <a:cubicBezTo>
                  <a:pt x="6713639" y="2307456"/>
                  <a:pt x="6284059" y="2300960"/>
                  <a:pt x="6022726" y="2299156"/>
                </a:cubicBezTo>
                <a:cubicBezTo>
                  <a:pt x="5761393" y="2297353"/>
                  <a:pt x="5445734" y="2314556"/>
                  <a:pt x="5185855" y="2299156"/>
                </a:cubicBezTo>
                <a:cubicBezTo>
                  <a:pt x="4925976" y="2283756"/>
                  <a:pt x="4769324" y="2312293"/>
                  <a:pt x="4424440" y="2299156"/>
                </a:cubicBezTo>
                <a:cubicBezTo>
                  <a:pt x="4079556" y="2286019"/>
                  <a:pt x="3980450" y="2273906"/>
                  <a:pt x="3738480" y="2299156"/>
                </a:cubicBezTo>
                <a:cubicBezTo>
                  <a:pt x="3496510" y="2324406"/>
                  <a:pt x="3417609" y="2292550"/>
                  <a:pt x="3127976" y="2299156"/>
                </a:cubicBezTo>
                <a:cubicBezTo>
                  <a:pt x="2838343" y="2305762"/>
                  <a:pt x="2576089" y="2270345"/>
                  <a:pt x="2366561" y="2299156"/>
                </a:cubicBezTo>
                <a:cubicBezTo>
                  <a:pt x="2157034" y="2327967"/>
                  <a:pt x="2026729" y="2274859"/>
                  <a:pt x="1831512" y="2299156"/>
                </a:cubicBezTo>
                <a:cubicBezTo>
                  <a:pt x="1636295" y="2323453"/>
                  <a:pt x="1377057" y="2335167"/>
                  <a:pt x="1070097" y="2299156"/>
                </a:cubicBezTo>
                <a:cubicBezTo>
                  <a:pt x="763138" y="2263145"/>
                  <a:pt x="462746" y="2267551"/>
                  <a:pt x="0" y="2299156"/>
                </a:cubicBezTo>
                <a:cubicBezTo>
                  <a:pt x="7403" y="2012465"/>
                  <a:pt x="21638" y="1919273"/>
                  <a:pt x="0" y="1701375"/>
                </a:cubicBezTo>
                <a:cubicBezTo>
                  <a:pt x="-21638" y="1483477"/>
                  <a:pt x="18479" y="1376584"/>
                  <a:pt x="0" y="1172570"/>
                </a:cubicBezTo>
                <a:cubicBezTo>
                  <a:pt x="-18479" y="968557"/>
                  <a:pt x="-20640" y="774309"/>
                  <a:pt x="0" y="666755"/>
                </a:cubicBezTo>
                <a:cubicBezTo>
                  <a:pt x="20640" y="559202"/>
                  <a:pt x="24399" y="160380"/>
                  <a:pt x="0" y="0"/>
                </a:cubicBezTo>
                <a:close/>
              </a:path>
            </a:pathLst>
          </a:custGeom>
          <a:solidFill>
            <a:schemeClr val="accent5"/>
          </a:solidFill>
          <a:ln w="6350">
            <a:solidFill>
              <a:schemeClr val="bg1">
                <a:lumMod val="75000"/>
              </a:schemeClr>
            </a:solidFill>
            <a:prstDash val="sysDash"/>
            <a:miter lim="800000"/>
          </a:ln>
        </p:spPr>
        <p:txBody>
          <a:bodyPr wrap="square">
            <a:spAutoFit/>
          </a:bodyPr>
          <a:lstStyle/>
          <a:p>
            <a:pPr marL="180975" indent="-180975">
              <a:lnSpc>
                <a:spcPts val="2300"/>
              </a:lnSpc>
              <a:spcAft>
                <a:spcPts val="0"/>
              </a:spcAft>
              <a:buFontTx/>
              <a:buAutoNum type="arabicPeriod"/>
              <a:tabLst>
                <a:tab pos="180975" algn="l"/>
              </a:tabLst>
              <a:defRPr/>
            </a:pPr>
            <a:r>
              <a:rPr lang="en-US" altLang="zh-TW" sz="1400" u="sng" kern="100" dirty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Need to Modify Schematics?</a:t>
            </a:r>
            <a:r>
              <a:rPr lang="zh-TW" altLang="en-US" sz="1400" kern="100" dirty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52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59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階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層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(DIP 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SMT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階層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以下電子料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EC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在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傳送前提示勾選是否修改線路圖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 Y/N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，若勾選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Yes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則於表單結案時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系統觸發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「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技術文件存入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/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調閱申請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單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」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於申請人之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待辦區，申請人需存入線路圖，表單派送後才會結案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TW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★</a:t>
            </a:r>
            <a:r>
              <a:rPr lang="zh-TW" altLang="en-US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替代料、燒碼料號</a:t>
            </a:r>
            <a:r>
              <a:rPr lang="en-US" altLang="zh-TW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(5730</a:t>
            </a:r>
            <a:r>
              <a:rPr lang="zh-TW" altLang="en-US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、</a:t>
            </a:r>
            <a:r>
              <a:rPr lang="en-US" altLang="zh-TW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FA)</a:t>
            </a:r>
            <a:r>
              <a:rPr lang="zh-TW" altLang="en-US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、貼紙，可勾選為</a:t>
            </a:r>
            <a:r>
              <a:rPr lang="en-US" altLang="zh-TW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N</a:t>
            </a:r>
            <a:r>
              <a:rPr lang="zh-TW" altLang="en-US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，其餘料件需勾選</a:t>
            </a:r>
            <a:r>
              <a:rPr lang="en-US" altLang="zh-TW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Y</a:t>
            </a:r>
            <a:r>
              <a:rPr lang="zh-TW" altLang="en-US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，若勾選為</a:t>
            </a:r>
            <a:r>
              <a:rPr lang="en-US" altLang="zh-TW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N</a:t>
            </a:r>
            <a:r>
              <a:rPr lang="zh-TW" altLang="en-US" sz="1400" kern="100" dirty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，需在備註欄填寫原因，由單位主管審核確認，未符合則已退件處理</a:t>
            </a:r>
            <a:r>
              <a:rPr lang="zh-TW" altLang="en-US" sz="14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★</a:t>
            </a:r>
            <a:endParaRPr lang="en-US" altLang="zh-TW" sz="140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500"/>
              </a:lnSpc>
              <a:spcAft>
                <a:spcPts val="0"/>
              </a:spcAft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TW" sz="1400" u="sng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EC</a:t>
            </a:r>
            <a:r>
              <a:rPr lang="zh-TW" altLang="zh-TW" sz="1400" u="sng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內容是否需修改生產規格書</a:t>
            </a:r>
            <a:r>
              <a:rPr lang="en-US" altLang="zh-TW" sz="1400" u="sng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?</a:t>
            </a:r>
            <a:r>
              <a:rPr lang="zh-TW" altLang="en-US" sz="1400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 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勾選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”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”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則於結案時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會辦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EA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人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員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採群簽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一人接收簽核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ts val="2500"/>
              </a:lnSpc>
              <a:spcAft>
                <a:spcPts val="0"/>
              </a:spcAft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lang="en-US" altLang="zh-TW" sz="1400" u="sng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Brand</a:t>
            </a:r>
            <a:r>
              <a:rPr lang="en-US" altLang="zh-TW" sz="1400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品牌勾選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)-</a:t>
            </a:r>
            <a:r>
              <a:rPr lang="en-US" altLang="zh-TW" sz="1400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Own Brand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屬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OBM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產品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1400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Custom Made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屬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OEM/ODM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產品，需簽至業務單位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ts val="2600"/>
              </a:lnSpc>
              <a:spcAft>
                <a:spcPts val="0"/>
              </a:spcAft>
              <a:defRPr/>
            </a:pPr>
            <a:r>
              <a:rPr lang="zh-TW" altLang="en-US" sz="1400" kern="100" dirty="0">
                <a:solidFill>
                  <a:srgbClr val="8F0374"/>
                </a:solidFill>
                <a:latin typeface="標楷體" panose="03000509000000000000" pitchFamily="65" charset="-120"/>
              </a:rPr>
              <a:t>註</a:t>
            </a:r>
            <a:r>
              <a:rPr lang="en-US" altLang="zh-TW" sz="1400" kern="100" dirty="0">
                <a:solidFill>
                  <a:srgbClr val="8F0374"/>
                </a:solidFill>
                <a:latin typeface="標楷體" panose="03000509000000000000" pitchFamily="65" charset="-120"/>
              </a:rPr>
              <a:t>: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品牌應勾選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Custom Made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卻勾錯成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Own Brand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，且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EC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變更方式是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By OE/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工單變更，業務因而無法</a:t>
            </a:r>
            <a:endParaRPr lang="en-US" altLang="zh-TW" sz="1400" kern="100" dirty="0">
              <a:solidFill>
                <a:srgbClr val="8F0374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500"/>
              </a:lnSpc>
              <a:spcAft>
                <a:spcPts val="0"/>
              </a:spcAft>
              <a:defRPr/>
            </a:pP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       填寫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Order Type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及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Order Number (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參考表單填寫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-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變更方式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1.4) 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TW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DCC</a:t>
            </a: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檢核發現時，則以退件處理</a:t>
            </a:r>
            <a:endParaRPr lang="en-US" altLang="zh-TW" sz="1400" kern="100" dirty="0">
              <a:solidFill>
                <a:srgbClr val="8F0374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圖說文字: 直線 3">
            <a:extLst>
              <a:ext uri="{FF2B5EF4-FFF2-40B4-BE49-F238E27FC236}">
                <a16:creationId xmlns:a16="http://schemas.microsoft.com/office/drawing/2014/main" id="{4CB45AE9-8293-C06C-21E6-F9D055150C75}"/>
              </a:ext>
            </a:extLst>
          </p:cNvPr>
          <p:cNvSpPr>
            <a:spLocks/>
          </p:cNvSpPr>
          <p:nvPr/>
        </p:nvSpPr>
        <p:spPr bwMode="auto">
          <a:xfrm>
            <a:off x="4062413" y="2030413"/>
            <a:ext cx="1019175" cy="193675"/>
          </a:xfrm>
          <a:prstGeom prst="borderCallout1">
            <a:avLst>
              <a:gd name="adj1" fmla="val 7972"/>
              <a:gd name="adj2" fmla="val 98514"/>
              <a:gd name="adj3" fmla="val -100255"/>
              <a:gd name="adj4" fmla="val 107514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0246" name="圖說文字: 直線 4">
            <a:extLst>
              <a:ext uri="{FF2B5EF4-FFF2-40B4-BE49-F238E27FC236}">
                <a16:creationId xmlns:a16="http://schemas.microsoft.com/office/drawing/2014/main" id="{1ACCF58B-F630-EB9E-14CD-65F96800F13D}"/>
              </a:ext>
            </a:extLst>
          </p:cNvPr>
          <p:cNvSpPr>
            <a:spLocks/>
          </p:cNvSpPr>
          <p:nvPr/>
        </p:nvSpPr>
        <p:spPr bwMode="auto">
          <a:xfrm>
            <a:off x="4129088" y="2468563"/>
            <a:ext cx="1230312" cy="238125"/>
          </a:xfrm>
          <a:prstGeom prst="borderCallout1">
            <a:avLst>
              <a:gd name="adj1" fmla="val 7972"/>
              <a:gd name="adj2" fmla="val 98514"/>
              <a:gd name="adj3" fmla="val 64384"/>
              <a:gd name="adj4" fmla="val 118741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0247" name="圖說文字: 直線 5">
            <a:extLst>
              <a:ext uri="{FF2B5EF4-FFF2-40B4-BE49-F238E27FC236}">
                <a16:creationId xmlns:a16="http://schemas.microsoft.com/office/drawing/2014/main" id="{EDA9086E-ABC9-BBA9-D1A9-0618B44B15DC}"/>
              </a:ext>
            </a:extLst>
          </p:cNvPr>
          <p:cNvSpPr>
            <a:spLocks/>
          </p:cNvSpPr>
          <p:nvPr/>
        </p:nvSpPr>
        <p:spPr bwMode="auto">
          <a:xfrm>
            <a:off x="2243138" y="3208338"/>
            <a:ext cx="2016125" cy="220662"/>
          </a:xfrm>
          <a:prstGeom prst="borderCallout1">
            <a:avLst>
              <a:gd name="adj1" fmla="val 20162"/>
              <a:gd name="adj2" fmla="val 100421"/>
              <a:gd name="adj3" fmla="val -10306"/>
              <a:gd name="adj4" fmla="val 112046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0248" name="Text Box 11">
            <a:extLst>
              <a:ext uri="{FF2B5EF4-FFF2-40B4-BE49-F238E27FC236}">
                <a16:creationId xmlns:a16="http://schemas.microsoft.com/office/drawing/2014/main" id="{FB12079E-4AC3-07F8-7D6A-FDF88EF36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3813" y="1519238"/>
            <a:ext cx="18573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0249" name="Text Box 11">
            <a:extLst>
              <a:ext uri="{FF2B5EF4-FFF2-40B4-BE49-F238E27FC236}">
                <a16:creationId xmlns:a16="http://schemas.microsoft.com/office/drawing/2014/main" id="{561B370B-B0AC-A57C-7DEE-5DCFEDEDA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2503488"/>
            <a:ext cx="21431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0250" name="Text Box 11">
            <a:extLst>
              <a:ext uri="{FF2B5EF4-FFF2-40B4-BE49-F238E27FC236}">
                <a16:creationId xmlns:a16="http://schemas.microsoft.com/office/drawing/2014/main" id="{18B296DE-9998-D8F3-BDC6-504886055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938" y="2982913"/>
            <a:ext cx="1460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7BF9FC7-840C-2A58-B2FF-93DEA701B2F1}"/>
              </a:ext>
            </a:extLst>
          </p:cNvPr>
          <p:cNvSpPr txBox="1"/>
          <p:nvPr/>
        </p:nvSpPr>
        <p:spPr>
          <a:xfrm>
            <a:off x="4259263" y="3179763"/>
            <a:ext cx="4857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TW" altLang="en-US" sz="1400" kern="100" dirty="0">
                <a:solidFill>
                  <a:srgbClr val="8F0374"/>
                </a:solidFill>
                <a:latin typeface="Times New Roman" panose="02020603050405020304" pitchFamily="18" charset="0"/>
              </a:rPr>
              <a:t>註</a:t>
            </a:r>
            <a:endParaRPr lang="zh-TW" altLang="en-US" sz="1400" dirty="0">
              <a:solidFill>
                <a:srgbClr val="8F0374"/>
              </a:solidFill>
            </a:endParaRPr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AC0963F3-D8D2-0AFC-9D61-1D376B0543F2}"/>
              </a:ext>
            </a:extLst>
          </p:cNvPr>
          <p:cNvSpPr/>
          <p:nvPr/>
        </p:nvSpPr>
        <p:spPr bwMode="auto">
          <a:xfrm>
            <a:off x="6098902" y="1137320"/>
            <a:ext cx="2843212" cy="1786185"/>
          </a:xfrm>
          <a:prstGeom prst="wedgeRoundRectCallout">
            <a:avLst>
              <a:gd name="adj1" fmla="val -33508"/>
              <a:gd name="adj2" fmla="val 69442"/>
              <a:gd name="adj3" fmla="val 16667"/>
            </a:avLst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OBM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（</a:t>
            </a: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Original Brand Manufacturer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）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OBM = 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自有品牌的經營模式。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OEM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（</a:t>
            </a: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Original Equipment Manufacturer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）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OEM = 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專業代工生產。產品設計和規格由客戶提供，</a:t>
            </a: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OEM 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製造商負責生產和製造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ODM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（</a:t>
            </a: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Original Design Manufacturer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）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ODM = </a:t>
            </a:r>
            <a:r>
              <a:rPr kumimoji="1" lang="zh-TW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pitchFamily="18" charset="-120"/>
              </a:rPr>
              <a:t>原廠委託設計。根據客戶的需求設計、開發</a:t>
            </a:r>
            <a:endParaRPr kumimoji="1" lang="zh-TW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圖片 6">
            <a:extLst>
              <a:ext uri="{FF2B5EF4-FFF2-40B4-BE49-F238E27FC236}">
                <a16:creationId xmlns:a16="http://schemas.microsoft.com/office/drawing/2014/main" id="{A50ACA73-EF8B-93FA-8AC9-234DBBA3A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2000250"/>
            <a:ext cx="8147050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標題 1">
            <a:extLst>
              <a:ext uri="{FF2B5EF4-FFF2-40B4-BE49-F238E27FC236}">
                <a16:creationId xmlns:a16="http://schemas.microsoft.com/office/drawing/2014/main" id="{3EC87FF4-2332-E2FF-F442-46004F23C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780338" cy="765175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變更原因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&amp;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備註說明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E754D52-DF2A-ECCE-B6B2-849A4EAB7E57}"/>
              </a:ext>
            </a:extLst>
          </p:cNvPr>
          <p:cNvSpPr txBox="1"/>
          <p:nvPr/>
        </p:nvSpPr>
        <p:spPr>
          <a:xfrm>
            <a:off x="818318" y="4388433"/>
            <a:ext cx="7570031" cy="1718868"/>
          </a:xfrm>
          <a:custGeom>
            <a:avLst/>
            <a:gdLst>
              <a:gd name="connsiteX0" fmla="*/ 0 w 7423348"/>
              <a:gd name="connsiteY0" fmla="*/ 0 h 1718868"/>
              <a:gd name="connsiteX1" fmla="*/ 452149 w 7423348"/>
              <a:gd name="connsiteY1" fmla="*/ 0 h 1718868"/>
              <a:gd name="connsiteX2" fmla="*/ 1275466 w 7423348"/>
              <a:gd name="connsiteY2" fmla="*/ 0 h 1718868"/>
              <a:gd name="connsiteX3" fmla="*/ 1876082 w 7423348"/>
              <a:gd name="connsiteY3" fmla="*/ 0 h 1718868"/>
              <a:gd name="connsiteX4" fmla="*/ 2550932 w 7423348"/>
              <a:gd name="connsiteY4" fmla="*/ 0 h 1718868"/>
              <a:gd name="connsiteX5" fmla="*/ 3003082 w 7423348"/>
              <a:gd name="connsiteY5" fmla="*/ 0 h 1718868"/>
              <a:gd name="connsiteX6" fmla="*/ 3603698 w 7423348"/>
              <a:gd name="connsiteY6" fmla="*/ 0 h 1718868"/>
              <a:gd name="connsiteX7" fmla="*/ 4278548 w 7423348"/>
              <a:gd name="connsiteY7" fmla="*/ 0 h 1718868"/>
              <a:gd name="connsiteX8" fmla="*/ 5101865 w 7423348"/>
              <a:gd name="connsiteY8" fmla="*/ 0 h 1718868"/>
              <a:gd name="connsiteX9" fmla="*/ 5850948 w 7423348"/>
              <a:gd name="connsiteY9" fmla="*/ 0 h 1718868"/>
              <a:gd name="connsiteX10" fmla="*/ 6674265 w 7423348"/>
              <a:gd name="connsiteY10" fmla="*/ 0 h 1718868"/>
              <a:gd name="connsiteX11" fmla="*/ 7423348 w 7423348"/>
              <a:gd name="connsiteY11" fmla="*/ 0 h 1718868"/>
              <a:gd name="connsiteX12" fmla="*/ 7423348 w 7423348"/>
              <a:gd name="connsiteY12" fmla="*/ 607333 h 1718868"/>
              <a:gd name="connsiteX13" fmla="*/ 7423348 w 7423348"/>
              <a:gd name="connsiteY13" fmla="*/ 1128723 h 1718868"/>
              <a:gd name="connsiteX14" fmla="*/ 7423348 w 7423348"/>
              <a:gd name="connsiteY14" fmla="*/ 1718868 h 1718868"/>
              <a:gd name="connsiteX15" fmla="*/ 6971199 w 7423348"/>
              <a:gd name="connsiteY15" fmla="*/ 1718868 h 1718868"/>
              <a:gd name="connsiteX16" fmla="*/ 6370582 w 7423348"/>
              <a:gd name="connsiteY16" fmla="*/ 1718868 h 1718868"/>
              <a:gd name="connsiteX17" fmla="*/ 5844199 w 7423348"/>
              <a:gd name="connsiteY17" fmla="*/ 1718868 h 1718868"/>
              <a:gd name="connsiteX18" fmla="*/ 5095116 w 7423348"/>
              <a:gd name="connsiteY18" fmla="*/ 1718868 h 1718868"/>
              <a:gd name="connsiteX19" fmla="*/ 4568733 w 7423348"/>
              <a:gd name="connsiteY19" fmla="*/ 1718868 h 1718868"/>
              <a:gd name="connsiteX20" fmla="*/ 3819650 w 7423348"/>
              <a:gd name="connsiteY20" fmla="*/ 1718868 h 1718868"/>
              <a:gd name="connsiteX21" fmla="*/ 2996333 w 7423348"/>
              <a:gd name="connsiteY21" fmla="*/ 1718868 h 1718868"/>
              <a:gd name="connsiteX22" fmla="*/ 2173016 w 7423348"/>
              <a:gd name="connsiteY22" fmla="*/ 1718868 h 1718868"/>
              <a:gd name="connsiteX23" fmla="*/ 1720867 w 7423348"/>
              <a:gd name="connsiteY23" fmla="*/ 1718868 h 1718868"/>
              <a:gd name="connsiteX24" fmla="*/ 1194484 w 7423348"/>
              <a:gd name="connsiteY24" fmla="*/ 1718868 h 1718868"/>
              <a:gd name="connsiteX25" fmla="*/ 742335 w 7423348"/>
              <a:gd name="connsiteY25" fmla="*/ 1718868 h 1718868"/>
              <a:gd name="connsiteX26" fmla="*/ 0 w 7423348"/>
              <a:gd name="connsiteY26" fmla="*/ 1718868 h 1718868"/>
              <a:gd name="connsiteX27" fmla="*/ 0 w 7423348"/>
              <a:gd name="connsiteY27" fmla="*/ 1145912 h 1718868"/>
              <a:gd name="connsiteX28" fmla="*/ 0 w 7423348"/>
              <a:gd name="connsiteY28" fmla="*/ 624522 h 1718868"/>
              <a:gd name="connsiteX29" fmla="*/ 0 w 7423348"/>
              <a:gd name="connsiteY29" fmla="*/ 0 h 171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423348" h="1718868" fill="none" extrusionOk="0">
                <a:moveTo>
                  <a:pt x="0" y="0"/>
                </a:moveTo>
                <a:cubicBezTo>
                  <a:pt x="102514" y="5368"/>
                  <a:pt x="350867" y="-7651"/>
                  <a:pt x="452149" y="0"/>
                </a:cubicBezTo>
                <a:cubicBezTo>
                  <a:pt x="553431" y="7651"/>
                  <a:pt x="924272" y="4560"/>
                  <a:pt x="1275466" y="0"/>
                </a:cubicBezTo>
                <a:cubicBezTo>
                  <a:pt x="1626660" y="-4560"/>
                  <a:pt x="1614615" y="-17192"/>
                  <a:pt x="1876082" y="0"/>
                </a:cubicBezTo>
                <a:cubicBezTo>
                  <a:pt x="2137549" y="17192"/>
                  <a:pt x="2320803" y="-1448"/>
                  <a:pt x="2550932" y="0"/>
                </a:cubicBezTo>
                <a:cubicBezTo>
                  <a:pt x="2781061" y="1448"/>
                  <a:pt x="2906377" y="14420"/>
                  <a:pt x="3003082" y="0"/>
                </a:cubicBezTo>
                <a:cubicBezTo>
                  <a:pt x="3099787" y="-14420"/>
                  <a:pt x="3318775" y="-8072"/>
                  <a:pt x="3603698" y="0"/>
                </a:cubicBezTo>
                <a:cubicBezTo>
                  <a:pt x="3888621" y="8072"/>
                  <a:pt x="4054736" y="13872"/>
                  <a:pt x="4278548" y="0"/>
                </a:cubicBezTo>
                <a:cubicBezTo>
                  <a:pt x="4502360" y="-13872"/>
                  <a:pt x="4708060" y="-34565"/>
                  <a:pt x="5101865" y="0"/>
                </a:cubicBezTo>
                <a:cubicBezTo>
                  <a:pt x="5495670" y="34565"/>
                  <a:pt x="5608906" y="25921"/>
                  <a:pt x="5850948" y="0"/>
                </a:cubicBezTo>
                <a:cubicBezTo>
                  <a:pt x="6092990" y="-25921"/>
                  <a:pt x="6292433" y="-2479"/>
                  <a:pt x="6674265" y="0"/>
                </a:cubicBezTo>
                <a:cubicBezTo>
                  <a:pt x="7056097" y="2479"/>
                  <a:pt x="7070618" y="-34064"/>
                  <a:pt x="7423348" y="0"/>
                </a:cubicBezTo>
                <a:cubicBezTo>
                  <a:pt x="7398313" y="206332"/>
                  <a:pt x="7412791" y="463020"/>
                  <a:pt x="7423348" y="607333"/>
                </a:cubicBezTo>
                <a:cubicBezTo>
                  <a:pt x="7433905" y="751646"/>
                  <a:pt x="7408509" y="925307"/>
                  <a:pt x="7423348" y="1128723"/>
                </a:cubicBezTo>
                <a:cubicBezTo>
                  <a:pt x="7438188" y="1332139"/>
                  <a:pt x="7449918" y="1480998"/>
                  <a:pt x="7423348" y="1718868"/>
                </a:cubicBezTo>
                <a:cubicBezTo>
                  <a:pt x="7230986" y="1704157"/>
                  <a:pt x="7120447" y="1719871"/>
                  <a:pt x="6971199" y="1718868"/>
                </a:cubicBezTo>
                <a:cubicBezTo>
                  <a:pt x="6821951" y="1717865"/>
                  <a:pt x="6649141" y="1712048"/>
                  <a:pt x="6370582" y="1718868"/>
                </a:cubicBezTo>
                <a:cubicBezTo>
                  <a:pt x="6092023" y="1725688"/>
                  <a:pt x="6026172" y="1724907"/>
                  <a:pt x="5844199" y="1718868"/>
                </a:cubicBezTo>
                <a:cubicBezTo>
                  <a:pt x="5662226" y="1712829"/>
                  <a:pt x="5322138" y="1706587"/>
                  <a:pt x="5095116" y="1718868"/>
                </a:cubicBezTo>
                <a:cubicBezTo>
                  <a:pt x="4868094" y="1731149"/>
                  <a:pt x="4784820" y="1729908"/>
                  <a:pt x="4568733" y="1718868"/>
                </a:cubicBezTo>
                <a:cubicBezTo>
                  <a:pt x="4352646" y="1707828"/>
                  <a:pt x="4009512" y="1715190"/>
                  <a:pt x="3819650" y="1718868"/>
                </a:cubicBezTo>
                <a:cubicBezTo>
                  <a:pt x="3629788" y="1722546"/>
                  <a:pt x="3165763" y="1689504"/>
                  <a:pt x="2996333" y="1718868"/>
                </a:cubicBezTo>
                <a:cubicBezTo>
                  <a:pt x="2826903" y="1748232"/>
                  <a:pt x="2536394" y="1696317"/>
                  <a:pt x="2173016" y="1718868"/>
                </a:cubicBezTo>
                <a:cubicBezTo>
                  <a:pt x="1809638" y="1741419"/>
                  <a:pt x="1855705" y="1709261"/>
                  <a:pt x="1720867" y="1718868"/>
                </a:cubicBezTo>
                <a:cubicBezTo>
                  <a:pt x="1586029" y="1728475"/>
                  <a:pt x="1323931" y="1703731"/>
                  <a:pt x="1194484" y="1718868"/>
                </a:cubicBezTo>
                <a:cubicBezTo>
                  <a:pt x="1065037" y="1734005"/>
                  <a:pt x="961437" y="1740675"/>
                  <a:pt x="742335" y="1718868"/>
                </a:cubicBezTo>
                <a:cubicBezTo>
                  <a:pt x="523233" y="1697061"/>
                  <a:pt x="288374" y="1694536"/>
                  <a:pt x="0" y="1718868"/>
                </a:cubicBezTo>
                <a:cubicBezTo>
                  <a:pt x="1005" y="1475718"/>
                  <a:pt x="27905" y="1323750"/>
                  <a:pt x="0" y="1145912"/>
                </a:cubicBezTo>
                <a:cubicBezTo>
                  <a:pt x="-27905" y="968074"/>
                  <a:pt x="22029" y="730075"/>
                  <a:pt x="0" y="624522"/>
                </a:cubicBezTo>
                <a:cubicBezTo>
                  <a:pt x="-22029" y="518969"/>
                  <a:pt x="12090" y="260417"/>
                  <a:pt x="0" y="0"/>
                </a:cubicBezTo>
                <a:close/>
              </a:path>
              <a:path w="7423348" h="1718868" stroke="0" extrusionOk="0">
                <a:moveTo>
                  <a:pt x="0" y="0"/>
                </a:moveTo>
                <a:cubicBezTo>
                  <a:pt x="217537" y="5836"/>
                  <a:pt x="331053" y="7889"/>
                  <a:pt x="600616" y="0"/>
                </a:cubicBezTo>
                <a:cubicBezTo>
                  <a:pt x="870179" y="-7889"/>
                  <a:pt x="1016473" y="-27113"/>
                  <a:pt x="1275466" y="0"/>
                </a:cubicBezTo>
                <a:cubicBezTo>
                  <a:pt x="1534459" y="27113"/>
                  <a:pt x="1705014" y="10989"/>
                  <a:pt x="1876082" y="0"/>
                </a:cubicBezTo>
                <a:cubicBezTo>
                  <a:pt x="2047150" y="-10989"/>
                  <a:pt x="2415332" y="18923"/>
                  <a:pt x="2625166" y="0"/>
                </a:cubicBezTo>
                <a:cubicBezTo>
                  <a:pt x="2835000" y="-18923"/>
                  <a:pt x="2989991" y="16807"/>
                  <a:pt x="3151549" y="0"/>
                </a:cubicBezTo>
                <a:cubicBezTo>
                  <a:pt x="3313107" y="-16807"/>
                  <a:pt x="3380001" y="1573"/>
                  <a:pt x="3603698" y="0"/>
                </a:cubicBezTo>
                <a:cubicBezTo>
                  <a:pt x="3827395" y="-1573"/>
                  <a:pt x="3871895" y="-17290"/>
                  <a:pt x="4055847" y="0"/>
                </a:cubicBezTo>
                <a:cubicBezTo>
                  <a:pt x="4239799" y="17290"/>
                  <a:pt x="4383891" y="-17190"/>
                  <a:pt x="4582230" y="0"/>
                </a:cubicBezTo>
                <a:cubicBezTo>
                  <a:pt x="4780569" y="17190"/>
                  <a:pt x="4991346" y="-25982"/>
                  <a:pt x="5108613" y="0"/>
                </a:cubicBezTo>
                <a:cubicBezTo>
                  <a:pt x="5225880" y="25982"/>
                  <a:pt x="5643842" y="-17364"/>
                  <a:pt x="5931930" y="0"/>
                </a:cubicBezTo>
                <a:cubicBezTo>
                  <a:pt x="6220018" y="17364"/>
                  <a:pt x="6336735" y="23493"/>
                  <a:pt x="6681013" y="0"/>
                </a:cubicBezTo>
                <a:cubicBezTo>
                  <a:pt x="7025291" y="-23493"/>
                  <a:pt x="7146819" y="-36837"/>
                  <a:pt x="7423348" y="0"/>
                </a:cubicBezTo>
                <a:cubicBezTo>
                  <a:pt x="7435669" y="179366"/>
                  <a:pt x="7444807" y="298395"/>
                  <a:pt x="7423348" y="590145"/>
                </a:cubicBezTo>
                <a:cubicBezTo>
                  <a:pt x="7401889" y="881896"/>
                  <a:pt x="7401811" y="930107"/>
                  <a:pt x="7423348" y="1145912"/>
                </a:cubicBezTo>
                <a:cubicBezTo>
                  <a:pt x="7444885" y="1361717"/>
                  <a:pt x="7436170" y="1474035"/>
                  <a:pt x="7423348" y="1718868"/>
                </a:cubicBezTo>
                <a:cubicBezTo>
                  <a:pt x="7218548" y="1723630"/>
                  <a:pt x="6869545" y="1687309"/>
                  <a:pt x="6674265" y="1718868"/>
                </a:cubicBezTo>
                <a:cubicBezTo>
                  <a:pt x="6478985" y="1750427"/>
                  <a:pt x="6406763" y="1732281"/>
                  <a:pt x="6222115" y="1718868"/>
                </a:cubicBezTo>
                <a:cubicBezTo>
                  <a:pt x="6037467" y="1705456"/>
                  <a:pt x="5711755" y="1746136"/>
                  <a:pt x="5398799" y="1718868"/>
                </a:cubicBezTo>
                <a:cubicBezTo>
                  <a:pt x="5085843" y="1691600"/>
                  <a:pt x="4774495" y="1697601"/>
                  <a:pt x="4575482" y="1718868"/>
                </a:cubicBezTo>
                <a:cubicBezTo>
                  <a:pt x="4376469" y="1740135"/>
                  <a:pt x="4157999" y="1687591"/>
                  <a:pt x="3826398" y="1718868"/>
                </a:cubicBezTo>
                <a:cubicBezTo>
                  <a:pt x="3494797" y="1750145"/>
                  <a:pt x="3321895" y="1745719"/>
                  <a:pt x="3151549" y="1718868"/>
                </a:cubicBezTo>
                <a:cubicBezTo>
                  <a:pt x="2981203" y="1692017"/>
                  <a:pt x="2826377" y="1736735"/>
                  <a:pt x="2550932" y="1718868"/>
                </a:cubicBezTo>
                <a:cubicBezTo>
                  <a:pt x="2275487" y="1701001"/>
                  <a:pt x="1975983" y="1695524"/>
                  <a:pt x="1801849" y="1718868"/>
                </a:cubicBezTo>
                <a:cubicBezTo>
                  <a:pt x="1627715" y="1742212"/>
                  <a:pt x="1446907" y="1729167"/>
                  <a:pt x="1275466" y="1718868"/>
                </a:cubicBezTo>
                <a:cubicBezTo>
                  <a:pt x="1104025" y="1708569"/>
                  <a:pt x="333844" y="1698480"/>
                  <a:pt x="0" y="1718868"/>
                </a:cubicBezTo>
                <a:cubicBezTo>
                  <a:pt x="-1258" y="1497922"/>
                  <a:pt x="-15395" y="1442644"/>
                  <a:pt x="0" y="1180289"/>
                </a:cubicBezTo>
                <a:cubicBezTo>
                  <a:pt x="15395" y="917934"/>
                  <a:pt x="-19449" y="866530"/>
                  <a:pt x="0" y="590145"/>
                </a:cubicBezTo>
                <a:cubicBezTo>
                  <a:pt x="19449" y="313760"/>
                  <a:pt x="-9774" y="222694"/>
                  <a:pt x="0" y="0"/>
                </a:cubicBezTo>
                <a:close/>
              </a:path>
            </a:pathLst>
          </a:custGeom>
          <a:solidFill>
            <a:schemeClr val="accent5"/>
          </a:solidFill>
          <a:ln w="6350">
            <a:solidFill>
              <a:schemeClr val="bg1">
                <a:lumMod val="75000"/>
              </a:schemeClr>
            </a:solidFill>
            <a:prstDash val="sysDash"/>
            <a:miter lim="800000"/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TW" sz="1400" u="sng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Reason of Change</a:t>
            </a:r>
            <a:r>
              <a:rPr lang="en-US" altLang="zh-TW" sz="1400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(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變更原因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):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下拉式點選清單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共有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項原因可勾選，如上右圖所示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  <a:p>
            <a:pPr>
              <a:lnSpc>
                <a:spcPts val="2600"/>
              </a:lnSpc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 1-1.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變更原因若選擇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”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其它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”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時，須於此欄位填寫變更原因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4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   ※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若為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Fortinet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客戶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EC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，變更原因勾選為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Key Component Second Source(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重要替代料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或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lang="en-US" altLang="zh-TW" sz="1400" kern="1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600"/>
              </a:lnSpc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Design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Change(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設計變更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時，在第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關業務審查關卡提示且強制要求夾上客戶同意資料</a:t>
            </a:r>
            <a:endParaRPr lang="zh-TW" altLang="zh-TW" sz="1400" kern="100" dirty="0">
              <a:solidFill>
                <a:srgbClr val="0000FF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TW" sz="1400" u="sng" kern="100" dirty="0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</a:rPr>
              <a:t>Change Cause Description &amp; Remark </a:t>
            </a:r>
            <a:r>
              <a:rPr lang="en-US" altLang="zh-TW" sz="1400" u="sng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: </a:t>
            </a:r>
            <a:r>
              <a:rPr lang="zh-TW" altLang="en-US" sz="1400" u="sng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加簽請於備註欄填寫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: 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需</a:t>
            </a:r>
            <a:r>
              <a:rPr lang="zh-TW" altLang="en-US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略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述</a:t>
            </a:r>
            <a:r>
              <a:rPr lang="en-US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EC</a:t>
            </a:r>
            <a:r>
              <a:rPr lang="zh-TW" altLang="zh-TW" sz="1400" kern="100" dirty="0">
                <a:solidFill>
                  <a:srgbClr val="0000FF"/>
                </a:solidFill>
                <a:latin typeface="Times New Roman" panose="02020603050405020304" pitchFamily="18" charset="0"/>
              </a:rPr>
              <a:t>變更原因</a:t>
            </a:r>
            <a:endParaRPr lang="zh-TW" altLang="zh-TW" sz="1400" kern="100" dirty="0">
              <a:solidFill>
                <a:srgbClr val="0000FF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1269" name="圖說文字: 直線 3">
            <a:extLst>
              <a:ext uri="{FF2B5EF4-FFF2-40B4-BE49-F238E27FC236}">
                <a16:creationId xmlns:a16="http://schemas.microsoft.com/office/drawing/2014/main" id="{D0398BE6-ACE8-6BF5-EB70-26054C250E58}"/>
              </a:ext>
            </a:extLst>
          </p:cNvPr>
          <p:cNvSpPr>
            <a:spLocks/>
          </p:cNvSpPr>
          <p:nvPr/>
        </p:nvSpPr>
        <p:spPr bwMode="auto">
          <a:xfrm>
            <a:off x="4002088" y="2036763"/>
            <a:ext cx="239712" cy="250825"/>
          </a:xfrm>
          <a:prstGeom prst="borderCallout1">
            <a:avLst>
              <a:gd name="adj1" fmla="val 7972"/>
              <a:gd name="adj2" fmla="val 98514"/>
              <a:gd name="adj3" fmla="val -58125"/>
              <a:gd name="adj4" fmla="val 6653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1270" name="圖說文字: 直線 4">
            <a:extLst>
              <a:ext uri="{FF2B5EF4-FFF2-40B4-BE49-F238E27FC236}">
                <a16:creationId xmlns:a16="http://schemas.microsoft.com/office/drawing/2014/main" id="{8473BE78-C960-E2F4-6932-9D8D178EA55B}"/>
              </a:ext>
            </a:extLst>
          </p:cNvPr>
          <p:cNvSpPr>
            <a:spLocks/>
          </p:cNvSpPr>
          <p:nvPr/>
        </p:nvSpPr>
        <p:spPr bwMode="auto">
          <a:xfrm>
            <a:off x="1905000" y="2328863"/>
            <a:ext cx="3743325" cy="501650"/>
          </a:xfrm>
          <a:prstGeom prst="borderCallout1">
            <a:avLst>
              <a:gd name="adj1" fmla="val 34454"/>
              <a:gd name="adj2" fmla="val -213"/>
              <a:gd name="adj3" fmla="val 21046"/>
              <a:gd name="adj4" fmla="val -1153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1271" name="圖說文字: 直線 5">
            <a:extLst>
              <a:ext uri="{FF2B5EF4-FFF2-40B4-BE49-F238E27FC236}">
                <a16:creationId xmlns:a16="http://schemas.microsoft.com/office/drawing/2014/main" id="{3C2D78DF-F152-BA28-052F-780168359B40}"/>
              </a:ext>
            </a:extLst>
          </p:cNvPr>
          <p:cNvSpPr>
            <a:spLocks/>
          </p:cNvSpPr>
          <p:nvPr/>
        </p:nvSpPr>
        <p:spPr bwMode="auto">
          <a:xfrm>
            <a:off x="565150" y="3254375"/>
            <a:ext cx="7823200" cy="581025"/>
          </a:xfrm>
          <a:prstGeom prst="borderCallout1">
            <a:avLst>
              <a:gd name="adj1" fmla="val 99620"/>
              <a:gd name="adj2" fmla="val 48769"/>
              <a:gd name="adj3" fmla="val 113199"/>
              <a:gd name="adj4" fmla="val 50931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pic>
        <p:nvPicPr>
          <p:cNvPr id="11272" name="圖片 7">
            <a:extLst>
              <a:ext uri="{FF2B5EF4-FFF2-40B4-BE49-F238E27FC236}">
                <a16:creationId xmlns:a16="http://schemas.microsoft.com/office/drawing/2014/main" id="{CFF5F9D7-6CEE-6166-1453-44373B53D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004888"/>
            <a:ext cx="2090738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圖說文字: 直線 13">
            <a:extLst>
              <a:ext uri="{FF2B5EF4-FFF2-40B4-BE49-F238E27FC236}">
                <a16:creationId xmlns:a16="http://schemas.microsoft.com/office/drawing/2014/main" id="{C82B35D6-15A2-251D-7DE5-57EE9D5C91B3}"/>
              </a:ext>
            </a:extLst>
          </p:cNvPr>
          <p:cNvSpPr/>
          <p:nvPr/>
        </p:nvSpPr>
        <p:spPr>
          <a:xfrm>
            <a:off x="6408738" y="1173163"/>
            <a:ext cx="2559050" cy="1657350"/>
          </a:xfrm>
          <a:prstGeom prst="borderCallout1">
            <a:avLst>
              <a:gd name="adj1" fmla="val 8405"/>
              <a:gd name="adj2" fmla="val -7608"/>
              <a:gd name="adj3" fmla="val 3057"/>
              <a:gd name="adj4" fmla="val 1806"/>
            </a:avLst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ts val="1200"/>
              </a:lnSpc>
              <a:defRPr/>
            </a:pPr>
            <a:endParaRPr lang="en-US" sz="1000" kern="1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新細明體" panose="02020500000000000000" pitchFamily="18" charset="-120"/>
            </a:endParaRPr>
          </a:p>
          <a:p>
            <a:pPr>
              <a:lnSpc>
                <a:spcPts val="1200"/>
              </a:lnSpc>
              <a:defRPr/>
            </a:pP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Cost-down  </a:t>
            </a:r>
            <a:r>
              <a:rPr lang="zh-TW" sz="1000" i="1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降低成本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Customer/Sales Request  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營業要求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Design Change  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設計變更</a:t>
            </a: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 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Key Component Second Source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重要替代料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Material Change  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材料更換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Operation Improvement 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作業改善</a:t>
            </a: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 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Others  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其它</a:t>
            </a: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 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Material Phase-out 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料件停產</a:t>
            </a: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  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Quality Improvement  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提高品質</a:t>
            </a: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 </a:t>
            </a:r>
            <a:b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</a:br>
            <a:r>
              <a:rPr lang="en-US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Normal Second Source </a:t>
            </a:r>
            <a:r>
              <a:rPr lang="zh-TW" sz="10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第二來源 </a:t>
            </a:r>
            <a:endParaRPr lang="zh-TW" sz="1200" kern="1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新細明體" panose="02020500000000000000" pitchFamily="18" charset="-120"/>
            </a:endParaRPr>
          </a:p>
          <a:p>
            <a:pPr>
              <a:lnSpc>
                <a:spcPts val="1200"/>
              </a:lnSpc>
              <a:defRPr/>
            </a:pPr>
            <a:r>
              <a:rPr lang="en-US" sz="1200" kern="1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新細明體" panose="02020500000000000000" pitchFamily="18" charset="-120"/>
              </a:rPr>
              <a:t> </a:t>
            </a:r>
            <a:endParaRPr lang="zh-TW" sz="1200" kern="1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新細明體" panose="02020500000000000000" pitchFamily="18" charset="-120"/>
            </a:endParaRPr>
          </a:p>
        </p:txBody>
      </p:sp>
      <p:sp>
        <p:nvSpPr>
          <p:cNvPr id="11274" name="Text Box 11">
            <a:extLst>
              <a:ext uri="{FF2B5EF4-FFF2-40B4-BE49-F238E27FC236}">
                <a16:creationId xmlns:a16="http://schemas.microsoft.com/office/drawing/2014/main" id="{1F57F851-5739-CC98-6E6F-322D2A8ED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563" y="1654175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1CFC4EB8-CDE5-CB4B-D17E-6FCEC071A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2311400"/>
            <a:ext cx="323850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1-1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1276" name="Text Box 11">
            <a:extLst>
              <a:ext uri="{FF2B5EF4-FFF2-40B4-BE49-F238E27FC236}">
                <a16:creationId xmlns:a16="http://schemas.microsoft.com/office/drawing/2014/main" id="{BC6C0CAE-FC48-291B-99FD-CE8A65634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263" y="3835400"/>
            <a:ext cx="25558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cxnSp>
        <p:nvCxnSpPr>
          <p:cNvPr id="11277" name="接點: 弧形 16">
            <a:extLst>
              <a:ext uri="{FF2B5EF4-FFF2-40B4-BE49-F238E27FC236}">
                <a16:creationId xmlns:a16="http://schemas.microsoft.com/office/drawing/2014/main" id="{AC4C104D-C2D9-66F3-819B-DA4E741DA926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4115594" y="1886744"/>
            <a:ext cx="484187" cy="238125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>
            <a:extLst>
              <a:ext uri="{FF2B5EF4-FFF2-40B4-BE49-F238E27FC236}">
                <a16:creationId xmlns:a16="http://schemas.microsoft.com/office/drawing/2014/main" id="{A3A6CB83-A9DA-E2C9-526F-48B5BFA30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632700" cy="693738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變更方式勾選</a:t>
            </a:r>
          </a:p>
        </p:txBody>
      </p:sp>
      <p:pic>
        <p:nvPicPr>
          <p:cNvPr id="12291" name="圖片 5">
            <a:extLst>
              <a:ext uri="{FF2B5EF4-FFF2-40B4-BE49-F238E27FC236}">
                <a16:creationId xmlns:a16="http://schemas.microsoft.com/office/drawing/2014/main" id="{2077F4E7-D01F-4029-3994-2B5BE967F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739900"/>
            <a:ext cx="635476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A461F73-DC89-4940-D021-5F64991DA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038" y="847725"/>
            <a:ext cx="3076575" cy="7715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2293" name="接點: 弧形 16">
            <a:extLst>
              <a:ext uri="{FF2B5EF4-FFF2-40B4-BE49-F238E27FC236}">
                <a16:creationId xmlns:a16="http://schemas.microsoft.com/office/drawing/2014/main" id="{C1AD3539-DB14-FC3E-6F8D-1BDC4BA064DC}"/>
              </a:ext>
            </a:extLst>
          </p:cNvPr>
          <p:cNvCxnSpPr>
            <a:cxnSpLocks/>
            <a:stCxn id="12297" idx="0"/>
          </p:cNvCxnSpPr>
          <p:nvPr/>
        </p:nvCxnSpPr>
        <p:spPr bwMode="auto">
          <a:xfrm>
            <a:off x="6910388" y="2335213"/>
            <a:ext cx="293687" cy="455612"/>
          </a:xfrm>
          <a:prstGeom prst="curvedConnector2">
            <a:avLst/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4" name="圖說文字: 直線 12">
            <a:extLst>
              <a:ext uri="{FF2B5EF4-FFF2-40B4-BE49-F238E27FC236}">
                <a16:creationId xmlns:a16="http://schemas.microsoft.com/office/drawing/2014/main" id="{7B944EFC-A36A-7307-9B41-35326D63943E}"/>
              </a:ext>
            </a:extLst>
          </p:cNvPr>
          <p:cNvSpPr>
            <a:spLocks/>
          </p:cNvSpPr>
          <p:nvPr/>
        </p:nvSpPr>
        <p:spPr bwMode="auto">
          <a:xfrm flipV="1">
            <a:off x="3287713" y="1997075"/>
            <a:ext cx="255587" cy="215900"/>
          </a:xfrm>
          <a:prstGeom prst="borderCallout1">
            <a:avLst>
              <a:gd name="adj1" fmla="val 38838"/>
              <a:gd name="adj2" fmla="val 109662"/>
              <a:gd name="adj3" fmla="val 65333"/>
              <a:gd name="adj4" fmla="val 148273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2295" name="Text Box 11">
            <a:extLst>
              <a:ext uri="{FF2B5EF4-FFF2-40B4-BE49-F238E27FC236}">
                <a16:creationId xmlns:a16="http://schemas.microsoft.com/office/drawing/2014/main" id="{81CA3098-BEF8-DAB9-ECDD-AD3D0FB51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5" y="1993900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13C1F0EE-DE69-52AC-D745-BE709FBA8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888" y="2833688"/>
            <a:ext cx="2908300" cy="147478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297" name="圖說文字: 直線 17">
            <a:extLst>
              <a:ext uri="{FF2B5EF4-FFF2-40B4-BE49-F238E27FC236}">
                <a16:creationId xmlns:a16="http://schemas.microsoft.com/office/drawing/2014/main" id="{E37A84F9-BC31-7D2C-3164-0EBD8D53B52B}"/>
              </a:ext>
            </a:extLst>
          </p:cNvPr>
          <p:cNvSpPr>
            <a:spLocks/>
          </p:cNvSpPr>
          <p:nvPr/>
        </p:nvSpPr>
        <p:spPr bwMode="auto">
          <a:xfrm flipV="1">
            <a:off x="4049713" y="1987550"/>
            <a:ext cx="2860675" cy="695325"/>
          </a:xfrm>
          <a:prstGeom prst="borderCallout1">
            <a:avLst>
              <a:gd name="adj1" fmla="val 81329"/>
              <a:gd name="adj2" fmla="val 100389"/>
              <a:gd name="adj3" fmla="val 76301"/>
              <a:gd name="adj4" fmla="val 99889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2298" name="Text Box 11">
            <a:extLst>
              <a:ext uri="{FF2B5EF4-FFF2-40B4-BE49-F238E27FC236}">
                <a16:creationId xmlns:a16="http://schemas.microsoft.com/office/drawing/2014/main" id="{9559DAB0-DC62-6AD8-34A9-EE72F8B94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2959100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cxnSp>
        <p:nvCxnSpPr>
          <p:cNvPr id="12299" name="接點: 弧形 16">
            <a:extLst>
              <a:ext uri="{FF2B5EF4-FFF2-40B4-BE49-F238E27FC236}">
                <a16:creationId xmlns:a16="http://schemas.microsoft.com/office/drawing/2014/main" id="{FF280606-C6C1-3353-E838-37E085D560F2}"/>
              </a:ext>
            </a:extLst>
          </p:cNvPr>
          <p:cNvCxnSpPr>
            <a:cxnSpLocks/>
            <a:endCxn id="7" idx="2"/>
          </p:cNvCxnSpPr>
          <p:nvPr/>
        </p:nvCxnSpPr>
        <p:spPr bwMode="auto">
          <a:xfrm rot="16200000" flipV="1">
            <a:off x="2934494" y="1666081"/>
            <a:ext cx="377825" cy="284163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6601918-8D15-742A-8351-BC3261DF1CE4}"/>
              </a:ext>
            </a:extLst>
          </p:cNvPr>
          <p:cNvSpPr txBox="1"/>
          <p:nvPr/>
        </p:nvSpPr>
        <p:spPr>
          <a:xfrm>
            <a:off x="156369" y="3385684"/>
            <a:ext cx="5754687" cy="3167727"/>
          </a:xfrm>
          <a:custGeom>
            <a:avLst/>
            <a:gdLst>
              <a:gd name="connsiteX0" fmla="*/ 0 w 5756050"/>
              <a:gd name="connsiteY0" fmla="*/ 0 h 2885598"/>
              <a:gd name="connsiteX1" fmla="*/ 466880 w 5756050"/>
              <a:gd name="connsiteY1" fmla="*/ 0 h 2885598"/>
              <a:gd name="connsiteX2" fmla="*/ 1221562 w 5756050"/>
              <a:gd name="connsiteY2" fmla="*/ 0 h 2885598"/>
              <a:gd name="connsiteX3" fmla="*/ 1803562 w 5756050"/>
              <a:gd name="connsiteY3" fmla="*/ 0 h 2885598"/>
              <a:gd name="connsiteX4" fmla="*/ 2500684 w 5756050"/>
              <a:gd name="connsiteY4" fmla="*/ 0 h 2885598"/>
              <a:gd name="connsiteX5" fmla="*/ 3255366 w 5756050"/>
              <a:gd name="connsiteY5" fmla="*/ 0 h 2885598"/>
              <a:gd name="connsiteX6" fmla="*/ 3894927 w 5756050"/>
              <a:gd name="connsiteY6" fmla="*/ 0 h 2885598"/>
              <a:gd name="connsiteX7" fmla="*/ 4419367 w 5756050"/>
              <a:gd name="connsiteY7" fmla="*/ 0 h 2885598"/>
              <a:gd name="connsiteX8" fmla="*/ 5174049 w 5756050"/>
              <a:gd name="connsiteY8" fmla="*/ 0 h 2885598"/>
              <a:gd name="connsiteX9" fmla="*/ 5756050 w 5756050"/>
              <a:gd name="connsiteY9" fmla="*/ 0 h 2885598"/>
              <a:gd name="connsiteX10" fmla="*/ 5756050 w 5756050"/>
              <a:gd name="connsiteY10" fmla="*/ 605976 h 2885598"/>
              <a:gd name="connsiteX11" fmla="*/ 5756050 w 5756050"/>
              <a:gd name="connsiteY11" fmla="*/ 1125383 h 2885598"/>
              <a:gd name="connsiteX12" fmla="*/ 5756050 w 5756050"/>
              <a:gd name="connsiteY12" fmla="*/ 1731359 h 2885598"/>
              <a:gd name="connsiteX13" fmla="*/ 5756050 w 5756050"/>
              <a:gd name="connsiteY13" fmla="*/ 2366190 h 2885598"/>
              <a:gd name="connsiteX14" fmla="*/ 5756050 w 5756050"/>
              <a:gd name="connsiteY14" fmla="*/ 2885598 h 2885598"/>
              <a:gd name="connsiteX15" fmla="*/ 5116489 w 5756050"/>
              <a:gd name="connsiteY15" fmla="*/ 2885598 h 2885598"/>
              <a:gd name="connsiteX16" fmla="*/ 4476928 w 5756050"/>
              <a:gd name="connsiteY16" fmla="*/ 2885598 h 2885598"/>
              <a:gd name="connsiteX17" fmla="*/ 3779806 w 5756050"/>
              <a:gd name="connsiteY17" fmla="*/ 2885598 h 2885598"/>
              <a:gd name="connsiteX18" fmla="*/ 3140245 w 5756050"/>
              <a:gd name="connsiteY18" fmla="*/ 2885598 h 2885598"/>
              <a:gd name="connsiteX19" fmla="*/ 2615805 w 5756050"/>
              <a:gd name="connsiteY19" fmla="*/ 2885598 h 2885598"/>
              <a:gd name="connsiteX20" fmla="*/ 1861123 w 5756050"/>
              <a:gd name="connsiteY20" fmla="*/ 2885598 h 2885598"/>
              <a:gd name="connsiteX21" fmla="*/ 1279122 w 5756050"/>
              <a:gd name="connsiteY21" fmla="*/ 2885598 h 2885598"/>
              <a:gd name="connsiteX22" fmla="*/ 582001 w 5756050"/>
              <a:gd name="connsiteY22" fmla="*/ 2885598 h 2885598"/>
              <a:gd name="connsiteX23" fmla="*/ 0 w 5756050"/>
              <a:gd name="connsiteY23" fmla="*/ 2885598 h 2885598"/>
              <a:gd name="connsiteX24" fmla="*/ 0 w 5756050"/>
              <a:gd name="connsiteY24" fmla="*/ 2308478 h 2885598"/>
              <a:gd name="connsiteX25" fmla="*/ 0 w 5756050"/>
              <a:gd name="connsiteY25" fmla="*/ 1817927 h 2885598"/>
              <a:gd name="connsiteX26" fmla="*/ 0 w 5756050"/>
              <a:gd name="connsiteY26" fmla="*/ 1240807 h 2885598"/>
              <a:gd name="connsiteX27" fmla="*/ 0 w 5756050"/>
              <a:gd name="connsiteY27" fmla="*/ 721399 h 2885598"/>
              <a:gd name="connsiteX28" fmla="*/ 0 w 5756050"/>
              <a:gd name="connsiteY28" fmla="*/ 0 h 288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756050" h="2885598" fill="none" extrusionOk="0">
                <a:moveTo>
                  <a:pt x="0" y="0"/>
                </a:moveTo>
                <a:cubicBezTo>
                  <a:pt x="180769" y="-6954"/>
                  <a:pt x="311121" y="-10963"/>
                  <a:pt x="466880" y="0"/>
                </a:cubicBezTo>
                <a:cubicBezTo>
                  <a:pt x="622639" y="10963"/>
                  <a:pt x="946123" y="-31722"/>
                  <a:pt x="1221562" y="0"/>
                </a:cubicBezTo>
                <a:cubicBezTo>
                  <a:pt x="1497001" y="31722"/>
                  <a:pt x="1642716" y="-15157"/>
                  <a:pt x="1803562" y="0"/>
                </a:cubicBezTo>
                <a:cubicBezTo>
                  <a:pt x="1964408" y="15157"/>
                  <a:pt x="2345775" y="1606"/>
                  <a:pt x="2500684" y="0"/>
                </a:cubicBezTo>
                <a:cubicBezTo>
                  <a:pt x="2655593" y="-1606"/>
                  <a:pt x="3079628" y="4975"/>
                  <a:pt x="3255366" y="0"/>
                </a:cubicBezTo>
                <a:cubicBezTo>
                  <a:pt x="3431104" y="-4975"/>
                  <a:pt x="3645057" y="18635"/>
                  <a:pt x="3894927" y="0"/>
                </a:cubicBezTo>
                <a:cubicBezTo>
                  <a:pt x="4144797" y="-18635"/>
                  <a:pt x="4181370" y="-22440"/>
                  <a:pt x="4419367" y="0"/>
                </a:cubicBezTo>
                <a:cubicBezTo>
                  <a:pt x="4657364" y="22440"/>
                  <a:pt x="5015508" y="-31950"/>
                  <a:pt x="5174049" y="0"/>
                </a:cubicBezTo>
                <a:cubicBezTo>
                  <a:pt x="5332590" y="31950"/>
                  <a:pt x="5483519" y="21281"/>
                  <a:pt x="5756050" y="0"/>
                </a:cubicBezTo>
                <a:cubicBezTo>
                  <a:pt x="5762063" y="274349"/>
                  <a:pt x="5771798" y="427738"/>
                  <a:pt x="5756050" y="605976"/>
                </a:cubicBezTo>
                <a:cubicBezTo>
                  <a:pt x="5740302" y="784214"/>
                  <a:pt x="5736995" y="969642"/>
                  <a:pt x="5756050" y="1125383"/>
                </a:cubicBezTo>
                <a:cubicBezTo>
                  <a:pt x="5775105" y="1281124"/>
                  <a:pt x="5755001" y="1510826"/>
                  <a:pt x="5756050" y="1731359"/>
                </a:cubicBezTo>
                <a:cubicBezTo>
                  <a:pt x="5757099" y="1951892"/>
                  <a:pt x="5746603" y="2072077"/>
                  <a:pt x="5756050" y="2366190"/>
                </a:cubicBezTo>
                <a:cubicBezTo>
                  <a:pt x="5765497" y="2660303"/>
                  <a:pt x="5778652" y="2643602"/>
                  <a:pt x="5756050" y="2885598"/>
                </a:cubicBezTo>
                <a:cubicBezTo>
                  <a:pt x="5440068" y="2894037"/>
                  <a:pt x="5299863" y="2877379"/>
                  <a:pt x="5116489" y="2885598"/>
                </a:cubicBezTo>
                <a:cubicBezTo>
                  <a:pt x="4933115" y="2893817"/>
                  <a:pt x="4757722" y="2895963"/>
                  <a:pt x="4476928" y="2885598"/>
                </a:cubicBezTo>
                <a:cubicBezTo>
                  <a:pt x="4196134" y="2875233"/>
                  <a:pt x="3985087" y="2888088"/>
                  <a:pt x="3779806" y="2885598"/>
                </a:cubicBezTo>
                <a:cubicBezTo>
                  <a:pt x="3574525" y="2883108"/>
                  <a:pt x="3458916" y="2876762"/>
                  <a:pt x="3140245" y="2885598"/>
                </a:cubicBezTo>
                <a:cubicBezTo>
                  <a:pt x="2821574" y="2894434"/>
                  <a:pt x="2875718" y="2868322"/>
                  <a:pt x="2615805" y="2885598"/>
                </a:cubicBezTo>
                <a:cubicBezTo>
                  <a:pt x="2355892" y="2902874"/>
                  <a:pt x="2095813" y="2875522"/>
                  <a:pt x="1861123" y="2885598"/>
                </a:cubicBezTo>
                <a:cubicBezTo>
                  <a:pt x="1626433" y="2895674"/>
                  <a:pt x="1445220" y="2910832"/>
                  <a:pt x="1279122" y="2885598"/>
                </a:cubicBezTo>
                <a:cubicBezTo>
                  <a:pt x="1113024" y="2860364"/>
                  <a:pt x="866679" y="2871841"/>
                  <a:pt x="582001" y="2885598"/>
                </a:cubicBezTo>
                <a:cubicBezTo>
                  <a:pt x="297323" y="2899355"/>
                  <a:pt x="152912" y="2863937"/>
                  <a:pt x="0" y="2885598"/>
                </a:cubicBezTo>
                <a:cubicBezTo>
                  <a:pt x="1787" y="2652034"/>
                  <a:pt x="17270" y="2503135"/>
                  <a:pt x="0" y="2308478"/>
                </a:cubicBezTo>
                <a:cubicBezTo>
                  <a:pt x="-17270" y="2113821"/>
                  <a:pt x="3247" y="1917410"/>
                  <a:pt x="0" y="1817927"/>
                </a:cubicBezTo>
                <a:cubicBezTo>
                  <a:pt x="-3247" y="1718444"/>
                  <a:pt x="12618" y="1496710"/>
                  <a:pt x="0" y="1240807"/>
                </a:cubicBezTo>
                <a:cubicBezTo>
                  <a:pt x="-12618" y="984904"/>
                  <a:pt x="19028" y="944228"/>
                  <a:pt x="0" y="721399"/>
                </a:cubicBezTo>
                <a:cubicBezTo>
                  <a:pt x="-19028" y="498570"/>
                  <a:pt x="30776" y="148245"/>
                  <a:pt x="0" y="0"/>
                </a:cubicBezTo>
                <a:close/>
              </a:path>
              <a:path w="5756050" h="2885598" stroke="0" extrusionOk="0">
                <a:moveTo>
                  <a:pt x="0" y="0"/>
                </a:moveTo>
                <a:cubicBezTo>
                  <a:pt x="237103" y="3559"/>
                  <a:pt x="313165" y="-14542"/>
                  <a:pt x="582001" y="0"/>
                </a:cubicBezTo>
                <a:cubicBezTo>
                  <a:pt x="850837" y="14542"/>
                  <a:pt x="833983" y="9192"/>
                  <a:pt x="1048880" y="0"/>
                </a:cubicBezTo>
                <a:cubicBezTo>
                  <a:pt x="1263777" y="-9192"/>
                  <a:pt x="1490013" y="8989"/>
                  <a:pt x="1688441" y="0"/>
                </a:cubicBezTo>
                <a:cubicBezTo>
                  <a:pt x="1886869" y="-8989"/>
                  <a:pt x="2110360" y="-25644"/>
                  <a:pt x="2270442" y="0"/>
                </a:cubicBezTo>
                <a:cubicBezTo>
                  <a:pt x="2430524" y="25644"/>
                  <a:pt x="2701969" y="8476"/>
                  <a:pt x="2910003" y="0"/>
                </a:cubicBezTo>
                <a:cubicBezTo>
                  <a:pt x="3118037" y="-8476"/>
                  <a:pt x="3219531" y="-8667"/>
                  <a:pt x="3492004" y="0"/>
                </a:cubicBezTo>
                <a:cubicBezTo>
                  <a:pt x="3764477" y="8667"/>
                  <a:pt x="3988178" y="16839"/>
                  <a:pt x="4189125" y="0"/>
                </a:cubicBezTo>
                <a:cubicBezTo>
                  <a:pt x="4390072" y="-16839"/>
                  <a:pt x="4555062" y="24788"/>
                  <a:pt x="4771126" y="0"/>
                </a:cubicBezTo>
                <a:cubicBezTo>
                  <a:pt x="4987190" y="-24788"/>
                  <a:pt x="5470411" y="17080"/>
                  <a:pt x="5756050" y="0"/>
                </a:cubicBezTo>
                <a:cubicBezTo>
                  <a:pt x="5767701" y="268347"/>
                  <a:pt x="5771472" y="384816"/>
                  <a:pt x="5756050" y="548264"/>
                </a:cubicBezTo>
                <a:cubicBezTo>
                  <a:pt x="5740628" y="711712"/>
                  <a:pt x="5774483" y="882121"/>
                  <a:pt x="5756050" y="1125383"/>
                </a:cubicBezTo>
                <a:cubicBezTo>
                  <a:pt x="5737617" y="1368645"/>
                  <a:pt x="5742839" y="1447580"/>
                  <a:pt x="5756050" y="1644791"/>
                </a:cubicBezTo>
                <a:cubicBezTo>
                  <a:pt x="5769261" y="1842002"/>
                  <a:pt x="5737211" y="2096871"/>
                  <a:pt x="5756050" y="2250766"/>
                </a:cubicBezTo>
                <a:cubicBezTo>
                  <a:pt x="5774889" y="2404662"/>
                  <a:pt x="5750915" y="2662801"/>
                  <a:pt x="5756050" y="2885598"/>
                </a:cubicBezTo>
                <a:cubicBezTo>
                  <a:pt x="5461359" y="2914010"/>
                  <a:pt x="5418901" y="2883441"/>
                  <a:pt x="5116489" y="2885598"/>
                </a:cubicBezTo>
                <a:cubicBezTo>
                  <a:pt x="4814077" y="2887755"/>
                  <a:pt x="4778751" y="2892126"/>
                  <a:pt x="4649609" y="2885598"/>
                </a:cubicBezTo>
                <a:cubicBezTo>
                  <a:pt x="4520467" y="2879070"/>
                  <a:pt x="4308150" y="2879813"/>
                  <a:pt x="4182730" y="2885598"/>
                </a:cubicBezTo>
                <a:cubicBezTo>
                  <a:pt x="4057310" y="2891383"/>
                  <a:pt x="3887010" y="2881574"/>
                  <a:pt x="3658290" y="2885598"/>
                </a:cubicBezTo>
                <a:cubicBezTo>
                  <a:pt x="3429570" y="2889622"/>
                  <a:pt x="3269108" y="2883854"/>
                  <a:pt x="3076289" y="2885598"/>
                </a:cubicBezTo>
                <a:cubicBezTo>
                  <a:pt x="2883470" y="2887342"/>
                  <a:pt x="2566177" y="2909265"/>
                  <a:pt x="2436728" y="2885598"/>
                </a:cubicBezTo>
                <a:cubicBezTo>
                  <a:pt x="2307279" y="2861931"/>
                  <a:pt x="1891370" y="2872887"/>
                  <a:pt x="1682046" y="2885598"/>
                </a:cubicBezTo>
                <a:cubicBezTo>
                  <a:pt x="1472722" y="2898309"/>
                  <a:pt x="1280536" y="2912949"/>
                  <a:pt x="1100045" y="2885598"/>
                </a:cubicBezTo>
                <a:cubicBezTo>
                  <a:pt x="919554" y="2858247"/>
                  <a:pt x="801687" y="2877373"/>
                  <a:pt x="633165" y="2885598"/>
                </a:cubicBezTo>
                <a:cubicBezTo>
                  <a:pt x="464643" y="2893823"/>
                  <a:pt x="157651" y="2863209"/>
                  <a:pt x="0" y="2885598"/>
                </a:cubicBezTo>
                <a:cubicBezTo>
                  <a:pt x="18460" y="2678275"/>
                  <a:pt x="-14029" y="2478512"/>
                  <a:pt x="0" y="2279622"/>
                </a:cubicBezTo>
                <a:cubicBezTo>
                  <a:pt x="14029" y="2080732"/>
                  <a:pt x="4921" y="1946184"/>
                  <a:pt x="0" y="1789071"/>
                </a:cubicBezTo>
                <a:cubicBezTo>
                  <a:pt x="-4921" y="1631958"/>
                  <a:pt x="13976" y="1395719"/>
                  <a:pt x="0" y="1269663"/>
                </a:cubicBezTo>
                <a:cubicBezTo>
                  <a:pt x="-13976" y="1143607"/>
                  <a:pt x="19471" y="923007"/>
                  <a:pt x="0" y="750255"/>
                </a:cubicBezTo>
                <a:cubicBezTo>
                  <a:pt x="-19471" y="577503"/>
                  <a:pt x="-34294" y="165132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1.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Method of Change</a:t>
            </a:r>
            <a:r>
              <a:rPr lang="en-US" altLang="zh-TW" sz="1400" u="sng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變更方式</a:t>
            </a:r>
            <a:r>
              <a:rPr lang="en-US" altLang="zh-TW" sz="1400" dirty="0">
                <a:solidFill>
                  <a:srgbClr val="0000FF"/>
                </a:solidFill>
              </a:rPr>
              <a:t>):</a:t>
            </a:r>
            <a:r>
              <a:rPr lang="zh-TW" altLang="en-US" sz="1400" dirty="0">
                <a:solidFill>
                  <a:srgbClr val="0000FF"/>
                </a:solidFill>
              </a:rPr>
              <a:t>採下拉式點選清單 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1-1. </a:t>
            </a:r>
            <a:r>
              <a:rPr lang="en-US" altLang="zh-TW" sz="1400" u="sng" dirty="0">
                <a:solidFill>
                  <a:srgbClr val="8F0374"/>
                </a:solidFill>
              </a:rPr>
              <a:t>Immediate Change </a:t>
            </a:r>
            <a:r>
              <a:rPr lang="en-US" altLang="zh-TW" sz="1400" dirty="0">
                <a:solidFill>
                  <a:srgbClr val="0000FF"/>
                </a:solidFill>
              </a:rPr>
              <a:t>→ </a:t>
            </a:r>
            <a:r>
              <a:rPr lang="zh-TW" altLang="en-US" sz="1400" dirty="0">
                <a:solidFill>
                  <a:srgbClr val="0000FF"/>
                </a:solidFill>
              </a:rPr>
              <a:t>立即變更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1-2.</a:t>
            </a:r>
            <a:r>
              <a:rPr lang="en-US" altLang="zh-TW" sz="1400" b="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u="sng" dirty="0">
                <a:solidFill>
                  <a:srgbClr val="8F0374"/>
                </a:solidFill>
              </a:rPr>
              <a:t>Change after Inventory Exhausted </a:t>
            </a:r>
            <a:r>
              <a:rPr lang="en-US" altLang="zh-TW" sz="1400" dirty="0">
                <a:solidFill>
                  <a:srgbClr val="0000FF"/>
                </a:solidFill>
              </a:rPr>
              <a:t>→ </a:t>
            </a:r>
            <a:r>
              <a:rPr lang="zh-TW" altLang="en-US" sz="1400" dirty="0">
                <a:solidFill>
                  <a:srgbClr val="0000FF"/>
                </a:solidFill>
              </a:rPr>
              <a:t>庫存用盡變更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  </a:t>
            </a:r>
            <a:r>
              <a:rPr lang="en-US" altLang="zh-TW" sz="1400" dirty="0">
                <a:solidFill>
                  <a:srgbClr val="0000FF"/>
                </a:solidFill>
              </a:rPr>
              <a:t>1-2-1. </a:t>
            </a:r>
            <a:r>
              <a:rPr lang="en-US" altLang="zh-TW" sz="1400" u="sng" dirty="0">
                <a:solidFill>
                  <a:srgbClr val="8F0374"/>
                </a:solidFill>
              </a:rPr>
              <a:t>Date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物管簽核關卡 </a:t>
            </a:r>
            <a:r>
              <a:rPr lang="en-US" altLang="zh-TW" sz="1400" dirty="0">
                <a:solidFill>
                  <a:srgbClr val="0000FF"/>
                </a:solidFill>
              </a:rPr>
              <a:t>Date</a:t>
            </a:r>
            <a:r>
              <a:rPr lang="zh-TW" altLang="en-US" sz="1400" dirty="0">
                <a:solidFill>
                  <a:srgbClr val="0000FF"/>
                </a:solidFill>
              </a:rPr>
              <a:t>欄位強制勾選日期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1-3.</a:t>
            </a:r>
            <a:r>
              <a:rPr lang="en-US" altLang="zh-TW" sz="1400" u="sng" dirty="0">
                <a:solidFill>
                  <a:srgbClr val="8F0374"/>
                </a:solidFill>
              </a:rPr>
              <a:t>No EC needed</a:t>
            </a:r>
            <a:r>
              <a:rPr lang="en-US" altLang="zh-TW" sz="1400" dirty="0">
                <a:solidFill>
                  <a:srgbClr val="0000FF"/>
                </a:solidFill>
              </a:rPr>
              <a:t>→</a:t>
            </a:r>
            <a:r>
              <a:rPr lang="zh-TW" altLang="en-US" sz="1400" dirty="0">
                <a:solidFill>
                  <a:srgbClr val="0000FF"/>
                </a:solidFill>
              </a:rPr>
              <a:t>不做</a:t>
            </a:r>
            <a:r>
              <a:rPr lang="en-US" altLang="zh-TW" sz="1400" dirty="0">
                <a:solidFill>
                  <a:srgbClr val="0000FF"/>
                </a:solidFill>
              </a:rPr>
              <a:t>BOM</a:t>
            </a:r>
            <a:r>
              <a:rPr lang="zh-TW" altLang="en-US" sz="1400" dirty="0">
                <a:solidFill>
                  <a:srgbClr val="0000FF"/>
                </a:solidFill>
              </a:rPr>
              <a:t>料號變更，只做</a:t>
            </a:r>
            <a:r>
              <a:rPr lang="en-US" altLang="zh-TW" sz="1400" dirty="0">
                <a:solidFill>
                  <a:srgbClr val="0000FF"/>
                </a:solidFill>
              </a:rPr>
              <a:t>EC</a:t>
            </a:r>
            <a:r>
              <a:rPr lang="zh-TW" altLang="en-US" sz="1400" dirty="0">
                <a:solidFill>
                  <a:srgbClr val="0000FF"/>
                </a:solidFill>
              </a:rPr>
              <a:t>簽核通知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1-4.</a:t>
            </a:r>
            <a:r>
              <a:rPr lang="en-US" altLang="zh-TW" sz="1400" u="sng" dirty="0">
                <a:solidFill>
                  <a:srgbClr val="8F0374"/>
                </a:solidFill>
              </a:rPr>
              <a:t>By OE/</a:t>
            </a:r>
            <a:r>
              <a:rPr lang="zh-TW" altLang="en-US" sz="1400" u="sng" dirty="0">
                <a:solidFill>
                  <a:srgbClr val="8F0374"/>
                </a:solidFill>
              </a:rPr>
              <a:t>工單變更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要求</a:t>
            </a:r>
            <a:r>
              <a:rPr lang="en-US" altLang="zh-TW" sz="1400" dirty="0">
                <a:solidFill>
                  <a:srgbClr val="0000FF"/>
                </a:solidFill>
              </a:rPr>
              <a:t>PM or</a:t>
            </a:r>
            <a:r>
              <a:rPr lang="zh-TW" altLang="en-US" sz="1400" dirty="0">
                <a:solidFill>
                  <a:srgbClr val="0000FF"/>
                </a:solidFill>
              </a:rPr>
              <a:t>業務簽核時填寫</a:t>
            </a:r>
            <a:r>
              <a:rPr lang="en-US" altLang="zh-TW" sz="1400" dirty="0">
                <a:solidFill>
                  <a:srgbClr val="0000FF"/>
                </a:solidFill>
              </a:rPr>
              <a:t>Order Type&amp; Order 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     </a:t>
            </a:r>
            <a:r>
              <a:rPr lang="en-US" altLang="zh-TW" sz="1400" dirty="0">
                <a:solidFill>
                  <a:srgbClr val="0000FF"/>
                </a:solidFill>
              </a:rPr>
              <a:t>Number(</a:t>
            </a:r>
            <a:r>
              <a:rPr lang="zh-TW" altLang="en-US" sz="1400" dirty="0">
                <a:solidFill>
                  <a:srgbClr val="0000FF"/>
                </a:solidFill>
              </a:rPr>
              <a:t>未填寫提示卡傳送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     </a:t>
            </a:r>
            <a:r>
              <a:rPr lang="en-US" altLang="zh-TW" sz="1400" dirty="0">
                <a:solidFill>
                  <a:srgbClr val="FF0000"/>
                </a:solidFill>
              </a:rPr>
              <a:t>※</a:t>
            </a:r>
            <a:r>
              <a:rPr lang="zh-TW" altLang="en-US" sz="1400" dirty="0">
                <a:solidFill>
                  <a:srgbClr val="0000FF"/>
                </a:solidFill>
              </a:rPr>
              <a:t>品牌勾選</a:t>
            </a:r>
            <a:r>
              <a:rPr lang="en-US" altLang="zh-TW" sz="1400" dirty="0">
                <a:solidFill>
                  <a:srgbClr val="0000FF"/>
                </a:solidFill>
              </a:rPr>
              <a:t>Own Brand</a:t>
            </a:r>
            <a:r>
              <a:rPr lang="zh-TW" altLang="en-US" sz="1400" dirty="0">
                <a:solidFill>
                  <a:srgbClr val="0000FF"/>
                </a:solidFill>
              </a:rPr>
              <a:t>由</a:t>
            </a:r>
            <a:r>
              <a:rPr lang="en-US" altLang="zh-TW" sz="1400" dirty="0">
                <a:solidFill>
                  <a:srgbClr val="0000FF"/>
                </a:solidFill>
              </a:rPr>
              <a:t>PM</a:t>
            </a:r>
            <a:r>
              <a:rPr lang="zh-TW" altLang="en-US" sz="1400" dirty="0">
                <a:solidFill>
                  <a:srgbClr val="0000FF"/>
                </a:solidFill>
              </a:rPr>
              <a:t>填寫，</a:t>
            </a:r>
            <a:r>
              <a:rPr lang="en-US" altLang="zh-TW" sz="1400" dirty="0">
                <a:solidFill>
                  <a:srgbClr val="0000FF"/>
                </a:solidFill>
              </a:rPr>
              <a:t> Custom Made</a:t>
            </a:r>
            <a:r>
              <a:rPr lang="zh-TW" altLang="en-US" sz="1400" dirty="0">
                <a:solidFill>
                  <a:srgbClr val="0000FF"/>
                </a:solidFill>
              </a:rPr>
              <a:t>由業務填寫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     1-4-1.</a:t>
            </a:r>
            <a:r>
              <a:rPr lang="en-US" altLang="zh-TW" sz="1400" u="sng" dirty="0">
                <a:solidFill>
                  <a:srgbClr val="8F0374"/>
                </a:solidFill>
              </a:rPr>
              <a:t>Order Type</a:t>
            </a:r>
            <a:r>
              <a:rPr lang="zh-TW" altLang="en-US" sz="1400" dirty="0">
                <a:solidFill>
                  <a:srgbClr val="0000FF"/>
                </a:solidFill>
              </a:rPr>
              <a:t>點選銷貨類別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  </a:t>
            </a:r>
            <a:r>
              <a:rPr lang="en-US" altLang="zh-TW" sz="1400" dirty="0">
                <a:solidFill>
                  <a:srgbClr val="0000FF"/>
                </a:solidFill>
              </a:rPr>
              <a:t>1-4-2.</a:t>
            </a:r>
            <a:r>
              <a:rPr lang="en-US" altLang="zh-TW" sz="1400" u="sng" dirty="0">
                <a:solidFill>
                  <a:srgbClr val="8F0374"/>
                </a:solidFill>
              </a:rPr>
              <a:t>Order Number</a:t>
            </a:r>
            <a:r>
              <a:rPr lang="zh-TW" altLang="en-US" sz="1400" dirty="0">
                <a:solidFill>
                  <a:srgbClr val="0000FF"/>
                </a:solidFill>
              </a:rPr>
              <a:t>欄位填寫訂單編號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     1-4-3.</a:t>
            </a:r>
            <a:r>
              <a:rPr lang="en-US" altLang="zh-TW" sz="1400" u="sng" dirty="0">
                <a:solidFill>
                  <a:srgbClr val="8F0374"/>
                </a:solidFill>
              </a:rPr>
              <a:t>Production Order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物管單位填寫製令工單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無工單填寫</a:t>
            </a:r>
            <a:r>
              <a:rPr lang="en-US" altLang="zh-TW" sz="1400" dirty="0">
                <a:solidFill>
                  <a:srgbClr val="0000FF"/>
                </a:solidFill>
              </a:rPr>
              <a:t>: NA)</a:t>
            </a:r>
          </a:p>
        </p:txBody>
      </p:sp>
      <p:sp>
        <p:nvSpPr>
          <p:cNvPr id="12301" name="圖說文字: 直線 27">
            <a:extLst>
              <a:ext uri="{FF2B5EF4-FFF2-40B4-BE49-F238E27FC236}">
                <a16:creationId xmlns:a16="http://schemas.microsoft.com/office/drawing/2014/main" id="{F5BECB60-764A-DBA5-0117-051AED5A287C}"/>
              </a:ext>
            </a:extLst>
          </p:cNvPr>
          <p:cNvSpPr>
            <a:spLocks/>
          </p:cNvSpPr>
          <p:nvPr/>
        </p:nvSpPr>
        <p:spPr bwMode="auto">
          <a:xfrm flipV="1">
            <a:off x="1587500" y="2225675"/>
            <a:ext cx="1936750" cy="215900"/>
          </a:xfrm>
          <a:prstGeom prst="borderCallout1">
            <a:avLst>
              <a:gd name="adj1" fmla="val 25213"/>
              <a:gd name="adj2" fmla="val 100176"/>
              <a:gd name="adj3" fmla="val 38088"/>
              <a:gd name="adj4" fmla="val 106074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2302" name="Text Box 11">
            <a:extLst>
              <a:ext uri="{FF2B5EF4-FFF2-40B4-BE49-F238E27FC236}">
                <a16:creationId xmlns:a16="http://schemas.microsoft.com/office/drawing/2014/main" id="{083C9A5B-2205-67EF-2CF4-DAE744B18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2675" y="2193925"/>
            <a:ext cx="49688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1-2-1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2303" name="圖說文字: 直線 35">
            <a:extLst>
              <a:ext uri="{FF2B5EF4-FFF2-40B4-BE49-F238E27FC236}">
                <a16:creationId xmlns:a16="http://schemas.microsoft.com/office/drawing/2014/main" id="{D4219D86-AE2B-E6C3-78B8-229B50713508}"/>
              </a:ext>
            </a:extLst>
          </p:cNvPr>
          <p:cNvSpPr>
            <a:spLocks/>
          </p:cNvSpPr>
          <p:nvPr/>
        </p:nvSpPr>
        <p:spPr bwMode="auto">
          <a:xfrm flipV="1">
            <a:off x="1606550" y="2466975"/>
            <a:ext cx="1936750" cy="190500"/>
          </a:xfrm>
          <a:prstGeom prst="borderCallout1">
            <a:avLst>
              <a:gd name="adj1" fmla="val 25213"/>
              <a:gd name="adj2" fmla="val 100176"/>
              <a:gd name="adj3" fmla="val 38088"/>
              <a:gd name="adj4" fmla="val 106074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2304" name="Text Box 11">
            <a:extLst>
              <a:ext uri="{FF2B5EF4-FFF2-40B4-BE49-F238E27FC236}">
                <a16:creationId xmlns:a16="http://schemas.microsoft.com/office/drawing/2014/main" id="{498CE870-73CC-79CB-4019-D02B3A197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800" y="2508250"/>
            <a:ext cx="4953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1-4-1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2305" name="Text Box 11">
            <a:extLst>
              <a:ext uri="{FF2B5EF4-FFF2-40B4-BE49-F238E27FC236}">
                <a16:creationId xmlns:a16="http://schemas.microsoft.com/office/drawing/2014/main" id="{DB644D18-82E6-3763-8415-35B27C04D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338" y="2728913"/>
            <a:ext cx="49688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1-4-2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2306" name="圖說文字: 直線 39">
            <a:extLst>
              <a:ext uri="{FF2B5EF4-FFF2-40B4-BE49-F238E27FC236}">
                <a16:creationId xmlns:a16="http://schemas.microsoft.com/office/drawing/2014/main" id="{B42DE515-6B03-0BE4-6CA0-FAA759898C4A}"/>
              </a:ext>
            </a:extLst>
          </p:cNvPr>
          <p:cNvSpPr>
            <a:spLocks/>
          </p:cNvSpPr>
          <p:nvPr/>
        </p:nvSpPr>
        <p:spPr bwMode="auto">
          <a:xfrm flipV="1">
            <a:off x="1587500" y="2695575"/>
            <a:ext cx="1936750" cy="190500"/>
          </a:xfrm>
          <a:prstGeom prst="borderCallout1">
            <a:avLst>
              <a:gd name="adj1" fmla="val 25213"/>
              <a:gd name="adj2" fmla="val 100176"/>
              <a:gd name="adj3" fmla="val 38088"/>
              <a:gd name="adj4" fmla="val 106074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2307" name="圖說文字: 直線 40">
            <a:extLst>
              <a:ext uri="{FF2B5EF4-FFF2-40B4-BE49-F238E27FC236}">
                <a16:creationId xmlns:a16="http://schemas.microsoft.com/office/drawing/2014/main" id="{CE9B8DDB-1F3D-EE58-08A7-C93548FF6C50}"/>
              </a:ext>
            </a:extLst>
          </p:cNvPr>
          <p:cNvSpPr>
            <a:spLocks/>
          </p:cNvSpPr>
          <p:nvPr/>
        </p:nvSpPr>
        <p:spPr bwMode="auto">
          <a:xfrm flipV="1">
            <a:off x="1587500" y="3130550"/>
            <a:ext cx="917575" cy="190500"/>
          </a:xfrm>
          <a:prstGeom prst="borderCallout1">
            <a:avLst>
              <a:gd name="adj1" fmla="val 20218"/>
              <a:gd name="adj2" fmla="val 123847"/>
              <a:gd name="adj3" fmla="val 33093"/>
              <a:gd name="adj4" fmla="val 99843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2308" name="Text Box 11">
            <a:extLst>
              <a:ext uri="{FF2B5EF4-FFF2-40B4-BE49-F238E27FC236}">
                <a16:creationId xmlns:a16="http://schemas.microsoft.com/office/drawing/2014/main" id="{41E2DADD-7A63-A222-B86F-FCEBE54B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7488" y="3171825"/>
            <a:ext cx="4953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1-4-3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C83F5F0-A98B-BE54-9F76-3063A9BC7FA0}"/>
              </a:ext>
            </a:extLst>
          </p:cNvPr>
          <p:cNvSpPr txBox="1"/>
          <p:nvPr/>
        </p:nvSpPr>
        <p:spPr>
          <a:xfrm>
            <a:off x="6084888" y="4579938"/>
            <a:ext cx="2876550" cy="1474787"/>
          </a:xfrm>
          <a:custGeom>
            <a:avLst/>
            <a:gdLst>
              <a:gd name="connsiteX0" fmla="*/ 0 w 2876951"/>
              <a:gd name="connsiteY0" fmla="*/ 0 h 1474956"/>
              <a:gd name="connsiteX1" fmla="*/ 2876951 w 2876951"/>
              <a:gd name="connsiteY1" fmla="*/ 0 h 1474956"/>
              <a:gd name="connsiteX2" fmla="*/ 2876951 w 2876951"/>
              <a:gd name="connsiteY2" fmla="*/ 1474956 h 1474956"/>
              <a:gd name="connsiteX3" fmla="*/ 0 w 2876951"/>
              <a:gd name="connsiteY3" fmla="*/ 1474956 h 1474956"/>
              <a:gd name="connsiteX4" fmla="*/ 0 w 2876951"/>
              <a:gd name="connsiteY4" fmla="*/ 0 h 1474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6951" h="1474956" fill="none" extrusionOk="0">
                <a:moveTo>
                  <a:pt x="0" y="0"/>
                </a:moveTo>
                <a:cubicBezTo>
                  <a:pt x="1350706" y="74687"/>
                  <a:pt x="1690043" y="-149364"/>
                  <a:pt x="2876951" y="0"/>
                </a:cubicBezTo>
                <a:cubicBezTo>
                  <a:pt x="2961820" y="221799"/>
                  <a:pt x="2807355" y="765167"/>
                  <a:pt x="2876951" y="1474956"/>
                </a:cubicBezTo>
                <a:cubicBezTo>
                  <a:pt x="1517642" y="1417019"/>
                  <a:pt x="1151657" y="1482753"/>
                  <a:pt x="0" y="1474956"/>
                </a:cubicBezTo>
                <a:cubicBezTo>
                  <a:pt x="91595" y="901846"/>
                  <a:pt x="-85882" y="327704"/>
                  <a:pt x="0" y="0"/>
                </a:cubicBezTo>
                <a:close/>
              </a:path>
              <a:path w="2876951" h="1474956" stroke="0" extrusionOk="0">
                <a:moveTo>
                  <a:pt x="0" y="0"/>
                </a:moveTo>
                <a:cubicBezTo>
                  <a:pt x="963821" y="-94884"/>
                  <a:pt x="1487578" y="-155312"/>
                  <a:pt x="2876951" y="0"/>
                </a:cubicBezTo>
                <a:cubicBezTo>
                  <a:pt x="2876180" y="360656"/>
                  <a:pt x="2985141" y="793036"/>
                  <a:pt x="2876951" y="1474956"/>
                </a:cubicBezTo>
                <a:cubicBezTo>
                  <a:pt x="1514882" y="1407538"/>
                  <a:pt x="484544" y="1320442"/>
                  <a:pt x="0" y="1474956"/>
                </a:cubicBezTo>
                <a:cubicBezTo>
                  <a:pt x="-79238" y="810985"/>
                  <a:pt x="49732" y="723013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2.</a:t>
            </a:r>
            <a:r>
              <a:rPr lang="zh-TW" altLang="en-US" sz="1400" dirty="0">
                <a:solidFill>
                  <a:srgbClr val="0000FF"/>
                </a:solidFill>
              </a:rPr>
              <a:t>成品是否要修改→在庫存中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   (</a:t>
            </a:r>
            <a:r>
              <a:rPr lang="zh-TW" altLang="en-US" sz="1400" dirty="0">
                <a:solidFill>
                  <a:srgbClr val="0000FF"/>
                </a:solidFill>
              </a:rPr>
              <a:t>勾選修改結案會辦生管簽核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3.</a:t>
            </a:r>
            <a:r>
              <a:rPr lang="zh-TW" altLang="en-US" sz="1400" dirty="0">
                <a:solidFill>
                  <a:srgbClr val="0000FF"/>
                </a:solidFill>
              </a:rPr>
              <a:t>半成品是否要修改→製程中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   (</a:t>
            </a:r>
            <a:r>
              <a:rPr lang="zh-TW" altLang="en-US" sz="1400" dirty="0">
                <a:solidFill>
                  <a:srgbClr val="0000FF"/>
                </a:solidFill>
              </a:rPr>
              <a:t>勾選修改結案會辦生管簽核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4.</a:t>
            </a:r>
            <a:r>
              <a:rPr lang="zh-TW" altLang="en-US" sz="1400" dirty="0">
                <a:solidFill>
                  <a:srgbClr val="0000FF"/>
                </a:solidFill>
              </a:rPr>
              <a:t>是否可以混料生產</a:t>
            </a:r>
            <a:endParaRPr lang="en-US" altLang="zh-TW" sz="1400" dirty="0">
              <a:solidFill>
                <a:srgbClr val="0000FF"/>
              </a:solidFill>
            </a:endParaRPr>
          </a:p>
        </p:txBody>
      </p:sp>
      <p:sp>
        <p:nvSpPr>
          <p:cNvPr id="12310" name="Text Box 11">
            <a:extLst>
              <a:ext uri="{FF2B5EF4-FFF2-40B4-BE49-F238E27FC236}">
                <a16:creationId xmlns:a16="http://schemas.microsoft.com/office/drawing/2014/main" id="{05364367-0E98-A9AD-D4F0-EE0D98056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5450" y="3505200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2311" name="Text Box 11">
            <a:extLst>
              <a:ext uri="{FF2B5EF4-FFF2-40B4-BE49-F238E27FC236}">
                <a16:creationId xmlns:a16="http://schemas.microsoft.com/office/drawing/2014/main" id="{028DC202-A7BA-BD3C-3907-6DF794D36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5900" y="4017963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>
            <a:extLst>
              <a:ext uri="{FF2B5EF4-FFF2-40B4-BE49-F238E27FC236}">
                <a16:creationId xmlns:a16="http://schemas.microsoft.com/office/drawing/2014/main" id="{853BA3B2-88D6-7BAF-4BA1-B8C7DC1CF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1113"/>
            <a:ext cx="7488238" cy="754062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上階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&amp;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本階欄位料號說明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DD8AB9-8708-C7ED-6744-8D7955C90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8" y="765175"/>
            <a:ext cx="5545137" cy="18240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3316" name="圖片 6">
            <a:extLst>
              <a:ext uri="{FF2B5EF4-FFF2-40B4-BE49-F238E27FC236}">
                <a16:creationId xmlns:a16="http://schemas.microsoft.com/office/drawing/2014/main" id="{C9B35BBD-E6A4-2B50-B06E-9FA1D3FA2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67"/>
          <a:stretch>
            <a:fillRect/>
          </a:stretch>
        </p:blipFill>
        <p:spPr bwMode="auto">
          <a:xfrm>
            <a:off x="974725" y="2690813"/>
            <a:ext cx="6337300" cy="249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FEC1C34-84A3-4F6D-1F8C-9BB1D57DF48F}"/>
              </a:ext>
            </a:extLst>
          </p:cNvPr>
          <p:cNvSpPr txBox="1"/>
          <p:nvPr/>
        </p:nvSpPr>
        <p:spPr>
          <a:xfrm>
            <a:off x="539552" y="5219700"/>
            <a:ext cx="8280598" cy="1353127"/>
          </a:xfrm>
          <a:custGeom>
            <a:avLst/>
            <a:gdLst>
              <a:gd name="connsiteX0" fmla="*/ 0 w 7992888"/>
              <a:gd name="connsiteY0" fmla="*/ 0 h 1353127"/>
              <a:gd name="connsiteX1" fmla="*/ 746003 w 7992888"/>
              <a:gd name="connsiteY1" fmla="*/ 0 h 1353127"/>
              <a:gd name="connsiteX2" fmla="*/ 1252219 w 7992888"/>
              <a:gd name="connsiteY2" fmla="*/ 0 h 1353127"/>
              <a:gd name="connsiteX3" fmla="*/ 1678506 w 7992888"/>
              <a:gd name="connsiteY3" fmla="*/ 0 h 1353127"/>
              <a:gd name="connsiteX4" fmla="*/ 2104794 w 7992888"/>
              <a:gd name="connsiteY4" fmla="*/ 0 h 1353127"/>
              <a:gd name="connsiteX5" fmla="*/ 2770868 w 7992888"/>
              <a:gd name="connsiteY5" fmla="*/ 0 h 1353127"/>
              <a:gd name="connsiteX6" fmla="*/ 3277084 w 7992888"/>
              <a:gd name="connsiteY6" fmla="*/ 0 h 1353127"/>
              <a:gd name="connsiteX7" fmla="*/ 3943158 w 7992888"/>
              <a:gd name="connsiteY7" fmla="*/ 0 h 1353127"/>
              <a:gd name="connsiteX8" fmla="*/ 4689161 w 7992888"/>
              <a:gd name="connsiteY8" fmla="*/ 0 h 1353127"/>
              <a:gd name="connsiteX9" fmla="*/ 5435164 w 7992888"/>
              <a:gd name="connsiteY9" fmla="*/ 0 h 1353127"/>
              <a:gd name="connsiteX10" fmla="*/ 6261096 w 7992888"/>
              <a:gd name="connsiteY10" fmla="*/ 0 h 1353127"/>
              <a:gd name="connsiteX11" fmla="*/ 6927170 w 7992888"/>
              <a:gd name="connsiteY11" fmla="*/ 0 h 1353127"/>
              <a:gd name="connsiteX12" fmla="*/ 7992888 w 7992888"/>
              <a:gd name="connsiteY12" fmla="*/ 0 h 1353127"/>
              <a:gd name="connsiteX13" fmla="*/ 7992888 w 7992888"/>
              <a:gd name="connsiteY13" fmla="*/ 663032 h 1353127"/>
              <a:gd name="connsiteX14" fmla="*/ 7992888 w 7992888"/>
              <a:gd name="connsiteY14" fmla="*/ 1353127 h 1353127"/>
              <a:gd name="connsiteX15" fmla="*/ 7166956 w 7992888"/>
              <a:gd name="connsiteY15" fmla="*/ 1353127 h 1353127"/>
              <a:gd name="connsiteX16" fmla="*/ 6580811 w 7992888"/>
              <a:gd name="connsiteY16" fmla="*/ 1353127 h 1353127"/>
              <a:gd name="connsiteX17" fmla="*/ 5754879 w 7992888"/>
              <a:gd name="connsiteY17" fmla="*/ 1353127 h 1353127"/>
              <a:gd name="connsiteX18" fmla="*/ 5248663 w 7992888"/>
              <a:gd name="connsiteY18" fmla="*/ 1353127 h 1353127"/>
              <a:gd name="connsiteX19" fmla="*/ 4742447 w 7992888"/>
              <a:gd name="connsiteY19" fmla="*/ 1353127 h 1353127"/>
              <a:gd name="connsiteX20" fmla="*/ 4156302 w 7992888"/>
              <a:gd name="connsiteY20" fmla="*/ 1353127 h 1353127"/>
              <a:gd name="connsiteX21" fmla="*/ 3410299 w 7992888"/>
              <a:gd name="connsiteY21" fmla="*/ 1353127 h 1353127"/>
              <a:gd name="connsiteX22" fmla="*/ 2744225 w 7992888"/>
              <a:gd name="connsiteY22" fmla="*/ 1353127 h 1353127"/>
              <a:gd name="connsiteX23" fmla="*/ 2158080 w 7992888"/>
              <a:gd name="connsiteY23" fmla="*/ 1353127 h 1353127"/>
              <a:gd name="connsiteX24" fmla="*/ 1731792 w 7992888"/>
              <a:gd name="connsiteY24" fmla="*/ 1353127 h 1353127"/>
              <a:gd name="connsiteX25" fmla="*/ 985790 w 7992888"/>
              <a:gd name="connsiteY25" fmla="*/ 1353127 h 1353127"/>
              <a:gd name="connsiteX26" fmla="*/ 0 w 7992888"/>
              <a:gd name="connsiteY26" fmla="*/ 1353127 h 1353127"/>
              <a:gd name="connsiteX27" fmla="*/ 0 w 7992888"/>
              <a:gd name="connsiteY27" fmla="*/ 676564 h 1353127"/>
              <a:gd name="connsiteX28" fmla="*/ 0 w 7992888"/>
              <a:gd name="connsiteY28" fmla="*/ 0 h 1353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992888" h="1353127" fill="none" extrusionOk="0">
                <a:moveTo>
                  <a:pt x="0" y="0"/>
                </a:moveTo>
                <a:cubicBezTo>
                  <a:pt x="182125" y="-238"/>
                  <a:pt x="458480" y="22871"/>
                  <a:pt x="746003" y="0"/>
                </a:cubicBezTo>
                <a:cubicBezTo>
                  <a:pt x="1033526" y="-22871"/>
                  <a:pt x="1105367" y="22646"/>
                  <a:pt x="1252219" y="0"/>
                </a:cubicBezTo>
                <a:cubicBezTo>
                  <a:pt x="1399071" y="-22646"/>
                  <a:pt x="1466333" y="-15528"/>
                  <a:pt x="1678506" y="0"/>
                </a:cubicBezTo>
                <a:cubicBezTo>
                  <a:pt x="1890679" y="15528"/>
                  <a:pt x="2002169" y="-10953"/>
                  <a:pt x="2104794" y="0"/>
                </a:cubicBezTo>
                <a:cubicBezTo>
                  <a:pt x="2207419" y="10953"/>
                  <a:pt x="2471389" y="-26359"/>
                  <a:pt x="2770868" y="0"/>
                </a:cubicBezTo>
                <a:cubicBezTo>
                  <a:pt x="3070347" y="26359"/>
                  <a:pt x="3093420" y="14142"/>
                  <a:pt x="3277084" y="0"/>
                </a:cubicBezTo>
                <a:cubicBezTo>
                  <a:pt x="3460748" y="-14142"/>
                  <a:pt x="3677401" y="-20347"/>
                  <a:pt x="3943158" y="0"/>
                </a:cubicBezTo>
                <a:cubicBezTo>
                  <a:pt x="4208915" y="20347"/>
                  <a:pt x="4426018" y="-7854"/>
                  <a:pt x="4689161" y="0"/>
                </a:cubicBezTo>
                <a:cubicBezTo>
                  <a:pt x="4952304" y="7854"/>
                  <a:pt x="5221531" y="-7635"/>
                  <a:pt x="5435164" y="0"/>
                </a:cubicBezTo>
                <a:cubicBezTo>
                  <a:pt x="5648797" y="7635"/>
                  <a:pt x="5945156" y="9482"/>
                  <a:pt x="6261096" y="0"/>
                </a:cubicBezTo>
                <a:cubicBezTo>
                  <a:pt x="6577036" y="-9482"/>
                  <a:pt x="6727517" y="26105"/>
                  <a:pt x="6927170" y="0"/>
                </a:cubicBezTo>
                <a:cubicBezTo>
                  <a:pt x="7126823" y="-26105"/>
                  <a:pt x="7468406" y="45206"/>
                  <a:pt x="7992888" y="0"/>
                </a:cubicBezTo>
                <a:cubicBezTo>
                  <a:pt x="7965553" y="181584"/>
                  <a:pt x="8012967" y="368990"/>
                  <a:pt x="7992888" y="663032"/>
                </a:cubicBezTo>
                <a:cubicBezTo>
                  <a:pt x="7972809" y="957074"/>
                  <a:pt x="7973992" y="1090136"/>
                  <a:pt x="7992888" y="1353127"/>
                </a:cubicBezTo>
                <a:cubicBezTo>
                  <a:pt x="7747147" y="1336426"/>
                  <a:pt x="7424453" y="1355574"/>
                  <a:pt x="7166956" y="1353127"/>
                </a:cubicBezTo>
                <a:cubicBezTo>
                  <a:pt x="6909459" y="1350680"/>
                  <a:pt x="6872469" y="1361356"/>
                  <a:pt x="6580811" y="1353127"/>
                </a:cubicBezTo>
                <a:cubicBezTo>
                  <a:pt x="6289153" y="1344898"/>
                  <a:pt x="5923987" y="1356429"/>
                  <a:pt x="5754879" y="1353127"/>
                </a:cubicBezTo>
                <a:cubicBezTo>
                  <a:pt x="5585771" y="1349825"/>
                  <a:pt x="5475552" y="1356504"/>
                  <a:pt x="5248663" y="1353127"/>
                </a:cubicBezTo>
                <a:cubicBezTo>
                  <a:pt x="5021774" y="1349750"/>
                  <a:pt x="4865265" y="1373286"/>
                  <a:pt x="4742447" y="1353127"/>
                </a:cubicBezTo>
                <a:cubicBezTo>
                  <a:pt x="4619629" y="1332968"/>
                  <a:pt x="4380869" y="1349120"/>
                  <a:pt x="4156302" y="1353127"/>
                </a:cubicBezTo>
                <a:cubicBezTo>
                  <a:pt x="3931736" y="1357134"/>
                  <a:pt x="3642417" y="1318241"/>
                  <a:pt x="3410299" y="1353127"/>
                </a:cubicBezTo>
                <a:cubicBezTo>
                  <a:pt x="3178181" y="1388013"/>
                  <a:pt x="2906451" y="1382761"/>
                  <a:pt x="2744225" y="1353127"/>
                </a:cubicBezTo>
                <a:cubicBezTo>
                  <a:pt x="2581999" y="1323493"/>
                  <a:pt x="2432147" y="1331387"/>
                  <a:pt x="2158080" y="1353127"/>
                </a:cubicBezTo>
                <a:cubicBezTo>
                  <a:pt x="1884013" y="1374867"/>
                  <a:pt x="1862992" y="1350944"/>
                  <a:pt x="1731792" y="1353127"/>
                </a:cubicBezTo>
                <a:cubicBezTo>
                  <a:pt x="1600592" y="1355310"/>
                  <a:pt x="1280808" y="1342433"/>
                  <a:pt x="985790" y="1353127"/>
                </a:cubicBezTo>
                <a:cubicBezTo>
                  <a:pt x="690772" y="1363821"/>
                  <a:pt x="306275" y="1400639"/>
                  <a:pt x="0" y="1353127"/>
                </a:cubicBezTo>
                <a:cubicBezTo>
                  <a:pt x="6489" y="1069149"/>
                  <a:pt x="-7486" y="918490"/>
                  <a:pt x="0" y="676564"/>
                </a:cubicBezTo>
                <a:cubicBezTo>
                  <a:pt x="7486" y="434638"/>
                  <a:pt x="-27055" y="302541"/>
                  <a:pt x="0" y="0"/>
                </a:cubicBezTo>
                <a:close/>
              </a:path>
              <a:path w="7992888" h="1353127" stroke="0" extrusionOk="0">
                <a:moveTo>
                  <a:pt x="0" y="0"/>
                </a:moveTo>
                <a:cubicBezTo>
                  <a:pt x="185705" y="-6260"/>
                  <a:pt x="279960" y="-11746"/>
                  <a:pt x="506216" y="0"/>
                </a:cubicBezTo>
                <a:cubicBezTo>
                  <a:pt x="732472" y="11746"/>
                  <a:pt x="905200" y="-5840"/>
                  <a:pt x="1172290" y="0"/>
                </a:cubicBezTo>
                <a:cubicBezTo>
                  <a:pt x="1439380" y="5840"/>
                  <a:pt x="1406252" y="647"/>
                  <a:pt x="1598578" y="0"/>
                </a:cubicBezTo>
                <a:cubicBezTo>
                  <a:pt x="1790904" y="-647"/>
                  <a:pt x="2161735" y="-29180"/>
                  <a:pt x="2344580" y="0"/>
                </a:cubicBezTo>
                <a:cubicBezTo>
                  <a:pt x="2527425" y="29180"/>
                  <a:pt x="2858375" y="-12867"/>
                  <a:pt x="3090583" y="0"/>
                </a:cubicBezTo>
                <a:cubicBezTo>
                  <a:pt x="3322791" y="12867"/>
                  <a:pt x="3492021" y="-4810"/>
                  <a:pt x="3596800" y="0"/>
                </a:cubicBezTo>
                <a:cubicBezTo>
                  <a:pt x="3701579" y="4810"/>
                  <a:pt x="4030548" y="-12152"/>
                  <a:pt x="4182945" y="0"/>
                </a:cubicBezTo>
                <a:cubicBezTo>
                  <a:pt x="4335342" y="12152"/>
                  <a:pt x="4506385" y="18999"/>
                  <a:pt x="4769090" y="0"/>
                </a:cubicBezTo>
                <a:cubicBezTo>
                  <a:pt x="5031796" y="-18999"/>
                  <a:pt x="5004719" y="3444"/>
                  <a:pt x="5195377" y="0"/>
                </a:cubicBezTo>
                <a:cubicBezTo>
                  <a:pt x="5386035" y="-3444"/>
                  <a:pt x="5598240" y="-14781"/>
                  <a:pt x="5941380" y="0"/>
                </a:cubicBezTo>
                <a:cubicBezTo>
                  <a:pt x="6284520" y="14781"/>
                  <a:pt x="6471998" y="-30010"/>
                  <a:pt x="6687383" y="0"/>
                </a:cubicBezTo>
                <a:cubicBezTo>
                  <a:pt x="6902768" y="30010"/>
                  <a:pt x="7666492" y="58864"/>
                  <a:pt x="7992888" y="0"/>
                </a:cubicBezTo>
                <a:cubicBezTo>
                  <a:pt x="7988124" y="267062"/>
                  <a:pt x="7973068" y="433434"/>
                  <a:pt x="7992888" y="676564"/>
                </a:cubicBezTo>
                <a:cubicBezTo>
                  <a:pt x="8012708" y="919694"/>
                  <a:pt x="7959538" y="1153285"/>
                  <a:pt x="7992888" y="1353127"/>
                </a:cubicBezTo>
                <a:cubicBezTo>
                  <a:pt x="7771946" y="1339837"/>
                  <a:pt x="7541219" y="1388942"/>
                  <a:pt x="7166956" y="1353127"/>
                </a:cubicBezTo>
                <a:cubicBezTo>
                  <a:pt x="6792693" y="1317312"/>
                  <a:pt x="6536821" y="1393402"/>
                  <a:pt x="6341024" y="1353127"/>
                </a:cubicBezTo>
                <a:cubicBezTo>
                  <a:pt x="6145227" y="1312852"/>
                  <a:pt x="5965347" y="1350854"/>
                  <a:pt x="5834808" y="1353127"/>
                </a:cubicBezTo>
                <a:cubicBezTo>
                  <a:pt x="5704269" y="1355400"/>
                  <a:pt x="5478968" y="1328507"/>
                  <a:pt x="5328592" y="1353127"/>
                </a:cubicBezTo>
                <a:cubicBezTo>
                  <a:pt x="5178216" y="1377747"/>
                  <a:pt x="5001681" y="1341687"/>
                  <a:pt x="4822376" y="1353127"/>
                </a:cubicBezTo>
                <a:cubicBezTo>
                  <a:pt x="4643071" y="1364567"/>
                  <a:pt x="4434962" y="1346327"/>
                  <a:pt x="4076373" y="1353127"/>
                </a:cubicBezTo>
                <a:cubicBezTo>
                  <a:pt x="3717784" y="1359927"/>
                  <a:pt x="3656504" y="1319905"/>
                  <a:pt x="3330370" y="1353127"/>
                </a:cubicBezTo>
                <a:cubicBezTo>
                  <a:pt x="3004236" y="1386349"/>
                  <a:pt x="2900345" y="1318328"/>
                  <a:pt x="2584367" y="1353127"/>
                </a:cubicBezTo>
                <a:cubicBezTo>
                  <a:pt x="2268389" y="1387926"/>
                  <a:pt x="2204217" y="1379287"/>
                  <a:pt x="1998222" y="1353127"/>
                </a:cubicBezTo>
                <a:cubicBezTo>
                  <a:pt x="1792228" y="1326967"/>
                  <a:pt x="1552443" y="1386352"/>
                  <a:pt x="1332148" y="1353127"/>
                </a:cubicBezTo>
                <a:cubicBezTo>
                  <a:pt x="1111853" y="1319902"/>
                  <a:pt x="839028" y="1347210"/>
                  <a:pt x="586145" y="1353127"/>
                </a:cubicBezTo>
                <a:cubicBezTo>
                  <a:pt x="333262" y="1359044"/>
                  <a:pt x="288348" y="1330151"/>
                  <a:pt x="0" y="1353127"/>
                </a:cubicBezTo>
                <a:cubicBezTo>
                  <a:pt x="14534" y="1198096"/>
                  <a:pt x="-21852" y="989183"/>
                  <a:pt x="0" y="717157"/>
                </a:cubicBezTo>
                <a:cubicBezTo>
                  <a:pt x="21852" y="445131"/>
                  <a:pt x="-20183" y="348049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266700" indent="-266700">
              <a:lnSpc>
                <a:spcPts val="2000"/>
              </a:lnSpc>
              <a:buFontTx/>
              <a:buAutoNum type="arabicPeriod"/>
              <a:defRPr/>
            </a:pP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Assembly Level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上階層料號</a:t>
            </a:r>
            <a:r>
              <a:rPr lang="en-US" altLang="zh-TW" sz="1400" dirty="0">
                <a:solidFill>
                  <a:srgbClr val="0000FF"/>
                </a:solidFill>
              </a:rPr>
              <a:t>):</a:t>
            </a:r>
            <a:r>
              <a:rPr lang="zh-TW" altLang="en-US" sz="1400" dirty="0">
                <a:solidFill>
                  <a:srgbClr val="0000FF"/>
                </a:solidFill>
              </a:rPr>
              <a:t>填寫</a:t>
            </a:r>
            <a:r>
              <a:rPr lang="en-US" altLang="zh-TW" sz="1400" dirty="0">
                <a:solidFill>
                  <a:srgbClr val="0000FF"/>
                </a:solidFill>
              </a:rPr>
              <a:t>BOM</a:t>
            </a:r>
            <a:r>
              <a:rPr lang="zh-TW" altLang="en-US" sz="1400" dirty="0">
                <a:solidFill>
                  <a:srgbClr val="0000FF"/>
                </a:solidFill>
              </a:rPr>
              <a:t>階層料號，品名系統自動帶出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 marL="266700" indent="-266700">
              <a:lnSpc>
                <a:spcPts val="2000"/>
              </a:lnSpc>
              <a:buFontTx/>
              <a:buAutoNum type="arabicPeriod"/>
              <a:defRPr/>
            </a:pP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Part Number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本階料號</a:t>
            </a:r>
            <a:r>
              <a:rPr lang="en-US" altLang="zh-TW" sz="1400" dirty="0">
                <a:solidFill>
                  <a:srgbClr val="0000FF"/>
                </a:solidFill>
              </a:rPr>
              <a:t>):</a:t>
            </a:r>
            <a:r>
              <a:rPr lang="zh-TW" altLang="en-US" sz="1400" dirty="0">
                <a:solidFill>
                  <a:srgbClr val="0000FF"/>
                </a:solidFill>
              </a:rPr>
              <a:t>填寫本階料號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需刪除</a:t>
            </a:r>
            <a:r>
              <a:rPr lang="en-US" altLang="zh-TW" sz="1400" dirty="0">
                <a:solidFill>
                  <a:srgbClr val="0000FF"/>
                </a:solidFill>
              </a:rPr>
              <a:t>/</a:t>
            </a:r>
            <a:r>
              <a:rPr lang="zh-TW" altLang="en-US" sz="1400" dirty="0">
                <a:solidFill>
                  <a:srgbClr val="0000FF"/>
                </a:solidFill>
              </a:rPr>
              <a:t>新增</a:t>
            </a:r>
            <a:r>
              <a:rPr lang="en-US" altLang="zh-TW" sz="1400" dirty="0">
                <a:solidFill>
                  <a:srgbClr val="0000FF"/>
                </a:solidFill>
              </a:rPr>
              <a:t>/</a:t>
            </a:r>
            <a:r>
              <a:rPr lang="zh-TW" altLang="en-US" sz="1400" dirty="0">
                <a:solidFill>
                  <a:srgbClr val="0000FF"/>
                </a:solidFill>
              </a:rPr>
              <a:t>修改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  <a:r>
              <a:rPr lang="zh-TW" altLang="en-US" sz="1400" dirty="0">
                <a:solidFill>
                  <a:srgbClr val="0000FF"/>
                </a:solidFill>
              </a:rPr>
              <a:t> ，品名系統自動帶出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0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</a:t>
            </a:r>
            <a:r>
              <a:rPr lang="en-US" altLang="zh-TW" sz="1400" dirty="0">
                <a:solidFill>
                  <a:srgbClr val="0000FF"/>
                </a:solidFill>
              </a:rPr>
              <a:t>2-1.</a:t>
            </a:r>
            <a:r>
              <a:rPr lang="zh-TW" altLang="en-US" sz="1400" dirty="0">
                <a:solidFill>
                  <a:srgbClr val="0000FF"/>
                </a:solidFill>
              </a:rPr>
              <a:t>本階料號若是機種內既有料號，會提示料號使用的相關機種，提醒申請人是否一併變更</a:t>
            </a:r>
            <a:r>
              <a:rPr lang="en-US" altLang="zh-TW" sz="1400" dirty="0">
                <a:solidFill>
                  <a:srgbClr val="0000FF"/>
                </a:solidFill>
              </a:rPr>
              <a:t>EC</a:t>
            </a:r>
          </a:p>
          <a:p>
            <a:pPr>
              <a:lnSpc>
                <a:spcPts val="20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</a:t>
            </a:r>
            <a:r>
              <a:rPr lang="en-US" altLang="zh-TW" sz="1400" dirty="0">
                <a:solidFill>
                  <a:srgbClr val="0000FF"/>
                </a:solidFill>
              </a:rPr>
              <a:t>2-2. 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Before Change</a:t>
            </a:r>
            <a:r>
              <a:rPr lang="zh-TW" altLang="en-US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&amp;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After Change</a:t>
            </a:r>
            <a:r>
              <a:rPr lang="zh-TW" altLang="en-US" sz="1400" dirty="0">
                <a:solidFill>
                  <a:srgbClr val="0000FF"/>
                </a:solidFill>
              </a:rPr>
              <a:t>系統帶出料號用量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0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</a:t>
            </a:r>
            <a:r>
              <a:rPr lang="en-US" altLang="zh-TW" sz="1400" dirty="0">
                <a:solidFill>
                  <a:srgbClr val="0000FF"/>
                </a:solidFill>
              </a:rPr>
              <a:t>2-3.</a:t>
            </a:r>
            <a:r>
              <a:rPr lang="zh-TW" altLang="en-US" sz="1400" dirty="0">
                <a:solidFill>
                  <a:srgbClr val="0000FF"/>
                </a:solidFill>
              </a:rPr>
              <a:t>若不是機種內既有料號，則會提示料號不在</a:t>
            </a:r>
            <a:r>
              <a:rPr lang="en-US" altLang="zh-TW" sz="1400" dirty="0">
                <a:solidFill>
                  <a:srgbClr val="0000FF"/>
                </a:solidFill>
              </a:rPr>
              <a:t>BOM</a:t>
            </a:r>
            <a:r>
              <a:rPr lang="zh-TW" altLang="en-US" sz="1400" dirty="0">
                <a:solidFill>
                  <a:srgbClr val="0000FF"/>
                </a:solidFill>
              </a:rPr>
              <a:t>裡，是否要新增，若要新增按確定</a:t>
            </a:r>
            <a:endParaRPr lang="en-US" altLang="zh-TW" sz="1400" dirty="0">
              <a:solidFill>
                <a:srgbClr val="0000FF"/>
              </a:solidFill>
            </a:endParaRPr>
          </a:p>
        </p:txBody>
      </p:sp>
      <p:sp>
        <p:nvSpPr>
          <p:cNvPr id="13318" name="圖說文字: 直線 9">
            <a:extLst>
              <a:ext uri="{FF2B5EF4-FFF2-40B4-BE49-F238E27FC236}">
                <a16:creationId xmlns:a16="http://schemas.microsoft.com/office/drawing/2014/main" id="{529B9E57-B93A-D758-FAEC-02BFEEEB9076}"/>
              </a:ext>
            </a:extLst>
          </p:cNvPr>
          <p:cNvSpPr>
            <a:spLocks/>
          </p:cNvSpPr>
          <p:nvPr/>
        </p:nvSpPr>
        <p:spPr bwMode="auto">
          <a:xfrm>
            <a:off x="1800225" y="3609975"/>
            <a:ext cx="914400" cy="209550"/>
          </a:xfrm>
          <a:prstGeom prst="borderCallout1">
            <a:avLst>
              <a:gd name="adj1" fmla="val 4106"/>
              <a:gd name="adj2" fmla="val 95338"/>
              <a:gd name="adj3" fmla="val -18435"/>
              <a:gd name="adj4" fmla="val 126264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3319" name="Text Box 11">
            <a:extLst>
              <a:ext uri="{FF2B5EF4-FFF2-40B4-BE49-F238E27FC236}">
                <a16:creationId xmlns:a16="http://schemas.microsoft.com/office/drawing/2014/main" id="{0D5BB88B-4B6F-A10D-874D-4583AA92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1676400"/>
            <a:ext cx="3603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2-1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3320" name="Text Box 11">
            <a:extLst>
              <a:ext uri="{FF2B5EF4-FFF2-40B4-BE49-F238E27FC236}">
                <a16:creationId xmlns:a16="http://schemas.microsoft.com/office/drawing/2014/main" id="{55CB8B09-B9B6-F182-F90D-E2E0C6814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3435350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3321" name="圖說文字: 直線 12">
            <a:extLst>
              <a:ext uri="{FF2B5EF4-FFF2-40B4-BE49-F238E27FC236}">
                <a16:creationId xmlns:a16="http://schemas.microsoft.com/office/drawing/2014/main" id="{5D838CFE-79B6-13C0-5604-DF012ABBC70E}"/>
              </a:ext>
            </a:extLst>
          </p:cNvPr>
          <p:cNvSpPr>
            <a:spLocks/>
          </p:cNvSpPr>
          <p:nvPr/>
        </p:nvSpPr>
        <p:spPr bwMode="auto">
          <a:xfrm>
            <a:off x="1800225" y="3810000"/>
            <a:ext cx="914400" cy="209550"/>
          </a:xfrm>
          <a:prstGeom prst="borderCallout1">
            <a:avLst>
              <a:gd name="adj1" fmla="val 99565"/>
              <a:gd name="adj2" fmla="val -3620"/>
              <a:gd name="adj3" fmla="val 117926"/>
              <a:gd name="adj4" fmla="val -3102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3322" name="Text Box 11">
            <a:extLst>
              <a:ext uri="{FF2B5EF4-FFF2-40B4-BE49-F238E27FC236}">
                <a16:creationId xmlns:a16="http://schemas.microsoft.com/office/drawing/2014/main" id="{9C914B63-5C9A-32AE-7E49-F5CDA5FD8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763" y="3998913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cxnSp>
        <p:nvCxnSpPr>
          <p:cNvPr id="13323" name="接點: 弧形 16">
            <a:extLst>
              <a:ext uri="{FF2B5EF4-FFF2-40B4-BE49-F238E27FC236}">
                <a16:creationId xmlns:a16="http://schemas.microsoft.com/office/drawing/2014/main" id="{0F3E9044-939A-9F54-58B1-496414C0F2A2}"/>
              </a:ext>
            </a:extLst>
          </p:cNvPr>
          <p:cNvCxnSpPr>
            <a:cxnSpLocks/>
            <a:stCxn id="13321" idx="0"/>
          </p:cNvCxnSpPr>
          <p:nvPr/>
        </p:nvCxnSpPr>
        <p:spPr bwMode="auto">
          <a:xfrm flipV="1">
            <a:off x="2714625" y="2517775"/>
            <a:ext cx="1136650" cy="1397000"/>
          </a:xfrm>
          <a:prstGeom prst="curvedConnector2">
            <a:avLst/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ADB08CFB-80C9-9B08-A28A-E43A59236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688" y="1360488"/>
            <a:ext cx="2476500" cy="11461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3325" name="接點: 弧形 16">
            <a:extLst>
              <a:ext uri="{FF2B5EF4-FFF2-40B4-BE49-F238E27FC236}">
                <a16:creationId xmlns:a16="http://schemas.microsoft.com/office/drawing/2014/main" id="{8522A16B-3761-1473-4DFE-8F0EA48D817D}"/>
              </a:ext>
            </a:extLst>
          </p:cNvPr>
          <p:cNvCxnSpPr>
            <a:cxnSpLocks/>
          </p:cNvCxnSpPr>
          <p:nvPr/>
        </p:nvCxnSpPr>
        <p:spPr bwMode="auto">
          <a:xfrm flipV="1">
            <a:off x="2762250" y="2416175"/>
            <a:ext cx="3754438" cy="1565275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CC00CC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6" name="Text Box 11">
            <a:extLst>
              <a:ext uri="{FF2B5EF4-FFF2-40B4-BE49-F238E27FC236}">
                <a16:creationId xmlns:a16="http://schemas.microsoft.com/office/drawing/2014/main" id="{5892A82E-7327-7613-F6AB-927A97714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913" y="2559050"/>
            <a:ext cx="360362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2-3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3327" name="圖說文字: 直線 29">
            <a:extLst>
              <a:ext uri="{FF2B5EF4-FFF2-40B4-BE49-F238E27FC236}">
                <a16:creationId xmlns:a16="http://schemas.microsoft.com/office/drawing/2014/main" id="{B78F5A5D-E398-7357-36A7-54B0E4D47D9E}"/>
              </a:ext>
            </a:extLst>
          </p:cNvPr>
          <p:cNvSpPr>
            <a:spLocks/>
          </p:cNvSpPr>
          <p:nvPr/>
        </p:nvSpPr>
        <p:spPr bwMode="auto">
          <a:xfrm>
            <a:off x="974725" y="4533900"/>
            <a:ext cx="5900738" cy="269875"/>
          </a:xfrm>
          <a:prstGeom prst="borderCallout1">
            <a:avLst>
              <a:gd name="adj1" fmla="val 35778"/>
              <a:gd name="adj2" fmla="val 101616"/>
              <a:gd name="adj3" fmla="val 47056"/>
              <a:gd name="adj4" fmla="val 99870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3328" name="Text Box 11">
            <a:extLst>
              <a:ext uri="{FF2B5EF4-FFF2-40B4-BE49-F238E27FC236}">
                <a16:creationId xmlns:a16="http://schemas.microsoft.com/office/drawing/2014/main" id="{40AA9B77-A862-B162-E360-8FD38FEFC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3263" y="4508500"/>
            <a:ext cx="36036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2-2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3329" name="圖說文字: 直線 31">
            <a:extLst>
              <a:ext uri="{FF2B5EF4-FFF2-40B4-BE49-F238E27FC236}">
                <a16:creationId xmlns:a16="http://schemas.microsoft.com/office/drawing/2014/main" id="{F5025835-73EF-7D51-A577-01787E97AB52}"/>
              </a:ext>
            </a:extLst>
          </p:cNvPr>
          <p:cNvSpPr>
            <a:spLocks/>
          </p:cNvSpPr>
          <p:nvPr/>
        </p:nvSpPr>
        <p:spPr bwMode="auto">
          <a:xfrm>
            <a:off x="7535863" y="2238375"/>
            <a:ext cx="636587" cy="177800"/>
          </a:xfrm>
          <a:prstGeom prst="borderCallout1">
            <a:avLst>
              <a:gd name="adj1" fmla="val 104917"/>
              <a:gd name="adj2" fmla="val 56255"/>
              <a:gd name="adj3" fmla="val 187866"/>
              <a:gd name="adj4" fmla="val 5878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圖片 8">
            <a:extLst>
              <a:ext uri="{FF2B5EF4-FFF2-40B4-BE49-F238E27FC236}">
                <a16:creationId xmlns:a16="http://schemas.microsoft.com/office/drawing/2014/main" id="{2781979A-5B43-EB7A-CC9A-F3CF69172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965200"/>
            <a:ext cx="6591300" cy="288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標題 1">
            <a:extLst>
              <a:ext uri="{FF2B5EF4-FFF2-40B4-BE49-F238E27FC236}">
                <a16:creationId xmlns:a16="http://schemas.microsoft.com/office/drawing/2014/main" id="{0748D21C-848A-369B-6080-C969B2726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61913"/>
            <a:ext cx="7777163" cy="703262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成品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/51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新增料號</a:t>
            </a:r>
          </a:p>
        </p:txBody>
      </p:sp>
      <p:sp>
        <p:nvSpPr>
          <p:cNvPr id="16388" name="圖說文字: 直線 10">
            <a:extLst>
              <a:ext uri="{FF2B5EF4-FFF2-40B4-BE49-F238E27FC236}">
                <a16:creationId xmlns:a16="http://schemas.microsoft.com/office/drawing/2014/main" id="{D2737637-E2B8-CDE3-6FAA-A028B3F9EE5A}"/>
              </a:ext>
            </a:extLst>
          </p:cNvPr>
          <p:cNvSpPr>
            <a:spLocks/>
          </p:cNvSpPr>
          <p:nvPr/>
        </p:nvSpPr>
        <p:spPr bwMode="auto">
          <a:xfrm>
            <a:off x="1957388" y="1212850"/>
            <a:ext cx="982662" cy="200025"/>
          </a:xfrm>
          <a:prstGeom prst="borderCallout1">
            <a:avLst>
              <a:gd name="adj1" fmla="val 51713"/>
              <a:gd name="adj2" fmla="val 100273"/>
              <a:gd name="adj3" fmla="val 21375"/>
              <a:gd name="adj4" fmla="val 12610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6389" name="Text Box 11">
            <a:extLst>
              <a:ext uri="{FF2B5EF4-FFF2-40B4-BE49-F238E27FC236}">
                <a16:creationId xmlns:a16="http://schemas.microsoft.com/office/drawing/2014/main" id="{A92EE212-0AB8-A5EA-2386-CBE12A112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638" y="1065213"/>
            <a:ext cx="319087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6390" name="圖說文字: 直線 13">
            <a:extLst>
              <a:ext uri="{FF2B5EF4-FFF2-40B4-BE49-F238E27FC236}">
                <a16:creationId xmlns:a16="http://schemas.microsoft.com/office/drawing/2014/main" id="{66B42440-1515-9FBF-68C1-BA112337B68B}"/>
              </a:ext>
            </a:extLst>
          </p:cNvPr>
          <p:cNvSpPr>
            <a:spLocks/>
          </p:cNvSpPr>
          <p:nvPr/>
        </p:nvSpPr>
        <p:spPr bwMode="auto">
          <a:xfrm>
            <a:off x="1944688" y="2195513"/>
            <a:ext cx="2109787" cy="174625"/>
          </a:xfrm>
          <a:prstGeom prst="borderCallout1">
            <a:avLst>
              <a:gd name="adj1" fmla="val 70806"/>
              <a:gd name="adj2" fmla="val 101245"/>
              <a:gd name="adj3" fmla="val -12065"/>
              <a:gd name="adj4" fmla="val 106231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6391" name="Text Box 11">
            <a:extLst>
              <a:ext uri="{FF2B5EF4-FFF2-40B4-BE49-F238E27FC236}">
                <a16:creationId xmlns:a16="http://schemas.microsoft.com/office/drawing/2014/main" id="{DE0CC081-CBEF-D554-0A5A-3A2A756D3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1403350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6392" name="圖說文字: 直線 21">
            <a:extLst>
              <a:ext uri="{FF2B5EF4-FFF2-40B4-BE49-F238E27FC236}">
                <a16:creationId xmlns:a16="http://schemas.microsoft.com/office/drawing/2014/main" id="{DCF255B1-FE99-CD05-145E-67296FE26B0C}"/>
              </a:ext>
            </a:extLst>
          </p:cNvPr>
          <p:cNvSpPr>
            <a:spLocks/>
          </p:cNvSpPr>
          <p:nvPr/>
        </p:nvSpPr>
        <p:spPr bwMode="auto">
          <a:xfrm>
            <a:off x="7142163" y="2638425"/>
            <a:ext cx="527050" cy="177800"/>
          </a:xfrm>
          <a:prstGeom prst="borderCallout1">
            <a:avLst>
              <a:gd name="adj1" fmla="val 70806"/>
              <a:gd name="adj2" fmla="val 101245"/>
              <a:gd name="adj3" fmla="val 40333"/>
              <a:gd name="adj4" fmla="val 11824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6393" name="Text Box 11">
            <a:extLst>
              <a:ext uri="{FF2B5EF4-FFF2-40B4-BE49-F238E27FC236}">
                <a16:creationId xmlns:a16="http://schemas.microsoft.com/office/drawing/2014/main" id="{B547ED41-D887-A4CA-90CF-E9BB6AAEB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438" y="2528888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5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4D05195-72AC-5855-FF25-76D8BC6962D7}"/>
              </a:ext>
            </a:extLst>
          </p:cNvPr>
          <p:cNvSpPr txBox="1"/>
          <p:nvPr/>
        </p:nvSpPr>
        <p:spPr>
          <a:xfrm>
            <a:off x="806875" y="3939800"/>
            <a:ext cx="8157738" cy="2603470"/>
          </a:xfrm>
          <a:custGeom>
            <a:avLst/>
            <a:gdLst>
              <a:gd name="connsiteX0" fmla="*/ 0 w 7433780"/>
              <a:gd name="connsiteY0" fmla="*/ 0 h 2319674"/>
              <a:gd name="connsiteX1" fmla="*/ 7433780 w 7433780"/>
              <a:gd name="connsiteY1" fmla="*/ 0 h 2319674"/>
              <a:gd name="connsiteX2" fmla="*/ 7433780 w 7433780"/>
              <a:gd name="connsiteY2" fmla="*/ 2319674 h 2319674"/>
              <a:gd name="connsiteX3" fmla="*/ 0 w 7433780"/>
              <a:gd name="connsiteY3" fmla="*/ 2319674 h 2319674"/>
              <a:gd name="connsiteX4" fmla="*/ 0 w 7433780"/>
              <a:gd name="connsiteY4" fmla="*/ 0 h 231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33780" h="2319674" fill="none" extrusionOk="0">
                <a:moveTo>
                  <a:pt x="0" y="0"/>
                </a:moveTo>
                <a:cubicBezTo>
                  <a:pt x="1169569" y="37801"/>
                  <a:pt x="6381794" y="-40555"/>
                  <a:pt x="7433780" y="0"/>
                </a:cubicBezTo>
                <a:cubicBezTo>
                  <a:pt x="7375955" y="1017247"/>
                  <a:pt x="7403900" y="1917269"/>
                  <a:pt x="7433780" y="2319674"/>
                </a:cubicBezTo>
                <a:cubicBezTo>
                  <a:pt x="4524807" y="2335507"/>
                  <a:pt x="3025163" y="2439103"/>
                  <a:pt x="0" y="2319674"/>
                </a:cubicBezTo>
                <a:cubicBezTo>
                  <a:pt x="88016" y="1622281"/>
                  <a:pt x="97" y="1023402"/>
                  <a:pt x="0" y="0"/>
                </a:cubicBezTo>
                <a:close/>
              </a:path>
              <a:path w="7433780" h="2319674" stroke="0" extrusionOk="0">
                <a:moveTo>
                  <a:pt x="0" y="0"/>
                </a:moveTo>
                <a:cubicBezTo>
                  <a:pt x="1780952" y="50335"/>
                  <a:pt x="5429495" y="24668"/>
                  <a:pt x="7433780" y="0"/>
                </a:cubicBezTo>
                <a:cubicBezTo>
                  <a:pt x="7574438" y="359462"/>
                  <a:pt x="7268807" y="1489957"/>
                  <a:pt x="7433780" y="2319674"/>
                </a:cubicBezTo>
                <a:cubicBezTo>
                  <a:pt x="4193663" y="2456113"/>
                  <a:pt x="2106213" y="2407466"/>
                  <a:pt x="0" y="2319674"/>
                </a:cubicBezTo>
                <a:cubicBezTo>
                  <a:pt x="-66132" y="1617978"/>
                  <a:pt x="146756" y="654278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en-US" altLang="zh-TW" sz="1400" b="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zh-TW" altLang="en-US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成品</a:t>
            </a:r>
            <a:r>
              <a:rPr lang="en-US" altLang="zh-TW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/51</a:t>
            </a:r>
            <a:r>
              <a:rPr lang="zh-TW" altLang="en-US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TW" altLang="en-US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組裝階層</a:t>
            </a:r>
            <a:r>
              <a:rPr lang="en-US" altLang="zh-TW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Add Reference ”</a:t>
            </a:r>
            <a:r>
              <a:rPr lang="zh-TW" altLang="en-US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或” </a:t>
            </a:r>
            <a:r>
              <a:rPr lang="en-US" altLang="zh-TW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Delete Reference ” </a:t>
            </a:r>
            <a:r>
              <a:rPr lang="zh-TW" altLang="en-US" sz="14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填寫數量，數量前面需加*號</a:t>
            </a:r>
            <a:endParaRPr lang="en-US" altLang="zh-TW" sz="1400" dirty="0" bmk="">
              <a:solidFill>
                <a:srgbClr val="0000FF"/>
              </a:solidFill>
              <a:highlight>
                <a:srgbClr val="FFFF00"/>
              </a:highlight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1.</a:t>
            </a:r>
            <a:r>
              <a:rPr lang="en-US" altLang="zh-TW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Part Number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填寫料號時，表單提示料號不在</a:t>
            </a:r>
            <a:r>
              <a:rPr lang="en-US" altLang="zh-TW" sz="1400" dirty="0">
                <a:solidFill>
                  <a:srgbClr val="0000FF"/>
                </a:solidFill>
              </a:rPr>
              <a:t>BOM</a:t>
            </a:r>
            <a:r>
              <a:rPr lang="zh-TW" altLang="en-US" sz="1400" dirty="0">
                <a:solidFill>
                  <a:srgbClr val="0000FF"/>
                </a:solidFill>
              </a:rPr>
              <a:t>裡，是否要新增，若要新增按確定</a:t>
            </a:r>
            <a:endParaRPr lang="en-US" altLang="zh-TW" sz="1400" dirty="0" bmk="">
              <a:solidFill>
                <a:srgbClr val="00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b="0" dirty="0">
                <a:solidFill>
                  <a:srgbClr val="0000FF"/>
                </a:solidFill>
              </a:rPr>
              <a:t>2.</a:t>
            </a:r>
            <a:r>
              <a:rPr lang="zh-TW" altLang="en-US" sz="1400" b="0" dirty="0">
                <a:solidFill>
                  <a:srgbClr val="0000FF"/>
                </a:solidFill>
              </a:rPr>
              <a:t> </a:t>
            </a:r>
            <a:r>
              <a:rPr lang="zh-TW" altLang="en-US" sz="1400" u="sng" dirty="0">
                <a:solidFill>
                  <a:srgbClr val="0000FF"/>
                </a:solidFill>
              </a:rPr>
              <a:t>處理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選擇為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非替代料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3.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Add Reference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需填寫用量，如用量為</a:t>
            </a:r>
            <a:r>
              <a:rPr lang="en-US" altLang="zh-TW" sz="1400" dirty="0">
                <a:solidFill>
                  <a:srgbClr val="0000FF"/>
                </a:solidFill>
              </a:rPr>
              <a:t>0.637</a:t>
            </a:r>
            <a:r>
              <a:rPr lang="zh-TW" altLang="en-US" sz="1400" dirty="0">
                <a:solidFill>
                  <a:srgbClr val="0000FF"/>
                </a:solidFill>
              </a:rPr>
              <a:t>，則填寫 *</a:t>
            </a:r>
            <a:r>
              <a:rPr lang="en-US" altLang="zh-TW" sz="1400" dirty="0">
                <a:solidFill>
                  <a:srgbClr val="0000FF"/>
                </a:solidFill>
              </a:rPr>
              <a:t>0.637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數量前務必填寫*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3-1.</a:t>
            </a:r>
            <a:r>
              <a:rPr lang="en-US" altLang="zh-TW" sz="1400" u="sng" dirty="0">
                <a:solidFill>
                  <a:srgbClr val="0000FF"/>
                </a:solidFill>
              </a:rPr>
              <a:t> Total Quantity After Change&amp; Add</a:t>
            </a:r>
            <a:r>
              <a:rPr lang="zh-TW" altLang="en-US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</a:rPr>
              <a:t>Quantity</a:t>
            </a:r>
            <a:r>
              <a:rPr lang="zh-TW" altLang="en-US" sz="1400" u="sng" dirty="0">
                <a:solidFill>
                  <a:srgbClr val="0000FF"/>
                </a:solidFill>
              </a:rPr>
              <a:t>用量自動帶出</a:t>
            </a:r>
            <a:r>
              <a:rPr lang="en-US" altLang="zh-TW" sz="1400" dirty="0">
                <a:solidFill>
                  <a:srgbClr val="0000FF"/>
                </a:solidFill>
              </a:rPr>
              <a:t>0.637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FF0000"/>
                </a:solidFill>
              </a:rPr>
              <a:t>    ※</a:t>
            </a:r>
            <a:r>
              <a:rPr lang="zh-TW" altLang="en-US" sz="1400" dirty="0">
                <a:solidFill>
                  <a:srgbClr val="FF0000"/>
                </a:solidFill>
              </a:rPr>
              <a:t>點數用量長度，表單限制至小數點第六位，若輸入到第七位則自動四捨五入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4.</a:t>
            </a:r>
            <a:r>
              <a:rPr lang="en-US" altLang="zh-TW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COMMENT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需填寫料件名稱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未寫提示卡傳送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5.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管制料號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選擇 </a:t>
            </a:r>
            <a:r>
              <a:rPr lang="en-US" altLang="zh-TW" sz="1400" dirty="0">
                <a:solidFill>
                  <a:srgbClr val="0000FF"/>
                </a:solidFill>
              </a:rPr>
              <a:t>Yes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or No</a:t>
            </a:r>
            <a:r>
              <a:rPr lang="zh-TW" altLang="en-US" sz="1400" dirty="0">
                <a:solidFill>
                  <a:srgbClr val="0000FF"/>
                </a:solidFill>
              </a:rPr>
              <a:t>，若未先選擇在按新增加入單身資料，表單會提示勾選</a:t>
            </a:r>
            <a:r>
              <a:rPr lang="en-US" altLang="zh-TW" sz="1400" dirty="0">
                <a:solidFill>
                  <a:srgbClr val="0000FF"/>
                </a:solidFill>
              </a:rPr>
              <a:t>CCL</a:t>
            </a:r>
            <a:r>
              <a:rPr lang="zh-TW" altLang="en-US" sz="1400" dirty="0">
                <a:solidFill>
                  <a:srgbClr val="0000FF"/>
                </a:solidFill>
              </a:rPr>
              <a:t>管制料號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6.</a:t>
            </a:r>
            <a:r>
              <a:rPr lang="zh-TW" altLang="en-US" sz="1400" dirty="0">
                <a:solidFill>
                  <a:srgbClr val="0000FF"/>
                </a:solidFill>
              </a:rPr>
              <a:t>按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新增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r>
              <a:rPr lang="zh-TW" altLang="en-US" sz="1400" dirty="0">
                <a:solidFill>
                  <a:srgbClr val="0000FF"/>
                </a:solidFill>
              </a:rPr>
              <a:t>加入單身資料，點入資料可在修改或做刪除</a:t>
            </a:r>
            <a:endParaRPr lang="en-US" altLang="zh-TW" sz="1400" dirty="0">
              <a:solidFill>
                <a:srgbClr val="0000FF"/>
              </a:solidFill>
            </a:endParaRPr>
          </a:p>
        </p:txBody>
      </p:sp>
      <p:sp>
        <p:nvSpPr>
          <p:cNvPr id="16395" name="圖說文字: 直線 25">
            <a:extLst>
              <a:ext uri="{FF2B5EF4-FFF2-40B4-BE49-F238E27FC236}">
                <a16:creationId xmlns:a16="http://schemas.microsoft.com/office/drawing/2014/main" id="{C6B8E367-467E-70E8-0B6A-6092492FB354}"/>
              </a:ext>
            </a:extLst>
          </p:cNvPr>
          <p:cNvSpPr>
            <a:spLocks/>
          </p:cNvSpPr>
          <p:nvPr/>
        </p:nvSpPr>
        <p:spPr bwMode="auto">
          <a:xfrm>
            <a:off x="1944688" y="2406650"/>
            <a:ext cx="2319337" cy="219075"/>
          </a:xfrm>
          <a:prstGeom prst="borderCallout1">
            <a:avLst>
              <a:gd name="adj1" fmla="val 157727"/>
              <a:gd name="adj2" fmla="val 103065"/>
              <a:gd name="adj3" fmla="val 35736"/>
              <a:gd name="adj4" fmla="val 9978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6396" name="Text Box 11">
            <a:extLst>
              <a:ext uri="{FF2B5EF4-FFF2-40B4-BE49-F238E27FC236}">
                <a16:creationId xmlns:a16="http://schemas.microsoft.com/office/drawing/2014/main" id="{7E1CE2C3-16E8-BE04-ADAB-441B01F11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313" y="3049588"/>
            <a:ext cx="358775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6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6397" name="圖說文字: 直線 27">
            <a:extLst>
              <a:ext uri="{FF2B5EF4-FFF2-40B4-BE49-F238E27FC236}">
                <a16:creationId xmlns:a16="http://schemas.microsoft.com/office/drawing/2014/main" id="{639E824C-C895-15CF-3924-1E9B73C101B1}"/>
              </a:ext>
            </a:extLst>
          </p:cNvPr>
          <p:cNvSpPr>
            <a:spLocks/>
          </p:cNvSpPr>
          <p:nvPr/>
        </p:nvSpPr>
        <p:spPr bwMode="auto">
          <a:xfrm>
            <a:off x="1181100" y="3667125"/>
            <a:ext cx="6384925" cy="165100"/>
          </a:xfrm>
          <a:prstGeom prst="borderCallout1">
            <a:avLst>
              <a:gd name="adj1" fmla="val 95472"/>
              <a:gd name="adj2" fmla="val 100130"/>
              <a:gd name="adj3" fmla="val 37472"/>
              <a:gd name="adj4" fmla="val 9995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cxnSp>
        <p:nvCxnSpPr>
          <p:cNvPr id="16398" name="接點: 弧形 16">
            <a:extLst>
              <a:ext uri="{FF2B5EF4-FFF2-40B4-BE49-F238E27FC236}">
                <a16:creationId xmlns:a16="http://schemas.microsoft.com/office/drawing/2014/main" id="{376E20DD-8B70-24D2-84D6-DAD56F9E1374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1583011" y="3414440"/>
            <a:ext cx="347662" cy="157708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9" name="圖說文字: 直線 5">
            <a:extLst>
              <a:ext uri="{FF2B5EF4-FFF2-40B4-BE49-F238E27FC236}">
                <a16:creationId xmlns:a16="http://schemas.microsoft.com/office/drawing/2014/main" id="{9FEE7492-B06A-E39B-8DE6-1152679950B6}"/>
              </a:ext>
            </a:extLst>
          </p:cNvPr>
          <p:cNvSpPr>
            <a:spLocks/>
          </p:cNvSpPr>
          <p:nvPr/>
        </p:nvSpPr>
        <p:spPr bwMode="auto">
          <a:xfrm>
            <a:off x="1978025" y="1700213"/>
            <a:ext cx="1370013" cy="180975"/>
          </a:xfrm>
          <a:prstGeom prst="borderCallout1">
            <a:avLst>
              <a:gd name="adj1" fmla="val 55806"/>
              <a:gd name="adj2" fmla="val 99875"/>
              <a:gd name="adj3" fmla="val 36319"/>
              <a:gd name="adj4" fmla="val 11414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6400" name="圖說文字: 直線 6">
            <a:extLst>
              <a:ext uri="{FF2B5EF4-FFF2-40B4-BE49-F238E27FC236}">
                <a16:creationId xmlns:a16="http://schemas.microsoft.com/office/drawing/2014/main" id="{F5793B24-EBAB-0E83-60CB-B0149D389D6D}"/>
              </a:ext>
            </a:extLst>
          </p:cNvPr>
          <p:cNvSpPr>
            <a:spLocks/>
          </p:cNvSpPr>
          <p:nvPr/>
        </p:nvSpPr>
        <p:spPr bwMode="auto">
          <a:xfrm>
            <a:off x="5759450" y="1930400"/>
            <a:ext cx="1420813" cy="174625"/>
          </a:xfrm>
          <a:prstGeom prst="borderCallout1">
            <a:avLst>
              <a:gd name="adj1" fmla="val 55806"/>
              <a:gd name="adj2" fmla="val 99875"/>
              <a:gd name="adj3" fmla="val 27824"/>
              <a:gd name="adj4" fmla="val 10727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303372-924B-DA1A-4A4F-11EA29A1F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967" y="2862261"/>
            <a:ext cx="3106738" cy="103981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0A30763-8FC0-0C85-F2D3-78FED3B01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50" y="733425"/>
            <a:ext cx="2478088" cy="114776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6403" name="接點: 弧形 16">
            <a:extLst>
              <a:ext uri="{FF2B5EF4-FFF2-40B4-BE49-F238E27FC236}">
                <a16:creationId xmlns:a16="http://schemas.microsoft.com/office/drawing/2014/main" id="{E2E988C3-EDD4-49FD-039C-D9BAF98CED67}"/>
              </a:ext>
            </a:extLst>
          </p:cNvPr>
          <p:cNvCxnSpPr>
            <a:cxnSpLocks/>
          </p:cNvCxnSpPr>
          <p:nvPr/>
        </p:nvCxnSpPr>
        <p:spPr bwMode="auto">
          <a:xfrm flipV="1">
            <a:off x="3022600" y="1023938"/>
            <a:ext cx="3181350" cy="342900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4" name="圖說文字: 直線 19">
            <a:extLst>
              <a:ext uri="{FF2B5EF4-FFF2-40B4-BE49-F238E27FC236}">
                <a16:creationId xmlns:a16="http://schemas.microsoft.com/office/drawing/2014/main" id="{3693F9D6-594E-29A2-490E-6F34E376AB6C}"/>
              </a:ext>
            </a:extLst>
          </p:cNvPr>
          <p:cNvSpPr>
            <a:spLocks/>
          </p:cNvSpPr>
          <p:nvPr/>
        </p:nvSpPr>
        <p:spPr bwMode="auto">
          <a:xfrm>
            <a:off x="1966913" y="1490663"/>
            <a:ext cx="966787" cy="157162"/>
          </a:xfrm>
          <a:prstGeom prst="borderCallout1">
            <a:avLst>
              <a:gd name="adj1" fmla="val 70806"/>
              <a:gd name="adj2" fmla="val 101245"/>
              <a:gd name="adj3" fmla="val 48481"/>
              <a:gd name="adj4" fmla="val 116079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6405" name="Text Box 11">
            <a:extLst>
              <a:ext uri="{FF2B5EF4-FFF2-40B4-BE49-F238E27FC236}">
                <a16:creationId xmlns:a16="http://schemas.microsoft.com/office/drawing/2014/main" id="{5F5C6C10-7791-9712-9887-5675E5FA9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7263" y="1884363"/>
            <a:ext cx="3730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3-1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6406" name="Text Box 11">
            <a:extLst>
              <a:ext uri="{FF2B5EF4-FFF2-40B4-BE49-F238E27FC236}">
                <a16:creationId xmlns:a16="http://schemas.microsoft.com/office/drawing/2014/main" id="{2A7E9ED4-1D5C-FD91-750C-0C82E8F8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413" y="1671638"/>
            <a:ext cx="373062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3-1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6407" name="Text Box 11">
            <a:extLst>
              <a:ext uri="{FF2B5EF4-FFF2-40B4-BE49-F238E27FC236}">
                <a16:creationId xmlns:a16="http://schemas.microsoft.com/office/drawing/2014/main" id="{66F9578B-200D-B65A-E405-FFC2700BB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225" y="2630488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cxnSp>
        <p:nvCxnSpPr>
          <p:cNvPr id="16408" name="接點: 弧形 16">
            <a:extLst>
              <a:ext uri="{FF2B5EF4-FFF2-40B4-BE49-F238E27FC236}">
                <a16:creationId xmlns:a16="http://schemas.microsoft.com/office/drawing/2014/main" id="{3510DDB6-1ADE-68FE-8534-6EA2DF4F8BF0}"/>
              </a:ext>
            </a:extLst>
          </p:cNvPr>
          <p:cNvCxnSpPr>
            <a:cxnSpLocks/>
          </p:cNvCxnSpPr>
          <p:nvPr/>
        </p:nvCxnSpPr>
        <p:spPr bwMode="auto">
          <a:xfrm>
            <a:off x="4264025" y="2503488"/>
            <a:ext cx="1387475" cy="630237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9" name="圖說文字: 直線 33">
            <a:extLst>
              <a:ext uri="{FF2B5EF4-FFF2-40B4-BE49-F238E27FC236}">
                <a16:creationId xmlns:a16="http://schemas.microsoft.com/office/drawing/2014/main" id="{5E41F1A1-EC93-1EE8-8FC6-87B16B1FEC95}"/>
              </a:ext>
            </a:extLst>
          </p:cNvPr>
          <p:cNvSpPr>
            <a:spLocks/>
          </p:cNvSpPr>
          <p:nvPr/>
        </p:nvSpPr>
        <p:spPr bwMode="auto">
          <a:xfrm>
            <a:off x="1228725" y="3221038"/>
            <a:ext cx="895350" cy="207962"/>
          </a:xfrm>
          <a:prstGeom prst="borderCallout1">
            <a:avLst>
              <a:gd name="adj1" fmla="val 70806"/>
              <a:gd name="adj2" fmla="val 101245"/>
              <a:gd name="adj3" fmla="val 12852"/>
              <a:gd name="adj4" fmla="val 113986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6410" name="Text Box 11">
            <a:extLst>
              <a:ext uri="{FF2B5EF4-FFF2-40B4-BE49-F238E27FC236}">
                <a16:creationId xmlns:a16="http://schemas.microsoft.com/office/drawing/2014/main" id="{9DFE1E84-5FBC-C0C6-24EA-68884F72F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988" y="1974850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>
            <a:extLst>
              <a:ext uri="{FF2B5EF4-FFF2-40B4-BE49-F238E27FC236}">
                <a16:creationId xmlns:a16="http://schemas.microsoft.com/office/drawing/2014/main" id="{DD01D78D-3C61-8E64-6389-3B41A4B78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9050"/>
            <a:ext cx="7705725" cy="746125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成品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/51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刪除料號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(1)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4339" name="圖片 4">
            <a:extLst>
              <a:ext uri="{FF2B5EF4-FFF2-40B4-BE49-F238E27FC236}">
                <a16:creationId xmlns:a16="http://schemas.microsoft.com/office/drawing/2014/main" id="{3C48ED63-B91A-4BC2-0F5D-FFF19D198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788" y="908245"/>
            <a:ext cx="6834187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DBD4606-2076-D134-163F-91A96569D3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946" t="66008" r="52970" b="29420"/>
          <a:stretch/>
        </p:blipFill>
        <p:spPr>
          <a:xfrm>
            <a:off x="4481513" y="892175"/>
            <a:ext cx="1176337" cy="47466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341" name="圖說文字: 直線 6">
            <a:extLst>
              <a:ext uri="{FF2B5EF4-FFF2-40B4-BE49-F238E27FC236}">
                <a16:creationId xmlns:a16="http://schemas.microsoft.com/office/drawing/2014/main" id="{92E73E70-ECD1-00AD-301B-9072777459C3}"/>
              </a:ext>
            </a:extLst>
          </p:cNvPr>
          <p:cNvSpPr>
            <a:spLocks/>
          </p:cNvSpPr>
          <p:nvPr/>
        </p:nvSpPr>
        <p:spPr bwMode="auto">
          <a:xfrm>
            <a:off x="2038350" y="903288"/>
            <a:ext cx="936625" cy="187325"/>
          </a:xfrm>
          <a:prstGeom prst="borderCallout1">
            <a:avLst>
              <a:gd name="adj1" fmla="val 69583"/>
              <a:gd name="adj2" fmla="val 99843"/>
              <a:gd name="adj3" fmla="val 17431"/>
              <a:gd name="adj4" fmla="val 11750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42" name="圖說文字: 直線 7">
            <a:extLst>
              <a:ext uri="{FF2B5EF4-FFF2-40B4-BE49-F238E27FC236}">
                <a16:creationId xmlns:a16="http://schemas.microsoft.com/office/drawing/2014/main" id="{C027CE96-74C5-0778-13EE-68E1BFB4E600}"/>
              </a:ext>
            </a:extLst>
          </p:cNvPr>
          <p:cNvSpPr>
            <a:spLocks/>
          </p:cNvSpPr>
          <p:nvPr/>
        </p:nvSpPr>
        <p:spPr bwMode="auto">
          <a:xfrm>
            <a:off x="2032000" y="1163638"/>
            <a:ext cx="962025" cy="203200"/>
          </a:xfrm>
          <a:prstGeom prst="borderCallout1">
            <a:avLst>
              <a:gd name="adj1" fmla="val 86111"/>
              <a:gd name="adj2" fmla="val -9012"/>
              <a:gd name="adj3" fmla="val 130231"/>
              <a:gd name="adj4" fmla="val -23329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43" name="Text Box 11">
            <a:extLst>
              <a:ext uri="{FF2B5EF4-FFF2-40B4-BE49-F238E27FC236}">
                <a16:creationId xmlns:a16="http://schemas.microsoft.com/office/drawing/2014/main" id="{35E6467C-0082-2927-1376-AC8542C46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313" y="771525"/>
            <a:ext cx="215900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4344" name="Text Box 11">
            <a:extLst>
              <a:ext uri="{FF2B5EF4-FFF2-40B4-BE49-F238E27FC236}">
                <a16:creationId xmlns:a16="http://schemas.microsoft.com/office/drawing/2014/main" id="{AFC6FBBB-FEA9-091E-4EE8-8EC77C30E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189" y="1347788"/>
            <a:ext cx="215900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dirty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 dirty="0">
              <a:ea typeface="標楷體" panose="03000509000000000000" pitchFamily="65" charset="-120"/>
            </a:endParaRPr>
          </a:p>
        </p:txBody>
      </p:sp>
      <p:sp>
        <p:nvSpPr>
          <p:cNvPr id="14345" name="圖說文字: 直線 10">
            <a:extLst>
              <a:ext uri="{FF2B5EF4-FFF2-40B4-BE49-F238E27FC236}">
                <a16:creationId xmlns:a16="http://schemas.microsoft.com/office/drawing/2014/main" id="{F8F71AC4-5315-DC0E-BDE4-2E1FA8AEFA6A}"/>
              </a:ext>
            </a:extLst>
          </p:cNvPr>
          <p:cNvSpPr>
            <a:spLocks/>
          </p:cNvSpPr>
          <p:nvPr/>
        </p:nvSpPr>
        <p:spPr bwMode="auto">
          <a:xfrm>
            <a:off x="2032000" y="1427163"/>
            <a:ext cx="968375" cy="180975"/>
          </a:xfrm>
          <a:prstGeom prst="borderCallout1">
            <a:avLst>
              <a:gd name="adj1" fmla="val 106472"/>
              <a:gd name="adj2" fmla="val 97019"/>
              <a:gd name="adj3" fmla="val 143819"/>
              <a:gd name="adj4" fmla="val 11359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46" name="Text Box 11">
            <a:extLst>
              <a:ext uri="{FF2B5EF4-FFF2-40B4-BE49-F238E27FC236}">
                <a16:creationId xmlns:a16="http://schemas.microsoft.com/office/drawing/2014/main" id="{0CB2055A-E05C-5611-1C71-927716CC0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5475" y="1716088"/>
            <a:ext cx="1857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16AD2B39-CC6E-6635-A3CD-7CAD559D6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0088" y="1616075"/>
            <a:ext cx="3857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3-1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cxnSp>
        <p:nvCxnSpPr>
          <p:cNvPr id="14348" name="接點: 弧形 16">
            <a:extLst>
              <a:ext uri="{FF2B5EF4-FFF2-40B4-BE49-F238E27FC236}">
                <a16:creationId xmlns:a16="http://schemas.microsoft.com/office/drawing/2014/main" id="{9F90C695-73CF-CCB3-3E52-1DA7CEEE532D}"/>
              </a:ext>
            </a:extLst>
          </p:cNvPr>
          <p:cNvCxnSpPr>
            <a:cxnSpLocks/>
            <a:stCxn id="14363" idx="3"/>
            <a:endCxn id="6" idx="1"/>
          </p:cNvCxnSpPr>
          <p:nvPr/>
        </p:nvCxnSpPr>
        <p:spPr bwMode="auto">
          <a:xfrm flipV="1">
            <a:off x="3216275" y="1128713"/>
            <a:ext cx="1265238" cy="361950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5C30D75-B88F-8422-F1C2-85A50D284550}"/>
              </a:ext>
            </a:extLst>
          </p:cNvPr>
          <p:cNvSpPr txBox="1"/>
          <p:nvPr/>
        </p:nvSpPr>
        <p:spPr>
          <a:xfrm>
            <a:off x="1219200" y="4051300"/>
            <a:ext cx="6708775" cy="2379663"/>
          </a:xfrm>
          <a:custGeom>
            <a:avLst/>
            <a:gdLst>
              <a:gd name="connsiteX0" fmla="*/ 0 w 6709134"/>
              <a:gd name="connsiteY0" fmla="*/ 0 h 2379049"/>
              <a:gd name="connsiteX1" fmla="*/ 6709134 w 6709134"/>
              <a:gd name="connsiteY1" fmla="*/ 0 h 2379049"/>
              <a:gd name="connsiteX2" fmla="*/ 6709134 w 6709134"/>
              <a:gd name="connsiteY2" fmla="*/ 2379049 h 2379049"/>
              <a:gd name="connsiteX3" fmla="*/ 0 w 6709134"/>
              <a:gd name="connsiteY3" fmla="*/ 2379049 h 2379049"/>
              <a:gd name="connsiteX4" fmla="*/ 0 w 6709134"/>
              <a:gd name="connsiteY4" fmla="*/ 0 h 237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9134" h="2379049" fill="none" extrusionOk="0">
                <a:moveTo>
                  <a:pt x="0" y="0"/>
                </a:moveTo>
                <a:cubicBezTo>
                  <a:pt x="1085309" y="37801"/>
                  <a:pt x="3633595" y="-40555"/>
                  <a:pt x="6709134" y="0"/>
                </a:cubicBezTo>
                <a:cubicBezTo>
                  <a:pt x="6651309" y="357123"/>
                  <a:pt x="6679254" y="1567515"/>
                  <a:pt x="6709134" y="2379049"/>
                </a:cubicBezTo>
                <a:cubicBezTo>
                  <a:pt x="4422713" y="2394882"/>
                  <a:pt x="1793265" y="2498478"/>
                  <a:pt x="0" y="2379049"/>
                </a:cubicBezTo>
                <a:cubicBezTo>
                  <a:pt x="88016" y="1642188"/>
                  <a:pt x="97" y="371884"/>
                  <a:pt x="0" y="0"/>
                </a:cubicBezTo>
                <a:close/>
              </a:path>
              <a:path w="6709134" h="2379049" stroke="0" extrusionOk="0">
                <a:moveTo>
                  <a:pt x="0" y="0"/>
                </a:moveTo>
                <a:cubicBezTo>
                  <a:pt x="1868259" y="50335"/>
                  <a:pt x="5396517" y="24668"/>
                  <a:pt x="6709134" y="0"/>
                </a:cubicBezTo>
                <a:cubicBezTo>
                  <a:pt x="6849792" y="1019727"/>
                  <a:pt x="6544161" y="1765248"/>
                  <a:pt x="6709134" y="2379049"/>
                </a:cubicBezTo>
                <a:cubicBezTo>
                  <a:pt x="5801147" y="2515488"/>
                  <a:pt x="1302180" y="2466841"/>
                  <a:pt x="0" y="2379049"/>
                </a:cubicBezTo>
                <a:cubicBezTo>
                  <a:pt x="-66132" y="2106346"/>
                  <a:pt x="146756" y="1068268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180975" indent="-180975">
              <a:lnSpc>
                <a:spcPts val="2000"/>
              </a:lnSpc>
              <a:buFontTx/>
              <a:buAutoNum type="arabicPeriod"/>
              <a:defRPr/>
            </a:pP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Assembly Level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上階層料號</a:t>
            </a:r>
            <a:r>
              <a:rPr lang="en-US" altLang="zh-TW" sz="1400" dirty="0">
                <a:solidFill>
                  <a:srgbClr val="0000FF"/>
                </a:solidFill>
              </a:rPr>
              <a:t>):</a:t>
            </a:r>
            <a:r>
              <a:rPr lang="zh-TW" altLang="en-US" sz="1400" dirty="0">
                <a:solidFill>
                  <a:srgbClr val="0000FF"/>
                </a:solidFill>
              </a:rPr>
              <a:t>填寫</a:t>
            </a:r>
            <a:r>
              <a:rPr lang="en-US" altLang="zh-TW" sz="1400" dirty="0">
                <a:solidFill>
                  <a:srgbClr val="0000FF"/>
                </a:solidFill>
              </a:rPr>
              <a:t>BOM</a:t>
            </a:r>
            <a:r>
              <a:rPr lang="zh-TW" altLang="en-US" sz="1400" dirty="0">
                <a:solidFill>
                  <a:srgbClr val="0000FF"/>
                </a:solidFill>
              </a:rPr>
              <a:t>階層料號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 marL="180975" indent="-180975">
              <a:lnSpc>
                <a:spcPts val="2000"/>
              </a:lnSpc>
              <a:buFontTx/>
              <a:buAutoNum type="arabicPeriod"/>
              <a:defRPr/>
            </a:pP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Part Number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本階料號</a:t>
            </a:r>
            <a:r>
              <a:rPr lang="en-US" altLang="zh-TW" sz="1400" dirty="0">
                <a:solidFill>
                  <a:srgbClr val="0000FF"/>
                </a:solidFill>
              </a:rPr>
              <a:t>):</a:t>
            </a:r>
            <a:r>
              <a:rPr lang="zh-TW" altLang="en-US" sz="1400" dirty="0">
                <a:solidFill>
                  <a:srgbClr val="0000FF"/>
                </a:solidFill>
              </a:rPr>
              <a:t>填寫要刪除的料號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針對機種</a:t>
            </a:r>
            <a:r>
              <a:rPr lang="en-US" altLang="zh-TW" sz="1400" dirty="0">
                <a:solidFill>
                  <a:srgbClr val="0000FF"/>
                </a:solidFill>
              </a:rPr>
              <a:t>BOM</a:t>
            </a:r>
            <a:r>
              <a:rPr lang="zh-TW" altLang="en-US" sz="1400" dirty="0">
                <a:solidFill>
                  <a:srgbClr val="0000FF"/>
                </a:solidFill>
              </a:rPr>
              <a:t>既有料號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0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3. 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選擇 </a:t>
            </a:r>
            <a:r>
              <a:rPr lang="en-US" altLang="zh-TW" sz="1400" dirty="0">
                <a:solidFill>
                  <a:srgbClr val="FF0000"/>
                </a:solidFill>
              </a:rPr>
              <a:t>[Disable]</a:t>
            </a:r>
            <a:r>
              <a:rPr lang="zh-TW" altLang="en-US" sz="1400" dirty="0">
                <a:solidFill>
                  <a:srgbClr val="0000FF"/>
                </a:solidFill>
              </a:rPr>
              <a:t>，系統自動帶出刪除後用量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0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3-1. </a:t>
            </a:r>
            <a:r>
              <a:rPr lang="en-US" altLang="zh-TW" sz="1400" u="sng" dirty="0">
                <a:solidFill>
                  <a:srgbClr val="0000FF"/>
                </a:solidFill>
              </a:rPr>
              <a:t>Delete Quantity</a:t>
            </a:r>
            <a:r>
              <a:rPr lang="zh-TW" altLang="en-US" sz="1400" dirty="0">
                <a:solidFill>
                  <a:srgbClr val="0000FF"/>
                </a:solidFill>
              </a:rPr>
              <a:t>自動帶出用量為</a:t>
            </a:r>
            <a:r>
              <a:rPr lang="en-US" altLang="zh-TW" sz="1400" dirty="0">
                <a:solidFill>
                  <a:srgbClr val="0000FF"/>
                </a:solidFill>
              </a:rPr>
              <a:t>1</a:t>
            </a:r>
          </a:p>
          <a:p>
            <a:pPr>
              <a:lnSpc>
                <a:spcPts val="20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3-2. 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After Change</a:t>
            </a:r>
            <a:r>
              <a:rPr lang="zh-TW" altLang="en-US" sz="1400" dirty="0">
                <a:solidFill>
                  <a:srgbClr val="0000FF"/>
                </a:solidFill>
              </a:rPr>
              <a:t>自動帶出用量為</a:t>
            </a:r>
            <a:r>
              <a:rPr lang="en-US" altLang="zh-TW" sz="1400" dirty="0">
                <a:solidFill>
                  <a:srgbClr val="0000FF"/>
                </a:solidFill>
              </a:rPr>
              <a:t>0</a:t>
            </a:r>
          </a:p>
          <a:p>
            <a:pPr>
              <a:lnSpc>
                <a:spcPts val="20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  3-3.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COMMENT</a:t>
            </a:r>
            <a:r>
              <a:rPr lang="zh-TW" altLang="en-US" sz="1400" dirty="0">
                <a:solidFill>
                  <a:srgbClr val="0000FF"/>
                </a:solidFill>
              </a:rPr>
              <a:t>自動帶出料件名稱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0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  3-4.</a:t>
            </a:r>
            <a:r>
              <a:rPr lang="zh-TW" altLang="en-US" sz="1400" dirty="0">
                <a:solidFill>
                  <a:srgbClr val="0000FF"/>
                </a:solidFill>
              </a:rPr>
              <a:t>系統自動帶出庫存數</a:t>
            </a:r>
            <a:r>
              <a:rPr lang="en-US" altLang="zh-TW" sz="1400" dirty="0">
                <a:solidFill>
                  <a:srgbClr val="0000FF"/>
                </a:solidFill>
              </a:rPr>
              <a:t>/</a:t>
            </a:r>
            <a:r>
              <a:rPr lang="zh-TW" altLang="en-US" sz="1400" dirty="0">
                <a:solidFill>
                  <a:srgbClr val="0000FF"/>
                </a:solidFill>
              </a:rPr>
              <a:t>在途</a:t>
            </a:r>
            <a:r>
              <a:rPr lang="en-US" altLang="zh-TW" sz="1400" dirty="0">
                <a:solidFill>
                  <a:srgbClr val="0000FF"/>
                </a:solidFill>
              </a:rPr>
              <a:t>PR</a:t>
            </a:r>
            <a:r>
              <a:rPr lang="zh-TW" altLang="en-US" sz="1400" dirty="0">
                <a:solidFill>
                  <a:srgbClr val="0000FF"/>
                </a:solidFill>
              </a:rPr>
              <a:t>數</a:t>
            </a:r>
            <a:r>
              <a:rPr lang="en-US" altLang="zh-TW" sz="1400" dirty="0">
                <a:solidFill>
                  <a:srgbClr val="0000FF"/>
                </a:solidFill>
              </a:rPr>
              <a:t>/</a:t>
            </a:r>
            <a:r>
              <a:rPr lang="zh-TW" altLang="en-US" sz="1400" dirty="0">
                <a:solidFill>
                  <a:srgbClr val="0000FF"/>
                </a:solidFill>
              </a:rPr>
              <a:t>在途</a:t>
            </a:r>
            <a:r>
              <a:rPr lang="en-US" altLang="zh-TW" sz="1400" dirty="0">
                <a:solidFill>
                  <a:srgbClr val="0000FF"/>
                </a:solidFill>
              </a:rPr>
              <a:t>PO</a:t>
            </a:r>
            <a:r>
              <a:rPr lang="zh-TW" altLang="en-US" sz="1400" dirty="0">
                <a:solidFill>
                  <a:srgbClr val="0000FF"/>
                </a:solidFill>
              </a:rPr>
              <a:t>數</a:t>
            </a:r>
            <a:r>
              <a:rPr lang="en-US" altLang="zh-TW" sz="1400" dirty="0">
                <a:solidFill>
                  <a:srgbClr val="0000FF"/>
                </a:solidFill>
              </a:rPr>
              <a:t>/</a:t>
            </a:r>
            <a:r>
              <a:rPr lang="zh-TW" altLang="en-US" sz="1400" dirty="0">
                <a:solidFill>
                  <a:srgbClr val="0000FF"/>
                </a:solidFill>
              </a:rPr>
              <a:t>待驗數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0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4.</a:t>
            </a:r>
            <a:r>
              <a:rPr lang="zh-TW" altLang="en-US" sz="1400" dirty="0">
                <a:solidFill>
                  <a:srgbClr val="0000FF"/>
                </a:solidFill>
              </a:rPr>
              <a:t>按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新增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r>
              <a:rPr lang="zh-TW" altLang="en-US" sz="1400" dirty="0">
                <a:solidFill>
                  <a:srgbClr val="0000FF"/>
                </a:solidFill>
              </a:rPr>
              <a:t>加入單身資料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0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4-1.EC</a:t>
            </a:r>
            <a:r>
              <a:rPr lang="zh-TW" altLang="en-US" sz="1400" dirty="0">
                <a:solidFill>
                  <a:srgbClr val="0000FF"/>
                </a:solidFill>
              </a:rPr>
              <a:t>資料若要修改，點選資料修改後再按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修改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r>
              <a:rPr lang="zh-TW" altLang="en-US" sz="1400" dirty="0">
                <a:solidFill>
                  <a:srgbClr val="0000FF"/>
                </a:solidFill>
              </a:rPr>
              <a:t>，若要刪除，點選資料按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刪除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</a:p>
        </p:txBody>
      </p:sp>
      <p:sp>
        <p:nvSpPr>
          <p:cNvPr id="14350" name="圖說文字: 直線 25">
            <a:extLst>
              <a:ext uri="{FF2B5EF4-FFF2-40B4-BE49-F238E27FC236}">
                <a16:creationId xmlns:a16="http://schemas.microsoft.com/office/drawing/2014/main" id="{8A0B1203-42AE-756F-E593-241D140DFE17}"/>
              </a:ext>
            </a:extLst>
          </p:cNvPr>
          <p:cNvSpPr>
            <a:spLocks/>
          </p:cNvSpPr>
          <p:nvPr/>
        </p:nvSpPr>
        <p:spPr bwMode="auto">
          <a:xfrm>
            <a:off x="5292638" y="1630363"/>
            <a:ext cx="1435100" cy="198438"/>
          </a:xfrm>
          <a:prstGeom prst="borderCallout1">
            <a:avLst>
              <a:gd name="adj1" fmla="val 55806"/>
              <a:gd name="adj2" fmla="val 99875"/>
              <a:gd name="adj3" fmla="val 32356"/>
              <a:gd name="adj4" fmla="val 112204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51" name="圖說文字: 直線 26">
            <a:extLst>
              <a:ext uri="{FF2B5EF4-FFF2-40B4-BE49-F238E27FC236}">
                <a16:creationId xmlns:a16="http://schemas.microsoft.com/office/drawing/2014/main" id="{12384A2D-B8F5-A953-E7A5-2120118FC2A4}"/>
              </a:ext>
            </a:extLst>
          </p:cNvPr>
          <p:cNvSpPr>
            <a:spLocks/>
          </p:cNvSpPr>
          <p:nvPr/>
        </p:nvSpPr>
        <p:spPr bwMode="auto">
          <a:xfrm>
            <a:off x="5974557" y="1912225"/>
            <a:ext cx="1408112" cy="182562"/>
          </a:xfrm>
          <a:prstGeom prst="borderCallout1">
            <a:avLst>
              <a:gd name="adj1" fmla="val 66463"/>
              <a:gd name="adj2" fmla="val 102903"/>
              <a:gd name="adj3" fmla="val 49972"/>
              <a:gd name="adj4" fmla="val 11114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52" name="Text Box 11">
            <a:extLst>
              <a:ext uri="{FF2B5EF4-FFF2-40B4-BE49-F238E27FC236}">
                <a16:creationId xmlns:a16="http://schemas.microsoft.com/office/drawing/2014/main" id="{665B4A50-8B07-65F6-D99F-C14DC505D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300" y="1925638"/>
            <a:ext cx="384175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3-2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4353" name="圖說文字: 直線 28">
            <a:extLst>
              <a:ext uri="{FF2B5EF4-FFF2-40B4-BE49-F238E27FC236}">
                <a16:creationId xmlns:a16="http://schemas.microsoft.com/office/drawing/2014/main" id="{BAA7159B-E0E7-FFE6-B842-602B61AD1F7C}"/>
              </a:ext>
            </a:extLst>
          </p:cNvPr>
          <p:cNvSpPr>
            <a:spLocks/>
          </p:cNvSpPr>
          <p:nvPr/>
        </p:nvSpPr>
        <p:spPr bwMode="auto">
          <a:xfrm>
            <a:off x="1279525" y="3243263"/>
            <a:ext cx="936625" cy="195262"/>
          </a:xfrm>
          <a:prstGeom prst="borderCallout1">
            <a:avLst>
              <a:gd name="adj1" fmla="val 218"/>
              <a:gd name="adj2" fmla="val 80333"/>
              <a:gd name="adj3" fmla="val -37375"/>
              <a:gd name="adj4" fmla="val 9615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54" name="圖說文字: 直線 29">
            <a:extLst>
              <a:ext uri="{FF2B5EF4-FFF2-40B4-BE49-F238E27FC236}">
                <a16:creationId xmlns:a16="http://schemas.microsoft.com/office/drawing/2014/main" id="{66C53482-5A36-292E-DB0B-AA86DC2EAE89}"/>
              </a:ext>
            </a:extLst>
          </p:cNvPr>
          <p:cNvSpPr>
            <a:spLocks/>
          </p:cNvSpPr>
          <p:nvPr/>
        </p:nvSpPr>
        <p:spPr bwMode="auto">
          <a:xfrm>
            <a:off x="2002631" y="2389188"/>
            <a:ext cx="1433513" cy="198437"/>
          </a:xfrm>
          <a:prstGeom prst="borderCallout1">
            <a:avLst>
              <a:gd name="adj1" fmla="val 55806"/>
              <a:gd name="adj2" fmla="val 99875"/>
              <a:gd name="adj3" fmla="val 32356"/>
              <a:gd name="adj4" fmla="val 112204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55" name="Text Box 11">
            <a:extLst>
              <a:ext uri="{FF2B5EF4-FFF2-40B4-BE49-F238E27FC236}">
                <a16:creationId xmlns:a16="http://schemas.microsoft.com/office/drawing/2014/main" id="{0BFA9ED3-6F2B-9472-E659-45F8FDAAB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013" y="2373313"/>
            <a:ext cx="385762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3-3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4356" name="Text Box 11">
            <a:extLst>
              <a:ext uri="{FF2B5EF4-FFF2-40B4-BE49-F238E27FC236}">
                <a16:creationId xmlns:a16="http://schemas.microsoft.com/office/drawing/2014/main" id="{94EDAA55-2C83-3AD2-207B-8F33ED84C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3028950"/>
            <a:ext cx="215900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4357" name="圖說文字: 直線 32">
            <a:extLst>
              <a:ext uri="{FF2B5EF4-FFF2-40B4-BE49-F238E27FC236}">
                <a16:creationId xmlns:a16="http://schemas.microsoft.com/office/drawing/2014/main" id="{B48FBF7C-E6EC-C152-DCA1-F80D4C1AFFAB}"/>
              </a:ext>
            </a:extLst>
          </p:cNvPr>
          <p:cNvSpPr>
            <a:spLocks/>
          </p:cNvSpPr>
          <p:nvPr/>
        </p:nvSpPr>
        <p:spPr bwMode="auto">
          <a:xfrm>
            <a:off x="2249488" y="3233738"/>
            <a:ext cx="1933575" cy="180975"/>
          </a:xfrm>
          <a:prstGeom prst="borderCallout1">
            <a:avLst>
              <a:gd name="adj1" fmla="val 60958"/>
              <a:gd name="adj2" fmla="val 100875"/>
              <a:gd name="adj3" fmla="val -28056"/>
              <a:gd name="adj4" fmla="val 110653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58" name="Text Box 11">
            <a:extLst>
              <a:ext uri="{FF2B5EF4-FFF2-40B4-BE49-F238E27FC236}">
                <a16:creationId xmlns:a16="http://schemas.microsoft.com/office/drawing/2014/main" id="{736CCCEE-736B-E349-1F13-F29B0FB74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2775" y="2986088"/>
            <a:ext cx="2984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4-1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4359" name="圖說文字: 直線 34">
            <a:extLst>
              <a:ext uri="{FF2B5EF4-FFF2-40B4-BE49-F238E27FC236}">
                <a16:creationId xmlns:a16="http://schemas.microsoft.com/office/drawing/2014/main" id="{8C507CAE-F0E4-6392-37C4-4050FDF0B344}"/>
              </a:ext>
            </a:extLst>
          </p:cNvPr>
          <p:cNvSpPr>
            <a:spLocks/>
          </p:cNvSpPr>
          <p:nvPr/>
        </p:nvSpPr>
        <p:spPr bwMode="auto">
          <a:xfrm>
            <a:off x="1320800" y="3684588"/>
            <a:ext cx="6569075" cy="173037"/>
          </a:xfrm>
          <a:prstGeom prst="borderCallout1">
            <a:avLst>
              <a:gd name="adj1" fmla="val 95472"/>
              <a:gd name="adj2" fmla="val 100130"/>
              <a:gd name="adj3" fmla="val 37472"/>
              <a:gd name="adj4" fmla="val 9995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cxnSp>
        <p:nvCxnSpPr>
          <p:cNvPr id="14360" name="接點: 弧形 16">
            <a:extLst>
              <a:ext uri="{FF2B5EF4-FFF2-40B4-BE49-F238E27FC236}">
                <a16:creationId xmlns:a16="http://schemas.microsoft.com/office/drawing/2014/main" id="{C6CF9862-0878-7BA8-6CEF-96E089C8C265}"/>
              </a:ext>
            </a:extLst>
          </p:cNvPr>
          <p:cNvCxnSpPr>
            <a:cxnSpLocks/>
            <a:stCxn id="14353" idx="1"/>
          </p:cNvCxnSpPr>
          <p:nvPr/>
        </p:nvCxnSpPr>
        <p:spPr bwMode="auto">
          <a:xfrm rot="16200000" flipH="1">
            <a:off x="1644650" y="3541713"/>
            <a:ext cx="255588" cy="49212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61" name="圖說文字: 直線 39">
            <a:extLst>
              <a:ext uri="{FF2B5EF4-FFF2-40B4-BE49-F238E27FC236}">
                <a16:creationId xmlns:a16="http://schemas.microsoft.com/office/drawing/2014/main" id="{4732EFFF-CDCF-49B0-A884-CF14D19609DF}"/>
              </a:ext>
            </a:extLst>
          </p:cNvPr>
          <p:cNvSpPr>
            <a:spLocks/>
          </p:cNvSpPr>
          <p:nvPr/>
        </p:nvSpPr>
        <p:spPr bwMode="auto">
          <a:xfrm>
            <a:off x="4481513" y="2398793"/>
            <a:ext cx="3414712" cy="171450"/>
          </a:xfrm>
          <a:prstGeom prst="borderCallout1">
            <a:avLst>
              <a:gd name="adj1" fmla="val 43208"/>
              <a:gd name="adj2" fmla="val 99713"/>
              <a:gd name="adj3" fmla="val 32537"/>
              <a:gd name="adj4" fmla="val 103319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4362" name="Text Box 11">
            <a:extLst>
              <a:ext uri="{FF2B5EF4-FFF2-40B4-BE49-F238E27FC236}">
                <a16:creationId xmlns:a16="http://schemas.microsoft.com/office/drawing/2014/main" id="{2A966A89-8DB6-F232-3041-003A4D0D1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8475" y="2384425"/>
            <a:ext cx="385763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3-4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4363" name="矩形 60">
            <a:extLst>
              <a:ext uri="{FF2B5EF4-FFF2-40B4-BE49-F238E27FC236}">
                <a16:creationId xmlns:a16="http://schemas.microsoft.com/office/drawing/2014/main" id="{0E636427-175C-DCD7-FA32-8F9E2D848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1389063"/>
            <a:ext cx="215900" cy="203200"/>
          </a:xfrm>
          <a:prstGeom prst="rect">
            <a:avLst/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圖片 16">
            <a:extLst>
              <a:ext uri="{FF2B5EF4-FFF2-40B4-BE49-F238E27FC236}">
                <a16:creationId xmlns:a16="http://schemas.microsoft.com/office/drawing/2014/main" id="{DA1C0CD2-DF3D-CC51-0D96-1379BCCFD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8413"/>
            <a:ext cx="66008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標題 1">
            <a:extLst>
              <a:ext uri="{FF2B5EF4-FFF2-40B4-BE49-F238E27FC236}">
                <a16:creationId xmlns:a16="http://schemas.microsoft.com/office/drawing/2014/main" id="{5202388F-DA7F-C48F-45A9-7B2AADD79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34925"/>
            <a:ext cx="7848600" cy="73025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成品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/51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刪除料號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(2)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364" name="圖說文字: 直線 10">
            <a:extLst>
              <a:ext uri="{FF2B5EF4-FFF2-40B4-BE49-F238E27FC236}">
                <a16:creationId xmlns:a16="http://schemas.microsoft.com/office/drawing/2014/main" id="{BDD8F131-FDC2-9053-DCC5-4B588D4473B8}"/>
              </a:ext>
            </a:extLst>
          </p:cNvPr>
          <p:cNvSpPr>
            <a:spLocks/>
          </p:cNvSpPr>
          <p:nvPr/>
        </p:nvSpPr>
        <p:spPr bwMode="auto">
          <a:xfrm>
            <a:off x="1420813" y="1754188"/>
            <a:ext cx="1089025" cy="166687"/>
          </a:xfrm>
          <a:prstGeom prst="borderCallout1">
            <a:avLst>
              <a:gd name="adj1" fmla="val 119861"/>
              <a:gd name="adj2" fmla="val 88727"/>
              <a:gd name="adj3" fmla="val 167130"/>
              <a:gd name="adj4" fmla="val 94241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5365" name="Text Box 11">
            <a:extLst>
              <a:ext uri="{FF2B5EF4-FFF2-40B4-BE49-F238E27FC236}">
                <a16:creationId xmlns:a16="http://schemas.microsoft.com/office/drawing/2014/main" id="{3A91CBD6-46DF-91CB-B62C-6F5846D6B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588" y="2024063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5366" name="圖說文字: 直線 13">
            <a:extLst>
              <a:ext uri="{FF2B5EF4-FFF2-40B4-BE49-F238E27FC236}">
                <a16:creationId xmlns:a16="http://schemas.microsoft.com/office/drawing/2014/main" id="{4F924550-ECD5-0510-3539-2A77DA2A23FD}"/>
              </a:ext>
            </a:extLst>
          </p:cNvPr>
          <p:cNvSpPr>
            <a:spLocks/>
          </p:cNvSpPr>
          <p:nvPr/>
        </p:nvSpPr>
        <p:spPr bwMode="auto">
          <a:xfrm>
            <a:off x="4745038" y="2473325"/>
            <a:ext cx="2190750" cy="190500"/>
          </a:xfrm>
          <a:prstGeom prst="borderCallout1">
            <a:avLst>
              <a:gd name="adj1" fmla="val 70806"/>
              <a:gd name="adj2" fmla="val 101245"/>
              <a:gd name="adj3" fmla="val -12065"/>
              <a:gd name="adj4" fmla="val 10758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5367" name="Text Box 11">
            <a:extLst>
              <a:ext uri="{FF2B5EF4-FFF2-40B4-BE49-F238E27FC236}">
                <a16:creationId xmlns:a16="http://schemas.microsoft.com/office/drawing/2014/main" id="{F9D333CF-5698-A823-837B-37513763B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763" y="2317750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9E80B37-B029-670B-E085-8B5FEFCFF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8" y="903288"/>
            <a:ext cx="2881312" cy="124618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5369" name="接點: 弧形 16">
            <a:extLst>
              <a:ext uri="{FF2B5EF4-FFF2-40B4-BE49-F238E27FC236}">
                <a16:creationId xmlns:a16="http://schemas.microsoft.com/office/drawing/2014/main" id="{776CB8AD-2AE8-5FBD-E343-C7AFE3C1826F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7116762" y="2173288"/>
            <a:ext cx="790575" cy="742950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0" name="圖說文字: 直線 21">
            <a:extLst>
              <a:ext uri="{FF2B5EF4-FFF2-40B4-BE49-F238E27FC236}">
                <a16:creationId xmlns:a16="http://schemas.microsoft.com/office/drawing/2014/main" id="{05BB00BD-9533-EA30-4269-6148B5EAD89E}"/>
              </a:ext>
            </a:extLst>
          </p:cNvPr>
          <p:cNvSpPr>
            <a:spLocks/>
          </p:cNvSpPr>
          <p:nvPr/>
        </p:nvSpPr>
        <p:spPr bwMode="auto">
          <a:xfrm>
            <a:off x="6615113" y="2940050"/>
            <a:ext cx="525462" cy="200025"/>
          </a:xfrm>
          <a:prstGeom prst="borderCallout1">
            <a:avLst>
              <a:gd name="adj1" fmla="val 70806"/>
              <a:gd name="adj2" fmla="val 101245"/>
              <a:gd name="adj3" fmla="val 68917"/>
              <a:gd name="adj4" fmla="val 12547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C16C7DCD-5215-F1C8-2AE2-8AEA79A6C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0" y="2944813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A1FF36E-CE97-49D7-C125-E9416FF36C25}"/>
              </a:ext>
            </a:extLst>
          </p:cNvPr>
          <p:cNvSpPr txBox="1"/>
          <p:nvPr/>
        </p:nvSpPr>
        <p:spPr>
          <a:xfrm>
            <a:off x="685800" y="4368800"/>
            <a:ext cx="7704855" cy="2039213"/>
          </a:xfrm>
          <a:custGeom>
            <a:avLst/>
            <a:gdLst>
              <a:gd name="connsiteX0" fmla="*/ 0 w 7052105"/>
              <a:gd name="connsiteY0" fmla="*/ 0 h 2039213"/>
              <a:gd name="connsiteX1" fmla="*/ 7052105 w 7052105"/>
              <a:gd name="connsiteY1" fmla="*/ 0 h 2039213"/>
              <a:gd name="connsiteX2" fmla="*/ 7052105 w 7052105"/>
              <a:gd name="connsiteY2" fmla="*/ 2039213 h 2039213"/>
              <a:gd name="connsiteX3" fmla="*/ 0 w 7052105"/>
              <a:gd name="connsiteY3" fmla="*/ 2039213 h 2039213"/>
              <a:gd name="connsiteX4" fmla="*/ 0 w 7052105"/>
              <a:gd name="connsiteY4" fmla="*/ 0 h 203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52105" h="2039213" fill="none" extrusionOk="0">
                <a:moveTo>
                  <a:pt x="0" y="0"/>
                </a:moveTo>
                <a:cubicBezTo>
                  <a:pt x="2821494" y="37801"/>
                  <a:pt x="5198668" y="-40555"/>
                  <a:pt x="7052105" y="0"/>
                </a:cubicBezTo>
                <a:cubicBezTo>
                  <a:pt x="6994280" y="995230"/>
                  <a:pt x="7022225" y="1661486"/>
                  <a:pt x="7052105" y="2039213"/>
                </a:cubicBezTo>
                <a:cubicBezTo>
                  <a:pt x="5466464" y="2055046"/>
                  <a:pt x="2376316" y="2158642"/>
                  <a:pt x="0" y="2039213"/>
                </a:cubicBezTo>
                <a:cubicBezTo>
                  <a:pt x="88016" y="1090402"/>
                  <a:pt x="97" y="750571"/>
                  <a:pt x="0" y="0"/>
                </a:cubicBezTo>
                <a:close/>
              </a:path>
              <a:path w="7052105" h="2039213" stroke="0" extrusionOk="0">
                <a:moveTo>
                  <a:pt x="0" y="0"/>
                </a:moveTo>
                <a:cubicBezTo>
                  <a:pt x="849952" y="50335"/>
                  <a:pt x="4404400" y="24668"/>
                  <a:pt x="7052105" y="0"/>
                </a:cubicBezTo>
                <a:cubicBezTo>
                  <a:pt x="7192763" y="528385"/>
                  <a:pt x="6887132" y="1456921"/>
                  <a:pt x="7052105" y="2039213"/>
                </a:cubicBezTo>
                <a:cubicBezTo>
                  <a:pt x="6072652" y="2175652"/>
                  <a:pt x="1510580" y="2127005"/>
                  <a:pt x="0" y="2039213"/>
                </a:cubicBezTo>
                <a:cubicBezTo>
                  <a:pt x="-66132" y="1715711"/>
                  <a:pt x="146756" y="225062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80975" indent="-180975">
              <a:lnSpc>
                <a:spcPts val="2200"/>
              </a:lnSpc>
              <a:buFontTx/>
              <a:buAutoNum type="arabicPeriod"/>
              <a:defRPr/>
            </a:pP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選擇為</a:t>
            </a:r>
            <a:r>
              <a:rPr lang="en-US" altLang="zh-TW" sz="1400" dirty="0">
                <a:solidFill>
                  <a:srgbClr val="FF0000"/>
                </a:solidFill>
              </a:rPr>
              <a:t>[</a:t>
            </a:r>
            <a:r>
              <a:rPr lang="zh-TW" altLang="en-US" sz="1400" dirty="0">
                <a:solidFill>
                  <a:srgbClr val="FF0000"/>
                </a:solidFill>
              </a:rPr>
              <a:t>非替代料</a:t>
            </a:r>
            <a:r>
              <a:rPr lang="en-US" altLang="zh-TW" sz="1400" dirty="0">
                <a:solidFill>
                  <a:srgbClr val="FF0000"/>
                </a:solidFill>
              </a:rPr>
              <a:t>]</a:t>
            </a:r>
            <a:r>
              <a:rPr lang="zh-TW" altLang="en-US" sz="1300" b="0" dirty="0">
                <a:solidFill>
                  <a:srgbClr val="FF00FF"/>
                </a:solidFill>
              </a:rPr>
              <a:t>   ★刪除料號有</a:t>
            </a:r>
            <a:r>
              <a:rPr lang="en-US" altLang="zh-TW" sz="1300" b="0" dirty="0">
                <a:solidFill>
                  <a:srgbClr val="FF00FF"/>
                </a:solidFill>
              </a:rPr>
              <a:t>2</a:t>
            </a:r>
            <a:r>
              <a:rPr lang="zh-TW" altLang="en-US" sz="1300" b="0" dirty="0">
                <a:solidFill>
                  <a:srgbClr val="FF00FF"/>
                </a:solidFill>
              </a:rPr>
              <a:t>種方式，建議使用</a:t>
            </a:r>
            <a:r>
              <a:rPr lang="en-US" altLang="zh-TW" sz="1300" b="0" dirty="0">
                <a:solidFill>
                  <a:srgbClr val="FF00FF"/>
                </a:solidFill>
              </a:rPr>
              <a:t>(1)</a:t>
            </a:r>
            <a:r>
              <a:rPr lang="zh-TW" altLang="en-US" sz="1300" b="0" dirty="0">
                <a:solidFill>
                  <a:srgbClr val="FF00FF"/>
                </a:solidFill>
              </a:rPr>
              <a:t>處理欄位選擇 </a:t>
            </a:r>
            <a:r>
              <a:rPr lang="en-US" altLang="zh-TW" sz="1300" b="0" dirty="0">
                <a:solidFill>
                  <a:srgbClr val="FF00FF"/>
                </a:solidFill>
              </a:rPr>
              <a:t>[Disable]</a:t>
            </a:r>
            <a:r>
              <a:rPr lang="zh-TW" altLang="en-US" sz="1300" b="0" dirty="0">
                <a:solidFill>
                  <a:srgbClr val="FF00FF"/>
                </a:solidFill>
              </a:rPr>
              <a:t>比較快速正確</a:t>
            </a:r>
            <a:endParaRPr lang="en-US" altLang="zh-TW" sz="1300" b="0" dirty="0">
              <a:solidFill>
                <a:srgbClr val="FF00FF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2.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C0C0C0"/>
                </a:highlight>
              </a:rPr>
              <a:t>Delete Reference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需填寫刪除用量，如用量為</a:t>
            </a:r>
            <a:r>
              <a:rPr lang="en-US" altLang="zh-TW" sz="1400" dirty="0">
                <a:solidFill>
                  <a:srgbClr val="0000FF"/>
                </a:solidFill>
              </a:rPr>
              <a:t>1</a:t>
            </a:r>
            <a:r>
              <a:rPr lang="zh-TW" altLang="en-US" sz="1400" dirty="0">
                <a:solidFill>
                  <a:srgbClr val="0000FF"/>
                </a:solidFill>
              </a:rPr>
              <a:t>，則填寫 *</a:t>
            </a:r>
            <a:r>
              <a:rPr lang="en-US" altLang="zh-TW" sz="1400" dirty="0">
                <a:solidFill>
                  <a:srgbClr val="0000FF"/>
                </a:solidFill>
              </a:rPr>
              <a:t>1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數量前務必填寫*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2-1. </a:t>
            </a:r>
            <a:r>
              <a:rPr lang="en-US" altLang="zh-TW" sz="1400" u="sng" dirty="0">
                <a:solidFill>
                  <a:srgbClr val="0000FF"/>
                </a:solidFill>
              </a:rPr>
              <a:t>Delete Quantity</a:t>
            </a:r>
            <a:r>
              <a:rPr lang="zh-TW" altLang="en-US" sz="1400" dirty="0">
                <a:solidFill>
                  <a:srgbClr val="0000FF"/>
                </a:solidFill>
              </a:rPr>
              <a:t>表單自動帶出用量為</a:t>
            </a:r>
            <a:r>
              <a:rPr lang="en-US" altLang="zh-TW" sz="1400" dirty="0">
                <a:solidFill>
                  <a:srgbClr val="0000FF"/>
                </a:solidFill>
              </a:rPr>
              <a:t>1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2-2. 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After Change</a:t>
            </a:r>
            <a:r>
              <a:rPr lang="zh-TW" altLang="en-US" sz="1400" dirty="0">
                <a:solidFill>
                  <a:srgbClr val="0000FF"/>
                </a:solidFill>
              </a:rPr>
              <a:t>表單自動帶出用量為</a:t>
            </a:r>
            <a:r>
              <a:rPr lang="en-US" altLang="zh-TW" sz="1400" dirty="0">
                <a:solidFill>
                  <a:srgbClr val="0000FF"/>
                </a:solidFill>
              </a:rPr>
              <a:t>0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  2-3. </a:t>
            </a:r>
            <a:r>
              <a:rPr lang="en-US" altLang="zh-TW" sz="1400" u="sng" dirty="0">
                <a:solidFill>
                  <a:srgbClr val="0000FF"/>
                </a:solidFill>
              </a:rPr>
              <a:t>COMMENT</a:t>
            </a:r>
            <a:r>
              <a:rPr lang="zh-TW" altLang="en-US" sz="1400" dirty="0">
                <a:solidFill>
                  <a:srgbClr val="0000FF"/>
                </a:solidFill>
              </a:rPr>
              <a:t>自動帶出料件名稱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3.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管制料號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按新增或修改加入單身資料，表單會提示勾選</a:t>
            </a:r>
            <a:r>
              <a:rPr lang="en-US" altLang="zh-TW" sz="1400" dirty="0">
                <a:solidFill>
                  <a:srgbClr val="0000FF"/>
                </a:solidFill>
              </a:rPr>
              <a:t>CCL</a:t>
            </a:r>
            <a:r>
              <a:rPr lang="zh-TW" altLang="en-US" sz="1400" dirty="0">
                <a:solidFill>
                  <a:srgbClr val="0000FF"/>
                </a:solidFill>
              </a:rPr>
              <a:t>管制料號</a:t>
            </a:r>
            <a:r>
              <a:rPr lang="en-US" altLang="zh-TW" sz="1400" dirty="0">
                <a:solidFill>
                  <a:srgbClr val="0000FF"/>
                </a:solidFill>
              </a:rPr>
              <a:t>Yes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or No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</a:t>
            </a:r>
            <a:r>
              <a:rPr lang="en-US" altLang="zh-TW" sz="1400" dirty="0">
                <a:solidFill>
                  <a:srgbClr val="0000FF"/>
                </a:solidFill>
              </a:rPr>
              <a:t>3-1.</a:t>
            </a:r>
            <a:r>
              <a:rPr lang="zh-TW" altLang="en-US" sz="1400" dirty="0">
                <a:solidFill>
                  <a:srgbClr val="0000FF"/>
                </a:solidFill>
              </a:rPr>
              <a:t>選擇</a:t>
            </a:r>
            <a:r>
              <a:rPr lang="en-US" altLang="zh-TW" sz="1400" dirty="0">
                <a:solidFill>
                  <a:srgbClr val="0000FF"/>
                </a:solidFill>
              </a:rPr>
              <a:t>CCL</a:t>
            </a:r>
            <a:r>
              <a:rPr lang="zh-TW" altLang="en-US" sz="1400" dirty="0">
                <a:solidFill>
                  <a:srgbClr val="0000FF"/>
                </a:solidFill>
              </a:rPr>
              <a:t>管制料號</a:t>
            </a:r>
            <a:r>
              <a:rPr lang="en-US" altLang="zh-TW" sz="1400" dirty="0">
                <a:solidFill>
                  <a:srgbClr val="0000FF"/>
                </a:solidFill>
              </a:rPr>
              <a:t>Y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or N</a:t>
            </a:r>
            <a:r>
              <a:rPr lang="zh-TW" altLang="en-US" sz="1400" dirty="0">
                <a:solidFill>
                  <a:srgbClr val="0000FF"/>
                </a:solidFill>
              </a:rPr>
              <a:t> 後加入單身資料</a:t>
            </a:r>
            <a:endParaRPr lang="en-US" altLang="zh-TW" sz="1400" dirty="0">
              <a:solidFill>
                <a:srgbClr val="0000FF"/>
              </a:solidFill>
            </a:endParaRPr>
          </a:p>
        </p:txBody>
      </p:sp>
      <p:sp>
        <p:nvSpPr>
          <p:cNvPr id="15373" name="圖說文字: 直線 25">
            <a:extLst>
              <a:ext uri="{FF2B5EF4-FFF2-40B4-BE49-F238E27FC236}">
                <a16:creationId xmlns:a16="http://schemas.microsoft.com/office/drawing/2014/main" id="{836C0E4A-11AF-B03A-FAC9-B205B9FD60CB}"/>
              </a:ext>
            </a:extLst>
          </p:cNvPr>
          <p:cNvSpPr>
            <a:spLocks/>
          </p:cNvSpPr>
          <p:nvPr/>
        </p:nvSpPr>
        <p:spPr bwMode="auto">
          <a:xfrm>
            <a:off x="685800" y="3498850"/>
            <a:ext cx="1871663" cy="219075"/>
          </a:xfrm>
          <a:prstGeom prst="borderCallout1">
            <a:avLst>
              <a:gd name="adj1" fmla="val 70806"/>
              <a:gd name="adj2" fmla="val 101245"/>
              <a:gd name="adj3" fmla="val -12065"/>
              <a:gd name="adj4" fmla="val 10758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5374" name="Text Box 11">
            <a:extLst>
              <a:ext uri="{FF2B5EF4-FFF2-40B4-BE49-F238E27FC236}">
                <a16:creationId xmlns:a16="http://schemas.microsoft.com/office/drawing/2014/main" id="{B1E6CEA5-EBC3-DB10-5ECB-4C7BECAD2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513" y="3324225"/>
            <a:ext cx="3587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3-1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5375" name="圖說文字: 直線 27">
            <a:extLst>
              <a:ext uri="{FF2B5EF4-FFF2-40B4-BE49-F238E27FC236}">
                <a16:creationId xmlns:a16="http://schemas.microsoft.com/office/drawing/2014/main" id="{D851FFB8-92EF-4586-B378-98A2FE209026}"/>
              </a:ext>
            </a:extLst>
          </p:cNvPr>
          <p:cNvSpPr>
            <a:spLocks/>
          </p:cNvSpPr>
          <p:nvPr/>
        </p:nvSpPr>
        <p:spPr bwMode="auto">
          <a:xfrm>
            <a:off x="617538" y="3956050"/>
            <a:ext cx="6384925" cy="165100"/>
          </a:xfrm>
          <a:prstGeom prst="borderCallout1">
            <a:avLst>
              <a:gd name="adj1" fmla="val 95472"/>
              <a:gd name="adj2" fmla="val 100130"/>
              <a:gd name="adj3" fmla="val 37472"/>
              <a:gd name="adj4" fmla="val 9995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cxnSp>
        <p:nvCxnSpPr>
          <p:cNvPr id="15376" name="接點: 弧形 16">
            <a:extLst>
              <a:ext uri="{FF2B5EF4-FFF2-40B4-BE49-F238E27FC236}">
                <a16:creationId xmlns:a16="http://schemas.microsoft.com/office/drawing/2014/main" id="{D17A16C7-C76C-5259-0343-4D60EA985F51}"/>
              </a:ext>
            </a:extLst>
          </p:cNvPr>
          <p:cNvCxnSpPr>
            <a:cxnSpLocks/>
          </p:cNvCxnSpPr>
          <p:nvPr/>
        </p:nvCxnSpPr>
        <p:spPr bwMode="auto">
          <a:xfrm>
            <a:off x="1133475" y="3698875"/>
            <a:ext cx="287338" cy="257175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圖片 4">
            <a:extLst>
              <a:ext uri="{FF2B5EF4-FFF2-40B4-BE49-F238E27FC236}">
                <a16:creationId xmlns:a16="http://schemas.microsoft.com/office/drawing/2014/main" id="{2724DE0F-7DAF-218C-D03A-1FA99B17A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50" y="836613"/>
            <a:ext cx="6573838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標題 1">
            <a:extLst>
              <a:ext uri="{FF2B5EF4-FFF2-40B4-BE49-F238E27FC236}">
                <a16:creationId xmlns:a16="http://schemas.microsoft.com/office/drawing/2014/main" id="{9B69A66A-E23F-8904-9A04-EEFF46062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30163"/>
            <a:ext cx="7777163" cy="735012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成品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/51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修改用量</a:t>
            </a:r>
          </a:p>
        </p:txBody>
      </p:sp>
      <p:sp>
        <p:nvSpPr>
          <p:cNvPr id="17412" name="圖說文字: 直線 10">
            <a:extLst>
              <a:ext uri="{FF2B5EF4-FFF2-40B4-BE49-F238E27FC236}">
                <a16:creationId xmlns:a16="http://schemas.microsoft.com/office/drawing/2014/main" id="{3E40085F-3487-CFEF-7B72-268091D960E0}"/>
              </a:ext>
            </a:extLst>
          </p:cNvPr>
          <p:cNvSpPr>
            <a:spLocks/>
          </p:cNvSpPr>
          <p:nvPr/>
        </p:nvSpPr>
        <p:spPr bwMode="auto">
          <a:xfrm>
            <a:off x="1962150" y="1336675"/>
            <a:ext cx="963613" cy="191293"/>
          </a:xfrm>
          <a:prstGeom prst="borderCallout1">
            <a:avLst>
              <a:gd name="adj1" fmla="val 51713"/>
              <a:gd name="adj2" fmla="val 100273"/>
              <a:gd name="adj3" fmla="val 21375"/>
              <a:gd name="adj4" fmla="val 12610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7413" name="Text Box 11">
            <a:extLst>
              <a:ext uri="{FF2B5EF4-FFF2-40B4-BE49-F238E27FC236}">
                <a16:creationId xmlns:a16="http://schemas.microsoft.com/office/drawing/2014/main" id="{9FB70C16-D5BF-8665-FB6C-B0FCAF760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955675"/>
            <a:ext cx="21113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7414" name="圖說文字: 直線 13">
            <a:extLst>
              <a:ext uri="{FF2B5EF4-FFF2-40B4-BE49-F238E27FC236}">
                <a16:creationId xmlns:a16="http://schemas.microsoft.com/office/drawing/2014/main" id="{05E610B1-5A1E-5C66-7BB8-F0CB1025D645}"/>
              </a:ext>
            </a:extLst>
          </p:cNvPr>
          <p:cNvSpPr>
            <a:spLocks/>
          </p:cNvSpPr>
          <p:nvPr/>
        </p:nvSpPr>
        <p:spPr bwMode="auto">
          <a:xfrm>
            <a:off x="1966913" y="2060575"/>
            <a:ext cx="2109787" cy="174625"/>
          </a:xfrm>
          <a:prstGeom prst="borderCallout1">
            <a:avLst>
              <a:gd name="adj1" fmla="val 70806"/>
              <a:gd name="adj2" fmla="val 101245"/>
              <a:gd name="adj3" fmla="val -12065"/>
              <a:gd name="adj4" fmla="val 106231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7415" name="Text Box 11">
            <a:extLst>
              <a:ext uri="{FF2B5EF4-FFF2-40B4-BE49-F238E27FC236}">
                <a16:creationId xmlns:a16="http://schemas.microsoft.com/office/drawing/2014/main" id="{7DC5214C-E1DA-E4C1-90F5-5F656A7D8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1277938"/>
            <a:ext cx="21113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7416" name="圖說文字: 直線 21">
            <a:extLst>
              <a:ext uri="{FF2B5EF4-FFF2-40B4-BE49-F238E27FC236}">
                <a16:creationId xmlns:a16="http://schemas.microsoft.com/office/drawing/2014/main" id="{82E6733F-412C-D361-37D5-A46DE6F34605}"/>
              </a:ext>
            </a:extLst>
          </p:cNvPr>
          <p:cNvSpPr>
            <a:spLocks/>
          </p:cNvSpPr>
          <p:nvPr/>
        </p:nvSpPr>
        <p:spPr bwMode="auto">
          <a:xfrm>
            <a:off x="7153275" y="2541588"/>
            <a:ext cx="527050" cy="200025"/>
          </a:xfrm>
          <a:prstGeom prst="borderCallout1">
            <a:avLst>
              <a:gd name="adj1" fmla="val 70806"/>
              <a:gd name="adj2" fmla="val 101245"/>
              <a:gd name="adj3" fmla="val 40333"/>
              <a:gd name="adj4" fmla="val 11824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7417" name="Text Box 11">
            <a:extLst>
              <a:ext uri="{FF2B5EF4-FFF2-40B4-BE49-F238E27FC236}">
                <a16:creationId xmlns:a16="http://schemas.microsoft.com/office/drawing/2014/main" id="{67E0B95C-F986-A804-C134-D4E6D2DF9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438" y="2528888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261E6B4-E3B0-B09D-AF92-226A7213A656}"/>
              </a:ext>
            </a:extLst>
          </p:cNvPr>
          <p:cNvSpPr txBox="1"/>
          <p:nvPr/>
        </p:nvSpPr>
        <p:spPr>
          <a:xfrm>
            <a:off x="971600" y="3907309"/>
            <a:ext cx="7777037" cy="2520113"/>
          </a:xfrm>
          <a:custGeom>
            <a:avLst/>
            <a:gdLst>
              <a:gd name="connsiteX0" fmla="*/ 0 w 7052105"/>
              <a:gd name="connsiteY0" fmla="*/ 0 h 2603470"/>
              <a:gd name="connsiteX1" fmla="*/ 7052105 w 7052105"/>
              <a:gd name="connsiteY1" fmla="*/ 0 h 2603470"/>
              <a:gd name="connsiteX2" fmla="*/ 7052105 w 7052105"/>
              <a:gd name="connsiteY2" fmla="*/ 2603470 h 2603470"/>
              <a:gd name="connsiteX3" fmla="*/ 0 w 7052105"/>
              <a:gd name="connsiteY3" fmla="*/ 2603470 h 2603470"/>
              <a:gd name="connsiteX4" fmla="*/ 0 w 7052105"/>
              <a:gd name="connsiteY4" fmla="*/ 0 h 2603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52105" h="2603470" fill="none" extrusionOk="0">
                <a:moveTo>
                  <a:pt x="0" y="0"/>
                </a:moveTo>
                <a:cubicBezTo>
                  <a:pt x="2821494" y="37801"/>
                  <a:pt x="5198668" y="-40555"/>
                  <a:pt x="7052105" y="0"/>
                </a:cubicBezTo>
                <a:cubicBezTo>
                  <a:pt x="6994280" y="832185"/>
                  <a:pt x="7022225" y="1791377"/>
                  <a:pt x="7052105" y="2603470"/>
                </a:cubicBezTo>
                <a:cubicBezTo>
                  <a:pt x="5466464" y="2619303"/>
                  <a:pt x="2376316" y="2722899"/>
                  <a:pt x="0" y="2603470"/>
                </a:cubicBezTo>
                <a:cubicBezTo>
                  <a:pt x="88016" y="2118732"/>
                  <a:pt x="97" y="697196"/>
                  <a:pt x="0" y="0"/>
                </a:cubicBezTo>
                <a:close/>
              </a:path>
              <a:path w="7052105" h="2603470" stroke="0" extrusionOk="0">
                <a:moveTo>
                  <a:pt x="0" y="0"/>
                </a:moveTo>
                <a:cubicBezTo>
                  <a:pt x="849952" y="50335"/>
                  <a:pt x="4404400" y="24668"/>
                  <a:pt x="7052105" y="0"/>
                </a:cubicBezTo>
                <a:cubicBezTo>
                  <a:pt x="7192763" y="1120285"/>
                  <a:pt x="6887132" y="1932528"/>
                  <a:pt x="7052105" y="2603470"/>
                </a:cubicBezTo>
                <a:cubicBezTo>
                  <a:pt x="6072652" y="2739909"/>
                  <a:pt x="1510580" y="2691262"/>
                  <a:pt x="0" y="2603470"/>
                </a:cubicBezTo>
                <a:cubicBezTo>
                  <a:pt x="-66132" y="1906212"/>
                  <a:pt x="146756" y="979815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1.</a:t>
            </a:r>
            <a:r>
              <a:rPr lang="en-US" altLang="zh-TW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Part Number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填寫料號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為既有機種料號，範例為用量增加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  <a:endParaRPr lang="en-US" altLang="zh-TW" sz="1400" dirty="0" bmk="">
              <a:solidFill>
                <a:srgbClr val="00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ts val="24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2.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選擇為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非替代料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>
              <a:lnSpc>
                <a:spcPts val="24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3</a:t>
            </a:r>
            <a:r>
              <a:rPr lang="en-US" altLang="zh-TW" sz="1400" dirty="0">
                <a:solidFill>
                  <a:srgbClr val="CC00CC"/>
                </a:solidFill>
              </a:rPr>
              <a:t>.[</a:t>
            </a:r>
            <a:r>
              <a:rPr lang="zh-TW" altLang="en-US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增加用量</a:t>
            </a:r>
            <a:r>
              <a:rPr lang="en-US" altLang="zh-TW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TW" altLang="en-US" sz="1400" dirty="0">
                <a:solidFill>
                  <a:srgbClr val="CC00CC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例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原本用量為</a:t>
            </a:r>
            <a:r>
              <a:rPr lang="en-US" altLang="zh-TW" sz="1400" dirty="0">
                <a:solidFill>
                  <a:srgbClr val="0000FF"/>
                </a:solidFill>
              </a:rPr>
              <a:t>1</a:t>
            </a:r>
            <a:r>
              <a:rPr lang="zh-TW" altLang="en-US" sz="1400" dirty="0">
                <a:solidFill>
                  <a:srgbClr val="0000FF"/>
                </a:solidFill>
              </a:rPr>
              <a:t>，需修改用量變為</a:t>
            </a:r>
            <a:r>
              <a:rPr lang="en-US" altLang="zh-TW" sz="1400" dirty="0">
                <a:solidFill>
                  <a:srgbClr val="0000FF"/>
                </a:solidFill>
              </a:rPr>
              <a:t>2</a:t>
            </a:r>
            <a:r>
              <a:rPr lang="zh-TW" altLang="en-US" sz="1400" dirty="0">
                <a:solidFill>
                  <a:srgbClr val="0000FF"/>
                </a:solidFill>
              </a:rPr>
              <a:t>，則在</a:t>
            </a:r>
            <a:r>
              <a:rPr lang="en-US" altLang="zh-TW" sz="1400" dirty="0">
                <a:solidFill>
                  <a:srgbClr val="0000FF"/>
                </a:solidFill>
              </a:rPr>
              <a:t>Add Reference</a:t>
            </a:r>
            <a:r>
              <a:rPr lang="zh-TW" altLang="en-US" sz="1400" dirty="0">
                <a:solidFill>
                  <a:srgbClr val="0000FF"/>
                </a:solidFill>
              </a:rPr>
              <a:t>填寫*</a:t>
            </a:r>
            <a:r>
              <a:rPr lang="en-US" altLang="zh-TW" sz="1400" dirty="0">
                <a:solidFill>
                  <a:srgbClr val="0000FF"/>
                </a:solidFill>
              </a:rPr>
              <a:t>1</a:t>
            </a:r>
            <a:r>
              <a:rPr lang="zh-TW" altLang="en-US" sz="1400" dirty="0">
                <a:solidFill>
                  <a:srgbClr val="0000FF"/>
                </a:solidFill>
              </a:rPr>
              <a:t>，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4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 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After Change</a:t>
            </a:r>
            <a:r>
              <a:rPr lang="zh-TW" altLang="en-US" sz="1400" dirty="0">
                <a:solidFill>
                  <a:srgbClr val="0000FF"/>
                </a:solidFill>
              </a:rPr>
              <a:t>自動帶出量變為</a:t>
            </a:r>
            <a:r>
              <a:rPr lang="en-US" altLang="zh-TW" sz="1400" dirty="0">
                <a:solidFill>
                  <a:srgbClr val="0000FF"/>
                </a:solidFill>
              </a:rPr>
              <a:t>2)</a:t>
            </a:r>
          </a:p>
          <a:p>
            <a:pPr>
              <a:lnSpc>
                <a:spcPts val="2400"/>
              </a:lnSpc>
              <a:defRPr/>
            </a:pPr>
            <a:r>
              <a:rPr lang="zh-TW" altLang="en-US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</a:t>
            </a:r>
            <a:r>
              <a:rPr lang="en-US" altLang="zh-TW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zh-TW" altLang="en-US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減少用量</a:t>
            </a:r>
            <a:r>
              <a:rPr lang="en-US" altLang="zh-TW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TW" altLang="en-US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例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原本用量為</a:t>
            </a:r>
            <a:r>
              <a:rPr lang="en-US" altLang="zh-TW" sz="1400" dirty="0">
                <a:solidFill>
                  <a:srgbClr val="0000FF"/>
                </a:solidFill>
              </a:rPr>
              <a:t>2</a:t>
            </a:r>
            <a:r>
              <a:rPr lang="zh-TW" altLang="en-US" sz="1400" dirty="0">
                <a:solidFill>
                  <a:srgbClr val="0000FF"/>
                </a:solidFill>
              </a:rPr>
              <a:t>，需修改用量變為</a:t>
            </a:r>
            <a:r>
              <a:rPr lang="en-US" altLang="zh-TW" sz="1400" dirty="0">
                <a:solidFill>
                  <a:srgbClr val="0000FF"/>
                </a:solidFill>
              </a:rPr>
              <a:t>1</a:t>
            </a:r>
            <a:r>
              <a:rPr lang="zh-TW" altLang="en-US" sz="1400" dirty="0">
                <a:solidFill>
                  <a:srgbClr val="0000FF"/>
                </a:solidFill>
              </a:rPr>
              <a:t>，則在</a:t>
            </a:r>
            <a:r>
              <a:rPr lang="en-US" altLang="zh-TW" sz="1400" dirty="0">
                <a:solidFill>
                  <a:srgbClr val="0000FF"/>
                </a:solidFill>
              </a:rPr>
              <a:t>Delete Reference</a:t>
            </a:r>
            <a:r>
              <a:rPr lang="zh-TW" altLang="en-US" sz="1400" dirty="0">
                <a:solidFill>
                  <a:srgbClr val="0000FF"/>
                </a:solidFill>
              </a:rPr>
              <a:t>填寫*</a:t>
            </a:r>
            <a:r>
              <a:rPr lang="en-US" altLang="zh-TW" sz="1400" dirty="0">
                <a:solidFill>
                  <a:srgbClr val="0000FF"/>
                </a:solidFill>
              </a:rPr>
              <a:t>1</a:t>
            </a:r>
            <a:r>
              <a:rPr lang="zh-TW" altLang="en-US" sz="1400" dirty="0">
                <a:solidFill>
                  <a:srgbClr val="0000FF"/>
                </a:solidFill>
              </a:rPr>
              <a:t>，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4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 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After Change</a:t>
            </a:r>
            <a:r>
              <a:rPr lang="zh-TW" altLang="en-US" sz="1400" dirty="0">
                <a:solidFill>
                  <a:srgbClr val="0000FF"/>
                </a:solidFill>
              </a:rPr>
              <a:t>自動帶出量變為</a:t>
            </a:r>
            <a:r>
              <a:rPr lang="en-US" altLang="zh-TW" sz="1400" dirty="0">
                <a:solidFill>
                  <a:srgbClr val="0000FF"/>
                </a:solidFill>
              </a:rPr>
              <a:t>1)</a:t>
            </a:r>
          </a:p>
          <a:p>
            <a:pPr>
              <a:lnSpc>
                <a:spcPts val="24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4. 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管制料號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選擇</a:t>
            </a:r>
            <a:r>
              <a:rPr lang="en-US" altLang="zh-TW" sz="1400" dirty="0">
                <a:solidFill>
                  <a:srgbClr val="0000FF"/>
                </a:solidFill>
              </a:rPr>
              <a:t>Yes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or No</a:t>
            </a:r>
            <a:r>
              <a:rPr lang="zh-TW" altLang="en-US" sz="1400" dirty="0">
                <a:solidFill>
                  <a:srgbClr val="0000FF"/>
                </a:solidFill>
              </a:rPr>
              <a:t>，若未先選擇在按新增加入單身資料，表單會提示勾選</a:t>
            </a:r>
            <a:r>
              <a:rPr lang="en-US" altLang="zh-TW" sz="1400" dirty="0">
                <a:solidFill>
                  <a:srgbClr val="0000FF"/>
                </a:solidFill>
              </a:rPr>
              <a:t>CCL</a:t>
            </a:r>
            <a:r>
              <a:rPr lang="zh-TW" altLang="en-US" sz="1400" dirty="0">
                <a:solidFill>
                  <a:srgbClr val="0000FF"/>
                </a:solidFill>
              </a:rPr>
              <a:t>管制料號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4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5.</a:t>
            </a:r>
            <a:r>
              <a:rPr lang="zh-TW" altLang="en-US" sz="1400" dirty="0">
                <a:solidFill>
                  <a:srgbClr val="0000FF"/>
                </a:solidFill>
              </a:rPr>
              <a:t>按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新增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r>
              <a:rPr lang="zh-TW" altLang="en-US" sz="1400" dirty="0">
                <a:solidFill>
                  <a:srgbClr val="0000FF"/>
                </a:solidFill>
              </a:rPr>
              <a:t>加入單身資料，點入資料可在修改或做刪除</a:t>
            </a:r>
            <a:endParaRPr lang="en-US" altLang="zh-TW" sz="1400" dirty="0">
              <a:solidFill>
                <a:srgbClr val="0000FF"/>
              </a:solidFill>
            </a:endParaRPr>
          </a:p>
        </p:txBody>
      </p:sp>
      <p:sp>
        <p:nvSpPr>
          <p:cNvPr id="17419" name="圖說文字: 直線 25">
            <a:extLst>
              <a:ext uri="{FF2B5EF4-FFF2-40B4-BE49-F238E27FC236}">
                <a16:creationId xmlns:a16="http://schemas.microsoft.com/office/drawing/2014/main" id="{84F57754-A7FF-6486-B261-546EFA56D6C8}"/>
              </a:ext>
            </a:extLst>
          </p:cNvPr>
          <p:cNvSpPr>
            <a:spLocks/>
          </p:cNvSpPr>
          <p:nvPr/>
        </p:nvSpPr>
        <p:spPr bwMode="auto">
          <a:xfrm>
            <a:off x="1187450" y="3100389"/>
            <a:ext cx="982663" cy="190500"/>
          </a:xfrm>
          <a:prstGeom prst="borderCallout1">
            <a:avLst>
              <a:gd name="adj1" fmla="val 49079"/>
              <a:gd name="adj2" fmla="val 99306"/>
              <a:gd name="adj3" fmla="val -46351"/>
              <a:gd name="adj4" fmla="val 112336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7420" name="Text Box 11">
            <a:extLst>
              <a:ext uri="{FF2B5EF4-FFF2-40B4-BE49-F238E27FC236}">
                <a16:creationId xmlns:a16="http://schemas.microsoft.com/office/drawing/2014/main" id="{DA79E02D-1E87-6F02-3F1B-294212FD8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818283"/>
            <a:ext cx="3571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 dirty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5</a:t>
            </a:r>
            <a:endParaRPr lang="zh-TW" altLang="zh-TW" sz="2400" dirty="0">
              <a:ea typeface="標楷體" panose="03000509000000000000" pitchFamily="65" charset="-120"/>
            </a:endParaRPr>
          </a:p>
        </p:txBody>
      </p:sp>
      <p:sp>
        <p:nvSpPr>
          <p:cNvPr id="17421" name="圖說文字: 直線 27">
            <a:extLst>
              <a:ext uri="{FF2B5EF4-FFF2-40B4-BE49-F238E27FC236}">
                <a16:creationId xmlns:a16="http://schemas.microsoft.com/office/drawing/2014/main" id="{0DCC0632-4916-F3EF-9B9B-C03CAAD83A77}"/>
              </a:ext>
            </a:extLst>
          </p:cNvPr>
          <p:cNvSpPr>
            <a:spLocks/>
          </p:cNvSpPr>
          <p:nvPr/>
        </p:nvSpPr>
        <p:spPr bwMode="auto">
          <a:xfrm>
            <a:off x="1192213" y="3541713"/>
            <a:ext cx="6384925" cy="165100"/>
          </a:xfrm>
          <a:prstGeom prst="borderCallout1">
            <a:avLst>
              <a:gd name="adj1" fmla="val 95472"/>
              <a:gd name="adj2" fmla="val 100130"/>
              <a:gd name="adj3" fmla="val 37472"/>
              <a:gd name="adj4" fmla="val 9995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cxnSp>
        <p:nvCxnSpPr>
          <p:cNvPr id="17422" name="接點: 弧形 16">
            <a:extLst>
              <a:ext uri="{FF2B5EF4-FFF2-40B4-BE49-F238E27FC236}">
                <a16:creationId xmlns:a16="http://schemas.microsoft.com/office/drawing/2014/main" id="{57A079F6-7EB8-4C6F-1B83-15079B01D369}"/>
              </a:ext>
            </a:extLst>
          </p:cNvPr>
          <p:cNvCxnSpPr>
            <a:cxnSpLocks/>
          </p:cNvCxnSpPr>
          <p:nvPr/>
        </p:nvCxnSpPr>
        <p:spPr bwMode="auto">
          <a:xfrm>
            <a:off x="2105025" y="3324225"/>
            <a:ext cx="330200" cy="214313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3" name="圖說文字: 直線 5">
            <a:extLst>
              <a:ext uri="{FF2B5EF4-FFF2-40B4-BE49-F238E27FC236}">
                <a16:creationId xmlns:a16="http://schemas.microsoft.com/office/drawing/2014/main" id="{4606E9D4-F3D0-346E-2BDA-474566F3B804}"/>
              </a:ext>
            </a:extLst>
          </p:cNvPr>
          <p:cNvSpPr>
            <a:spLocks/>
          </p:cNvSpPr>
          <p:nvPr/>
        </p:nvSpPr>
        <p:spPr bwMode="auto">
          <a:xfrm>
            <a:off x="1962150" y="1577975"/>
            <a:ext cx="1393825" cy="190500"/>
          </a:xfrm>
          <a:prstGeom prst="borderCallout1">
            <a:avLst>
              <a:gd name="adj1" fmla="val 55806"/>
              <a:gd name="adj2" fmla="val 99875"/>
              <a:gd name="adj3" fmla="val 47356"/>
              <a:gd name="adj4" fmla="val 9852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7424" name="圖說文字: 直線 6">
            <a:extLst>
              <a:ext uri="{FF2B5EF4-FFF2-40B4-BE49-F238E27FC236}">
                <a16:creationId xmlns:a16="http://schemas.microsoft.com/office/drawing/2014/main" id="{C8F916EB-C86D-13FC-D827-F177CB186A4C}"/>
              </a:ext>
            </a:extLst>
          </p:cNvPr>
          <p:cNvSpPr>
            <a:spLocks/>
          </p:cNvSpPr>
          <p:nvPr/>
        </p:nvSpPr>
        <p:spPr bwMode="auto">
          <a:xfrm>
            <a:off x="5772150" y="1825625"/>
            <a:ext cx="1422400" cy="174625"/>
          </a:xfrm>
          <a:prstGeom prst="borderCallout1">
            <a:avLst>
              <a:gd name="adj1" fmla="val 55806"/>
              <a:gd name="adj2" fmla="val 99875"/>
              <a:gd name="adj3" fmla="val 22356"/>
              <a:gd name="adj4" fmla="val 100579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7425" name="圖說文字: 直線 11">
            <a:extLst>
              <a:ext uri="{FF2B5EF4-FFF2-40B4-BE49-F238E27FC236}">
                <a16:creationId xmlns:a16="http://schemas.microsoft.com/office/drawing/2014/main" id="{5C2F5A19-501C-587C-D632-A469CAC96224}"/>
              </a:ext>
            </a:extLst>
          </p:cNvPr>
          <p:cNvSpPr>
            <a:spLocks/>
          </p:cNvSpPr>
          <p:nvPr/>
        </p:nvSpPr>
        <p:spPr bwMode="auto">
          <a:xfrm>
            <a:off x="1962150" y="1108074"/>
            <a:ext cx="963613" cy="212725"/>
          </a:xfrm>
          <a:prstGeom prst="borderCallout1">
            <a:avLst>
              <a:gd name="adj1" fmla="val 51713"/>
              <a:gd name="adj2" fmla="val 100273"/>
              <a:gd name="adj3" fmla="val 21375"/>
              <a:gd name="adj4" fmla="val 12610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7426" name="Text Box 11">
            <a:extLst>
              <a:ext uri="{FF2B5EF4-FFF2-40B4-BE49-F238E27FC236}">
                <a16:creationId xmlns:a16="http://schemas.microsoft.com/office/drawing/2014/main" id="{19781712-CDAF-194A-0CF6-53C85CF2B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325" y="1784350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>
            <a:extLst>
              <a:ext uri="{FF2B5EF4-FFF2-40B4-BE49-F238E27FC236}">
                <a16:creationId xmlns:a16="http://schemas.microsoft.com/office/drawing/2014/main" id="{36828877-8B01-DDD8-7182-29DFD1A6C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4750" y="60325"/>
            <a:ext cx="7705725" cy="649288"/>
          </a:xfrm>
        </p:spPr>
        <p:txBody>
          <a:bodyPr/>
          <a:lstStyle/>
          <a:p>
            <a:r>
              <a:rPr lang="zh-TW" altLang="en-US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表單填寫</a:t>
            </a:r>
            <a:r>
              <a:rPr lang="en-US" altLang="zh-TW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成品</a:t>
            </a:r>
            <a:r>
              <a:rPr lang="en-US" altLang="zh-TW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/51</a:t>
            </a:r>
            <a:r>
              <a:rPr lang="zh-TW" altLang="en-US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階層</a:t>
            </a:r>
            <a:r>
              <a:rPr lang="en-US" altLang="zh-TW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COMMENT</a:t>
            </a:r>
            <a:r>
              <a:rPr lang="zh-TW" altLang="en-US" sz="3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修改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DC98441-71A4-4E3E-1138-2B84D20FC152}"/>
              </a:ext>
            </a:extLst>
          </p:cNvPr>
          <p:cNvSpPr txBox="1"/>
          <p:nvPr/>
        </p:nvSpPr>
        <p:spPr>
          <a:xfrm>
            <a:off x="971600" y="3907309"/>
            <a:ext cx="7777037" cy="2518446"/>
          </a:xfrm>
          <a:custGeom>
            <a:avLst/>
            <a:gdLst>
              <a:gd name="connsiteX0" fmla="*/ 0 w 7052105"/>
              <a:gd name="connsiteY0" fmla="*/ 0 h 2603470"/>
              <a:gd name="connsiteX1" fmla="*/ 7052105 w 7052105"/>
              <a:gd name="connsiteY1" fmla="*/ 0 h 2603470"/>
              <a:gd name="connsiteX2" fmla="*/ 7052105 w 7052105"/>
              <a:gd name="connsiteY2" fmla="*/ 2603470 h 2603470"/>
              <a:gd name="connsiteX3" fmla="*/ 0 w 7052105"/>
              <a:gd name="connsiteY3" fmla="*/ 2603470 h 2603470"/>
              <a:gd name="connsiteX4" fmla="*/ 0 w 7052105"/>
              <a:gd name="connsiteY4" fmla="*/ 0 h 2603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52105" h="2603470" fill="none" extrusionOk="0">
                <a:moveTo>
                  <a:pt x="0" y="0"/>
                </a:moveTo>
                <a:cubicBezTo>
                  <a:pt x="2821494" y="37801"/>
                  <a:pt x="5198668" y="-40555"/>
                  <a:pt x="7052105" y="0"/>
                </a:cubicBezTo>
                <a:cubicBezTo>
                  <a:pt x="6994280" y="832185"/>
                  <a:pt x="7022225" y="1791377"/>
                  <a:pt x="7052105" y="2603470"/>
                </a:cubicBezTo>
                <a:cubicBezTo>
                  <a:pt x="5466464" y="2619303"/>
                  <a:pt x="2376316" y="2722899"/>
                  <a:pt x="0" y="2603470"/>
                </a:cubicBezTo>
                <a:cubicBezTo>
                  <a:pt x="88016" y="2118732"/>
                  <a:pt x="97" y="697196"/>
                  <a:pt x="0" y="0"/>
                </a:cubicBezTo>
                <a:close/>
              </a:path>
              <a:path w="7052105" h="2603470" stroke="0" extrusionOk="0">
                <a:moveTo>
                  <a:pt x="0" y="0"/>
                </a:moveTo>
                <a:cubicBezTo>
                  <a:pt x="849952" y="50335"/>
                  <a:pt x="4404400" y="24668"/>
                  <a:pt x="7052105" y="0"/>
                </a:cubicBezTo>
                <a:cubicBezTo>
                  <a:pt x="7192763" y="1120285"/>
                  <a:pt x="6887132" y="1932528"/>
                  <a:pt x="7052105" y="2603470"/>
                </a:cubicBezTo>
                <a:cubicBezTo>
                  <a:pt x="6072652" y="2739909"/>
                  <a:pt x="1510580" y="2691262"/>
                  <a:pt x="0" y="2603470"/>
                </a:cubicBezTo>
                <a:cubicBezTo>
                  <a:pt x="-66132" y="1906212"/>
                  <a:pt x="146756" y="979815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lang="en-US" altLang="zh-TW" sz="1600" b="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僅修改</a:t>
            </a:r>
            <a:r>
              <a:rPr lang="en-US" altLang="zh-TW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COMMENT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名稱，用量不做變更</a:t>
            </a:r>
            <a:endParaRPr lang="en-US" altLang="zh-TW" sz="1600" dirty="0" bmk="">
              <a:solidFill>
                <a:srgbClr val="0000FF"/>
              </a:solidFill>
              <a:highlight>
                <a:srgbClr val="FFFF00"/>
              </a:highlight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ts val="24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1.</a:t>
            </a:r>
            <a:r>
              <a:rPr lang="en-US" altLang="zh-TW" sz="1400" u="sng" dirty="0" bmk="">
                <a:solidFill>
                  <a:srgbClr val="0000FF"/>
                </a:solidFill>
                <a:highlight>
                  <a:srgbClr val="C0C0C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Assembly Level</a:t>
            </a:r>
            <a:r>
              <a:rPr lang="zh-TW" altLang="en-US" sz="1400" u="sng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填寫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MBOM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階層料號</a:t>
            </a:r>
          </a:p>
          <a:p>
            <a:pPr>
              <a:lnSpc>
                <a:spcPts val="24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2.</a:t>
            </a:r>
            <a:r>
              <a:rPr lang="en-US" altLang="zh-TW" sz="1400" u="sng" dirty="0" bmk="">
                <a:solidFill>
                  <a:srgbClr val="0000FF"/>
                </a:solidFill>
                <a:highlight>
                  <a:srgbClr val="C0C0C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 Number</a:t>
            </a:r>
            <a:r>
              <a:rPr lang="zh-TW" altLang="en-US" sz="1400" u="sng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填寫要修改用量的料號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針對機種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BOM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既有料號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4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3.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zh-TW" altLang="en-US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選擇為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非替代料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>
              <a:lnSpc>
                <a:spcPts val="24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4.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C0C0C0"/>
                </a:highlight>
              </a:rPr>
              <a:t>Add Reference</a:t>
            </a:r>
            <a:r>
              <a:rPr lang="zh-TW" altLang="en-US" sz="1400" dirty="0">
                <a:solidFill>
                  <a:srgbClr val="0000FF"/>
                </a:solidFill>
                <a:highlight>
                  <a:srgbClr val="C0C0C0"/>
                </a:highlight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or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C0C0C0"/>
                </a:highlight>
              </a:rPr>
              <a:t>Delete Reference</a:t>
            </a:r>
            <a:r>
              <a:rPr lang="zh-TW" altLang="en-US" sz="1400" dirty="0">
                <a:solidFill>
                  <a:srgbClr val="0000FF"/>
                </a:solidFill>
              </a:rPr>
              <a:t>欄位填寫*</a:t>
            </a:r>
            <a:r>
              <a:rPr lang="en-US" altLang="zh-TW" sz="1400" dirty="0">
                <a:solidFill>
                  <a:srgbClr val="0000FF"/>
                </a:solidFill>
              </a:rPr>
              <a:t>0</a:t>
            </a:r>
          </a:p>
          <a:p>
            <a:pPr>
              <a:lnSpc>
                <a:spcPts val="24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4-1.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After Change</a:t>
            </a:r>
            <a:r>
              <a:rPr lang="zh-TW" altLang="en-US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&amp;</a:t>
            </a:r>
            <a:r>
              <a:rPr lang="zh-TW" altLang="en-US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Before Change</a:t>
            </a:r>
            <a:r>
              <a:rPr lang="zh-TW" altLang="en-US" sz="1400" dirty="0">
                <a:solidFill>
                  <a:srgbClr val="0000FF"/>
                </a:solidFill>
              </a:rPr>
              <a:t>自動帶出料號原有用量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4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5. 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C0C0C0"/>
                </a:highlight>
              </a:rPr>
              <a:t>COMMENT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修改</a:t>
            </a:r>
            <a:r>
              <a:rPr lang="en-US" altLang="zh-TW" sz="1400" dirty="0">
                <a:solidFill>
                  <a:srgbClr val="0000FF"/>
                </a:solidFill>
              </a:rPr>
              <a:t>COMMENT</a:t>
            </a:r>
            <a:r>
              <a:rPr lang="zh-TW" altLang="en-US" sz="1400" dirty="0">
                <a:solidFill>
                  <a:srgbClr val="0000FF"/>
                </a:solidFill>
              </a:rPr>
              <a:t>名稱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4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zh-TW" altLang="en-US" sz="1400" dirty="0">
                <a:solidFill>
                  <a:srgbClr val="FF0000"/>
                </a:solidFill>
              </a:rPr>
              <a:t>註</a:t>
            </a:r>
            <a:r>
              <a:rPr lang="en-US" altLang="zh-TW" sz="1400" dirty="0">
                <a:solidFill>
                  <a:srgbClr val="0000FF"/>
                </a:solidFill>
              </a:rPr>
              <a:t>: EC</a:t>
            </a:r>
            <a:r>
              <a:rPr lang="zh-TW" altLang="en-US" sz="1400" dirty="0">
                <a:solidFill>
                  <a:srgbClr val="0000FF"/>
                </a:solidFill>
              </a:rPr>
              <a:t>備註欄位須備註修改</a:t>
            </a:r>
            <a:r>
              <a:rPr lang="en-US" altLang="zh-TW" sz="1400" dirty="0">
                <a:solidFill>
                  <a:srgbClr val="0000FF"/>
                </a:solidFill>
              </a:rPr>
              <a:t>COMMENT</a:t>
            </a:r>
          </a:p>
        </p:txBody>
      </p:sp>
      <p:pic>
        <p:nvPicPr>
          <p:cNvPr id="18436" name="圖片 1">
            <a:extLst>
              <a:ext uri="{FF2B5EF4-FFF2-40B4-BE49-F238E27FC236}">
                <a16:creationId xmlns:a16="http://schemas.microsoft.com/office/drawing/2014/main" id="{739C2CCA-E3F7-2207-41CF-1DD83AF3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0" y="1239838"/>
            <a:ext cx="68961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圖說文字: 直線 13">
            <a:extLst>
              <a:ext uri="{FF2B5EF4-FFF2-40B4-BE49-F238E27FC236}">
                <a16:creationId xmlns:a16="http://schemas.microsoft.com/office/drawing/2014/main" id="{0C497BDB-2A34-67D1-C82D-BEC70D9F96DA}"/>
              </a:ext>
            </a:extLst>
          </p:cNvPr>
          <p:cNvSpPr>
            <a:spLocks/>
          </p:cNvSpPr>
          <p:nvPr/>
        </p:nvSpPr>
        <p:spPr bwMode="auto">
          <a:xfrm>
            <a:off x="2124075" y="2276475"/>
            <a:ext cx="2109788" cy="174625"/>
          </a:xfrm>
          <a:prstGeom prst="borderCallout1">
            <a:avLst>
              <a:gd name="adj1" fmla="val 70806"/>
              <a:gd name="adj2" fmla="val 101245"/>
              <a:gd name="adj3" fmla="val 20662"/>
              <a:gd name="adj4" fmla="val 10577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8438" name="圖說文字: 直線 10">
            <a:extLst>
              <a:ext uri="{FF2B5EF4-FFF2-40B4-BE49-F238E27FC236}">
                <a16:creationId xmlns:a16="http://schemas.microsoft.com/office/drawing/2014/main" id="{1E58A545-B291-F30E-84F4-319D1D5509A1}"/>
              </a:ext>
            </a:extLst>
          </p:cNvPr>
          <p:cNvSpPr>
            <a:spLocks/>
          </p:cNvSpPr>
          <p:nvPr/>
        </p:nvSpPr>
        <p:spPr bwMode="auto">
          <a:xfrm>
            <a:off x="2078038" y="1527175"/>
            <a:ext cx="981075" cy="200025"/>
          </a:xfrm>
          <a:prstGeom prst="borderCallout1">
            <a:avLst>
              <a:gd name="adj1" fmla="val 51713"/>
              <a:gd name="adj2" fmla="val 100273"/>
              <a:gd name="adj3" fmla="val 26139"/>
              <a:gd name="adj4" fmla="val 119306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8439" name="Text Box 11">
            <a:extLst>
              <a:ext uri="{FF2B5EF4-FFF2-40B4-BE49-F238E27FC236}">
                <a16:creationId xmlns:a16="http://schemas.microsoft.com/office/drawing/2014/main" id="{1A216C58-7F57-1132-B89A-7C3FB0E6E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5" y="1041400"/>
            <a:ext cx="2111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8440" name="Text Box 11">
            <a:extLst>
              <a:ext uri="{FF2B5EF4-FFF2-40B4-BE49-F238E27FC236}">
                <a16:creationId xmlns:a16="http://schemas.microsoft.com/office/drawing/2014/main" id="{64462409-E068-A7E6-00F5-8F844EC01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1397000"/>
            <a:ext cx="21113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8441" name="圖說文字: 直線 11">
            <a:extLst>
              <a:ext uri="{FF2B5EF4-FFF2-40B4-BE49-F238E27FC236}">
                <a16:creationId xmlns:a16="http://schemas.microsoft.com/office/drawing/2014/main" id="{9E4AF8F5-94AB-213A-CF4B-7354862B9F6A}"/>
              </a:ext>
            </a:extLst>
          </p:cNvPr>
          <p:cNvSpPr>
            <a:spLocks/>
          </p:cNvSpPr>
          <p:nvPr/>
        </p:nvSpPr>
        <p:spPr bwMode="auto">
          <a:xfrm>
            <a:off x="2078038" y="1298575"/>
            <a:ext cx="981075" cy="198438"/>
          </a:xfrm>
          <a:prstGeom prst="borderCallout1">
            <a:avLst>
              <a:gd name="adj1" fmla="val 51713"/>
              <a:gd name="adj2" fmla="val 100273"/>
              <a:gd name="adj3" fmla="val 21375"/>
              <a:gd name="adj4" fmla="val 12610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8442" name="圖說文字: 直線 10">
            <a:extLst>
              <a:ext uri="{FF2B5EF4-FFF2-40B4-BE49-F238E27FC236}">
                <a16:creationId xmlns:a16="http://schemas.microsoft.com/office/drawing/2014/main" id="{B9EDFCCA-605E-B23A-0C57-973483DEB6F1}"/>
              </a:ext>
            </a:extLst>
          </p:cNvPr>
          <p:cNvSpPr>
            <a:spLocks/>
          </p:cNvSpPr>
          <p:nvPr/>
        </p:nvSpPr>
        <p:spPr bwMode="auto">
          <a:xfrm>
            <a:off x="2095500" y="1801813"/>
            <a:ext cx="981075" cy="200025"/>
          </a:xfrm>
          <a:prstGeom prst="borderCallout1">
            <a:avLst>
              <a:gd name="adj1" fmla="val 51713"/>
              <a:gd name="adj2" fmla="val 100273"/>
              <a:gd name="adj3" fmla="val 73755"/>
              <a:gd name="adj4" fmla="val 112509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253F1500-0BEE-F5B9-82A2-7890F33F1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138" y="1855788"/>
            <a:ext cx="21113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8444" name="Text Box 11">
            <a:extLst>
              <a:ext uri="{FF2B5EF4-FFF2-40B4-BE49-F238E27FC236}">
                <a16:creationId xmlns:a16="http://schemas.microsoft.com/office/drawing/2014/main" id="{DFB4E369-245A-E210-003D-2D803D6E5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0863" y="2198688"/>
            <a:ext cx="21113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8445" name="圖說文字: 直線 27">
            <a:extLst>
              <a:ext uri="{FF2B5EF4-FFF2-40B4-BE49-F238E27FC236}">
                <a16:creationId xmlns:a16="http://schemas.microsoft.com/office/drawing/2014/main" id="{443D01E7-164E-D77E-063C-955DCBF1AD52}"/>
              </a:ext>
            </a:extLst>
          </p:cNvPr>
          <p:cNvSpPr>
            <a:spLocks/>
          </p:cNvSpPr>
          <p:nvPr/>
        </p:nvSpPr>
        <p:spPr bwMode="auto">
          <a:xfrm>
            <a:off x="3870325" y="2024063"/>
            <a:ext cx="4014788" cy="174625"/>
          </a:xfrm>
          <a:prstGeom prst="borderCallout1">
            <a:avLst>
              <a:gd name="adj1" fmla="val -76764"/>
              <a:gd name="adj2" fmla="val 99519"/>
              <a:gd name="adj3" fmla="val 37472"/>
              <a:gd name="adj4" fmla="val 9995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8446" name="Text Box 11">
            <a:extLst>
              <a:ext uri="{FF2B5EF4-FFF2-40B4-BE49-F238E27FC236}">
                <a16:creationId xmlns:a16="http://schemas.microsoft.com/office/drawing/2014/main" id="{8BDB339C-DD28-8D64-9ACA-DA9DCB31C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4300" y="1674813"/>
            <a:ext cx="336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4-1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8447" name="圖說文字: 直線 13">
            <a:extLst>
              <a:ext uri="{FF2B5EF4-FFF2-40B4-BE49-F238E27FC236}">
                <a16:creationId xmlns:a16="http://schemas.microsoft.com/office/drawing/2014/main" id="{4E887CAD-B26D-EDE5-7352-29D93FB29156}"/>
              </a:ext>
            </a:extLst>
          </p:cNvPr>
          <p:cNvSpPr>
            <a:spLocks/>
          </p:cNvSpPr>
          <p:nvPr/>
        </p:nvSpPr>
        <p:spPr bwMode="auto">
          <a:xfrm>
            <a:off x="2095500" y="2554288"/>
            <a:ext cx="2138363" cy="188912"/>
          </a:xfrm>
          <a:prstGeom prst="borderCallout1">
            <a:avLst>
              <a:gd name="adj1" fmla="val 70806"/>
              <a:gd name="adj2" fmla="val 101245"/>
              <a:gd name="adj3" fmla="val 60787"/>
              <a:gd name="adj4" fmla="val 108009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8448" name="Text Box 11">
            <a:extLst>
              <a:ext uri="{FF2B5EF4-FFF2-40B4-BE49-F238E27FC236}">
                <a16:creationId xmlns:a16="http://schemas.microsoft.com/office/drawing/2014/main" id="{B384D238-B456-17FD-378F-9DC1D2367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713" y="2528888"/>
            <a:ext cx="21113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5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0DFDF45C-D5BC-ABBD-B512-4E874E980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" y="2890838"/>
            <a:ext cx="6276975" cy="9159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8450" name="文字方塊 17">
            <a:extLst>
              <a:ext uri="{FF2B5EF4-FFF2-40B4-BE49-F238E27FC236}">
                <a16:creationId xmlns:a16="http://schemas.microsoft.com/office/drawing/2014/main" id="{CE0A307F-4E69-06CB-317D-B72EC8232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7575" y="3335338"/>
            <a:ext cx="412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400">
                <a:solidFill>
                  <a:srgbClr val="FF0000"/>
                </a:solidFill>
              </a:rPr>
              <a:t>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>
            <a:extLst>
              <a:ext uri="{FF2B5EF4-FFF2-40B4-BE49-F238E27FC236}">
                <a16:creationId xmlns:a16="http://schemas.microsoft.com/office/drawing/2014/main" id="{1E5A175D-5120-B7C0-88FA-DFE2648B7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0788" y="95250"/>
            <a:ext cx="7672387" cy="606425"/>
          </a:xfrm>
        </p:spPr>
        <p:txBody>
          <a:bodyPr/>
          <a:lstStyle/>
          <a:p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(52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57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58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59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新增料號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5135B12-D3F9-581D-1636-388459CEF334}"/>
              </a:ext>
            </a:extLst>
          </p:cNvPr>
          <p:cNvSpPr txBox="1"/>
          <p:nvPr/>
        </p:nvSpPr>
        <p:spPr>
          <a:xfrm>
            <a:off x="539552" y="3927609"/>
            <a:ext cx="8496943" cy="2420727"/>
          </a:xfrm>
          <a:custGeom>
            <a:avLst/>
            <a:gdLst>
              <a:gd name="connsiteX0" fmla="*/ 0 w 8496943"/>
              <a:gd name="connsiteY0" fmla="*/ 0 h 2420727"/>
              <a:gd name="connsiteX1" fmla="*/ 8496943 w 8496943"/>
              <a:gd name="connsiteY1" fmla="*/ 0 h 2420727"/>
              <a:gd name="connsiteX2" fmla="*/ 8496943 w 8496943"/>
              <a:gd name="connsiteY2" fmla="*/ 2420727 h 2420727"/>
              <a:gd name="connsiteX3" fmla="*/ 0 w 8496943"/>
              <a:gd name="connsiteY3" fmla="*/ 2420727 h 2420727"/>
              <a:gd name="connsiteX4" fmla="*/ 0 w 8496943"/>
              <a:gd name="connsiteY4" fmla="*/ 0 h 2420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96943" h="2420727" fill="none" extrusionOk="0">
                <a:moveTo>
                  <a:pt x="0" y="0"/>
                </a:moveTo>
                <a:cubicBezTo>
                  <a:pt x="2190594" y="37801"/>
                  <a:pt x="4884661" y="-40555"/>
                  <a:pt x="8496943" y="0"/>
                </a:cubicBezTo>
                <a:cubicBezTo>
                  <a:pt x="8439118" y="458269"/>
                  <a:pt x="8467063" y="1235210"/>
                  <a:pt x="8496943" y="2420727"/>
                </a:cubicBezTo>
                <a:cubicBezTo>
                  <a:pt x="6003224" y="2436560"/>
                  <a:pt x="1433762" y="2540156"/>
                  <a:pt x="0" y="2420727"/>
                </a:cubicBezTo>
                <a:cubicBezTo>
                  <a:pt x="88016" y="1299960"/>
                  <a:pt x="97" y="617946"/>
                  <a:pt x="0" y="0"/>
                </a:cubicBezTo>
                <a:close/>
              </a:path>
              <a:path w="8496943" h="2420727" stroke="0" extrusionOk="0">
                <a:moveTo>
                  <a:pt x="0" y="0"/>
                </a:moveTo>
                <a:cubicBezTo>
                  <a:pt x="3890542" y="50335"/>
                  <a:pt x="6303410" y="24668"/>
                  <a:pt x="8496943" y="0"/>
                </a:cubicBezTo>
                <a:cubicBezTo>
                  <a:pt x="8637601" y="927692"/>
                  <a:pt x="8331970" y="1606790"/>
                  <a:pt x="8496943" y="2420727"/>
                </a:cubicBezTo>
                <a:cubicBezTo>
                  <a:pt x="6897725" y="2557166"/>
                  <a:pt x="2855116" y="2508519"/>
                  <a:pt x="0" y="2420727"/>
                </a:cubicBezTo>
                <a:cubicBezTo>
                  <a:pt x="-66132" y="1402412"/>
                  <a:pt x="146756" y="460013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300"/>
              </a:lnSpc>
              <a:defRPr/>
            </a:pPr>
            <a:r>
              <a:rPr lang="en-US" altLang="zh-TW" sz="1400" b="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zh-TW" altLang="en-US" sz="1400" dirty="0">
                <a:solidFill>
                  <a:srgbClr val="0000FF"/>
                </a:solidFill>
                <a:highlight>
                  <a:srgbClr val="FFFF00"/>
                </a:highlight>
              </a:rPr>
              <a:t>上階料號為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FFFF00"/>
                </a:highlight>
              </a:rPr>
              <a:t>52</a:t>
            </a:r>
            <a:r>
              <a:rPr lang="zh-TW" altLang="en-US" sz="1400" dirty="0">
                <a:solidFill>
                  <a:srgbClr val="0000FF"/>
                </a:solidFill>
                <a:highlight>
                  <a:srgbClr val="FFFF00"/>
                </a:highlight>
              </a:rPr>
              <a:t>、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FFFF00"/>
                </a:highlight>
              </a:rPr>
              <a:t>57</a:t>
            </a:r>
            <a:r>
              <a:rPr lang="zh-TW" altLang="en-US" sz="1400" dirty="0">
                <a:solidFill>
                  <a:srgbClr val="0000FF"/>
                </a:solidFill>
                <a:highlight>
                  <a:srgbClr val="FFFF00"/>
                </a:highlight>
              </a:rPr>
              <a:t>、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FFFF00"/>
                </a:highlight>
              </a:rPr>
              <a:t>58</a:t>
            </a:r>
            <a:r>
              <a:rPr lang="zh-TW" altLang="en-US" sz="1400" dirty="0">
                <a:solidFill>
                  <a:srgbClr val="0000FF"/>
                </a:solidFill>
                <a:highlight>
                  <a:srgbClr val="FFFF00"/>
                </a:highlight>
              </a:rPr>
              <a:t>、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FFFF00"/>
                </a:highlight>
              </a:rPr>
              <a:t>59</a:t>
            </a:r>
            <a:r>
              <a:rPr lang="zh-TW" altLang="en-US" sz="1400" dirty="0">
                <a:solidFill>
                  <a:srgbClr val="0000FF"/>
                </a:solidFill>
                <a:highlight>
                  <a:srgbClr val="FFFF00"/>
                </a:highlight>
              </a:rPr>
              <a:t>階層，數量填寫插件位置，用量是小寫逗號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FFFF00"/>
                </a:highlight>
              </a:rPr>
              <a:t>”,”</a:t>
            </a:r>
            <a:r>
              <a:rPr lang="zh-TW" altLang="en-US" sz="1400" dirty="0">
                <a:solidFill>
                  <a:srgbClr val="0000FF"/>
                </a:solidFill>
                <a:highlight>
                  <a:srgbClr val="FFFF00"/>
                </a:highlight>
              </a:rPr>
              <a:t>做區隔計算，且名稱不得重複</a:t>
            </a:r>
            <a:endParaRPr lang="en-US" altLang="zh-TW" sz="1400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1.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Assembly Level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填寫</a:t>
            </a:r>
            <a:r>
              <a:rPr lang="en-US" altLang="zh-TW" sz="1400" dirty="0">
                <a:solidFill>
                  <a:srgbClr val="0000FF"/>
                </a:solidFill>
              </a:rPr>
              <a:t>MBOM</a:t>
            </a:r>
            <a:r>
              <a:rPr lang="zh-TW" altLang="en-US" sz="1400" dirty="0">
                <a:solidFill>
                  <a:srgbClr val="0000FF"/>
                </a:solidFill>
              </a:rPr>
              <a:t>階層料號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2.</a:t>
            </a:r>
            <a:r>
              <a:rPr lang="en-US" altLang="zh-TW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Part Number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C0C0C0"/>
                </a:highlight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填寫料號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新料號表單提示是否新增料號，提示視窗參考成品</a:t>
            </a:r>
            <a:r>
              <a:rPr lang="en-US" altLang="zh-TW" sz="1400" dirty="0">
                <a:solidFill>
                  <a:srgbClr val="0000FF"/>
                </a:solidFill>
              </a:rPr>
              <a:t>/51</a:t>
            </a:r>
            <a:r>
              <a:rPr lang="zh-TW" altLang="en-US" sz="1400" dirty="0">
                <a:solidFill>
                  <a:srgbClr val="0000FF"/>
                </a:solidFill>
              </a:rPr>
              <a:t>階層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3.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選擇為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非替代料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4.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Add Reference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需填寫插件位置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例</a:t>
            </a:r>
            <a:r>
              <a:rPr lang="en-US" altLang="zh-TW" sz="1400" dirty="0">
                <a:solidFill>
                  <a:srgbClr val="0000FF"/>
                </a:solidFill>
              </a:rPr>
              <a:t>:HOLDER</a:t>
            </a:r>
            <a:r>
              <a:rPr lang="zh-TW" altLang="en-US" sz="1400" dirty="0">
                <a:solidFill>
                  <a:srgbClr val="0000FF"/>
                </a:solidFill>
              </a:rPr>
              <a:t>用量</a:t>
            </a:r>
            <a:r>
              <a:rPr lang="en-US" altLang="zh-TW" sz="1400" dirty="0">
                <a:solidFill>
                  <a:srgbClr val="0000FF"/>
                </a:solidFill>
              </a:rPr>
              <a:t>2</a:t>
            </a:r>
            <a:r>
              <a:rPr lang="zh-TW" altLang="en-US" sz="1400" dirty="0">
                <a:solidFill>
                  <a:srgbClr val="0000FF"/>
                </a:solidFill>
              </a:rPr>
              <a:t>，插件位置名稱填寫 </a:t>
            </a:r>
            <a:r>
              <a:rPr lang="en-US" altLang="zh-TW" sz="1400" dirty="0">
                <a:solidFill>
                  <a:srgbClr val="0000FF"/>
                </a:solidFill>
              </a:rPr>
              <a:t>HOLDER1,HOLDER2)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3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>
                <a:solidFill>
                  <a:srgbClr val="0000FF"/>
                </a:solidFill>
              </a:rPr>
              <a:t>4-1.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After Change</a:t>
            </a:r>
            <a:r>
              <a:rPr lang="zh-TW" altLang="en-US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</a:rPr>
              <a:t>&amp;</a:t>
            </a:r>
            <a:r>
              <a:rPr lang="zh-TW" altLang="en-US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</a:rPr>
              <a:t>Total Quantity After Change</a:t>
            </a:r>
            <a:r>
              <a:rPr lang="zh-TW" altLang="en-US" sz="1400" dirty="0">
                <a:solidFill>
                  <a:srgbClr val="0000FF"/>
                </a:solidFill>
              </a:rPr>
              <a:t>自動帶出量為</a:t>
            </a:r>
            <a:r>
              <a:rPr lang="en-US" altLang="zh-TW" sz="1400" dirty="0">
                <a:solidFill>
                  <a:srgbClr val="0000FF"/>
                </a:solidFill>
              </a:rPr>
              <a:t>2)</a:t>
            </a: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5. 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管制料號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選擇</a:t>
            </a:r>
            <a:r>
              <a:rPr lang="en-US" altLang="zh-TW" sz="1400" dirty="0">
                <a:solidFill>
                  <a:srgbClr val="0000FF"/>
                </a:solidFill>
              </a:rPr>
              <a:t>Yes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or No</a:t>
            </a:r>
            <a:r>
              <a:rPr lang="zh-TW" altLang="en-US" sz="1400" dirty="0">
                <a:solidFill>
                  <a:srgbClr val="0000FF"/>
                </a:solidFill>
              </a:rPr>
              <a:t>，若未先選擇在按新增加入單身資料，表單會提示勾選</a:t>
            </a:r>
            <a:r>
              <a:rPr lang="en-US" altLang="zh-TW" sz="1400" dirty="0">
                <a:solidFill>
                  <a:srgbClr val="0000FF"/>
                </a:solidFill>
              </a:rPr>
              <a:t>CCL</a:t>
            </a:r>
            <a:r>
              <a:rPr lang="zh-TW" altLang="en-US" sz="1400" dirty="0">
                <a:solidFill>
                  <a:srgbClr val="0000FF"/>
                </a:solidFill>
              </a:rPr>
              <a:t>管制料號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6.</a:t>
            </a:r>
            <a:r>
              <a:rPr lang="zh-TW" altLang="en-US" sz="1400" dirty="0">
                <a:solidFill>
                  <a:srgbClr val="0000FF"/>
                </a:solidFill>
              </a:rPr>
              <a:t>按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新增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r>
              <a:rPr lang="zh-TW" altLang="en-US" sz="1400" dirty="0">
                <a:solidFill>
                  <a:srgbClr val="0000FF"/>
                </a:solidFill>
              </a:rPr>
              <a:t>加入單身資料，點入資料可在修改或做刪除</a:t>
            </a:r>
            <a:endParaRPr lang="en-US" altLang="zh-TW" sz="1400" dirty="0">
              <a:solidFill>
                <a:srgbClr val="0000FF"/>
              </a:solidFill>
            </a:endParaRPr>
          </a:p>
        </p:txBody>
      </p:sp>
      <p:pic>
        <p:nvPicPr>
          <p:cNvPr id="19460" name="圖片 25">
            <a:extLst>
              <a:ext uri="{FF2B5EF4-FFF2-40B4-BE49-F238E27FC236}">
                <a16:creationId xmlns:a16="http://schemas.microsoft.com/office/drawing/2014/main" id="{A4C3637B-1A5F-DBFA-EB71-1D6D041E7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75" y="895350"/>
            <a:ext cx="6677025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圖說文字: 直線 26">
            <a:extLst>
              <a:ext uri="{FF2B5EF4-FFF2-40B4-BE49-F238E27FC236}">
                <a16:creationId xmlns:a16="http://schemas.microsoft.com/office/drawing/2014/main" id="{75575C3B-05B0-8DA1-0ECC-E5E59D5688B4}"/>
              </a:ext>
            </a:extLst>
          </p:cNvPr>
          <p:cNvSpPr>
            <a:spLocks/>
          </p:cNvSpPr>
          <p:nvPr/>
        </p:nvSpPr>
        <p:spPr bwMode="auto">
          <a:xfrm>
            <a:off x="1908175" y="906463"/>
            <a:ext cx="911225" cy="188912"/>
          </a:xfrm>
          <a:prstGeom prst="borderCallout1">
            <a:avLst>
              <a:gd name="adj1" fmla="val 70806"/>
              <a:gd name="adj2" fmla="val 101245"/>
              <a:gd name="adj3" fmla="val -37375"/>
              <a:gd name="adj4" fmla="val 13170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9462" name="圖說文字: 直線 27">
            <a:extLst>
              <a:ext uri="{FF2B5EF4-FFF2-40B4-BE49-F238E27FC236}">
                <a16:creationId xmlns:a16="http://schemas.microsoft.com/office/drawing/2014/main" id="{2C22601F-66DD-12C2-B78C-4A1DA1441642}"/>
              </a:ext>
            </a:extLst>
          </p:cNvPr>
          <p:cNvSpPr>
            <a:spLocks/>
          </p:cNvSpPr>
          <p:nvPr/>
        </p:nvSpPr>
        <p:spPr bwMode="auto">
          <a:xfrm>
            <a:off x="1908175" y="1146175"/>
            <a:ext cx="911225" cy="188913"/>
          </a:xfrm>
          <a:prstGeom prst="borderCallout1">
            <a:avLst>
              <a:gd name="adj1" fmla="val 70806"/>
              <a:gd name="adj2" fmla="val 101245"/>
              <a:gd name="adj3" fmla="val -37375"/>
              <a:gd name="adj4" fmla="val 13170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9463" name="圖說文字: 直線 28">
            <a:extLst>
              <a:ext uri="{FF2B5EF4-FFF2-40B4-BE49-F238E27FC236}">
                <a16:creationId xmlns:a16="http://schemas.microsoft.com/office/drawing/2014/main" id="{E2A0264E-A8DA-DFBA-4BAD-EFA96DDD8CF7}"/>
              </a:ext>
            </a:extLst>
          </p:cNvPr>
          <p:cNvSpPr>
            <a:spLocks/>
          </p:cNvSpPr>
          <p:nvPr/>
        </p:nvSpPr>
        <p:spPr bwMode="auto">
          <a:xfrm>
            <a:off x="1936750" y="1392238"/>
            <a:ext cx="911225" cy="188912"/>
          </a:xfrm>
          <a:prstGeom prst="borderCallout1">
            <a:avLst>
              <a:gd name="adj1" fmla="val 70806"/>
              <a:gd name="adj2" fmla="val 101245"/>
              <a:gd name="adj3" fmla="val 68505"/>
              <a:gd name="adj4" fmla="val 123343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9464" name="圖說文字: 直線 29">
            <a:extLst>
              <a:ext uri="{FF2B5EF4-FFF2-40B4-BE49-F238E27FC236}">
                <a16:creationId xmlns:a16="http://schemas.microsoft.com/office/drawing/2014/main" id="{21353897-1833-8149-DC35-E8984E052380}"/>
              </a:ext>
            </a:extLst>
          </p:cNvPr>
          <p:cNvSpPr>
            <a:spLocks/>
          </p:cNvSpPr>
          <p:nvPr/>
        </p:nvSpPr>
        <p:spPr bwMode="auto">
          <a:xfrm>
            <a:off x="1908175" y="2119313"/>
            <a:ext cx="2087563" cy="188912"/>
          </a:xfrm>
          <a:prstGeom prst="borderCallout1">
            <a:avLst>
              <a:gd name="adj1" fmla="val 70806"/>
              <a:gd name="adj2" fmla="val 101245"/>
              <a:gd name="adj3" fmla="val -2083"/>
              <a:gd name="adj4" fmla="val 10570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9465" name="圖說文字: 直線 30">
            <a:extLst>
              <a:ext uri="{FF2B5EF4-FFF2-40B4-BE49-F238E27FC236}">
                <a16:creationId xmlns:a16="http://schemas.microsoft.com/office/drawing/2014/main" id="{FF1D0B61-BF1E-1FAF-BFC6-E5226554B7E7}"/>
              </a:ext>
            </a:extLst>
          </p:cNvPr>
          <p:cNvSpPr>
            <a:spLocks/>
          </p:cNvSpPr>
          <p:nvPr/>
        </p:nvSpPr>
        <p:spPr bwMode="auto">
          <a:xfrm>
            <a:off x="5727700" y="1863725"/>
            <a:ext cx="1420813" cy="168275"/>
          </a:xfrm>
          <a:prstGeom prst="borderCallout1">
            <a:avLst>
              <a:gd name="adj1" fmla="val 55806"/>
              <a:gd name="adj2" fmla="val 99875"/>
              <a:gd name="adj3" fmla="val 22356"/>
              <a:gd name="adj4" fmla="val 105940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9466" name="圖說文字: 直線 31">
            <a:extLst>
              <a:ext uri="{FF2B5EF4-FFF2-40B4-BE49-F238E27FC236}">
                <a16:creationId xmlns:a16="http://schemas.microsoft.com/office/drawing/2014/main" id="{71321F95-7498-2B12-E4F9-ED2691D4F12D}"/>
              </a:ext>
            </a:extLst>
          </p:cNvPr>
          <p:cNvSpPr>
            <a:spLocks/>
          </p:cNvSpPr>
          <p:nvPr/>
        </p:nvSpPr>
        <p:spPr bwMode="auto">
          <a:xfrm>
            <a:off x="1936750" y="1646238"/>
            <a:ext cx="1420813" cy="174625"/>
          </a:xfrm>
          <a:prstGeom prst="borderCallout1">
            <a:avLst>
              <a:gd name="adj1" fmla="val 55806"/>
              <a:gd name="adj2" fmla="val 99875"/>
              <a:gd name="adj3" fmla="val 22356"/>
              <a:gd name="adj4" fmla="val 105940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9467" name="Text Box 11">
            <a:extLst>
              <a:ext uri="{FF2B5EF4-FFF2-40B4-BE49-F238E27FC236}">
                <a16:creationId xmlns:a16="http://schemas.microsoft.com/office/drawing/2014/main" id="{AC67EDC5-FF31-3E5F-23BE-7E5F046B0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3" y="752475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9468" name="Text Box 11">
            <a:extLst>
              <a:ext uri="{FF2B5EF4-FFF2-40B4-BE49-F238E27FC236}">
                <a16:creationId xmlns:a16="http://schemas.microsoft.com/office/drawing/2014/main" id="{FC7A742C-0C68-325A-1065-A786869C8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3" y="1004888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9469" name="Text Box 11">
            <a:extLst>
              <a:ext uri="{FF2B5EF4-FFF2-40B4-BE49-F238E27FC236}">
                <a16:creationId xmlns:a16="http://schemas.microsoft.com/office/drawing/2014/main" id="{EEC7F5D0-C067-E157-8C4C-827D71125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988" y="1366838"/>
            <a:ext cx="20955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9470" name="Text Box 11">
            <a:extLst>
              <a:ext uri="{FF2B5EF4-FFF2-40B4-BE49-F238E27FC236}">
                <a16:creationId xmlns:a16="http://schemas.microsoft.com/office/drawing/2014/main" id="{15A64EBD-E99F-1AA7-F97A-A7196D7A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975" y="1866900"/>
            <a:ext cx="20955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9471" name="Text Box 11">
            <a:extLst>
              <a:ext uri="{FF2B5EF4-FFF2-40B4-BE49-F238E27FC236}">
                <a16:creationId xmlns:a16="http://schemas.microsoft.com/office/drawing/2014/main" id="{18E12A7A-41DA-6893-5D62-71EA81C58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608138"/>
            <a:ext cx="358775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4-1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9472" name="Text Box 11">
            <a:extLst>
              <a:ext uri="{FF2B5EF4-FFF2-40B4-BE49-F238E27FC236}">
                <a16:creationId xmlns:a16="http://schemas.microsoft.com/office/drawing/2014/main" id="{DA551584-7985-AB2A-A9A5-4C7FDC766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1844675"/>
            <a:ext cx="360362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0000FF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4-2</a:t>
            </a:r>
            <a:endParaRPr lang="zh-TW" altLang="zh-TW" sz="2400">
              <a:solidFill>
                <a:srgbClr val="0000FF"/>
              </a:solidFill>
              <a:ea typeface="標楷體" panose="03000509000000000000" pitchFamily="65" charset="-120"/>
            </a:endParaRPr>
          </a:p>
        </p:txBody>
      </p:sp>
      <p:sp>
        <p:nvSpPr>
          <p:cNvPr id="19473" name="圖說文字: 直線 38">
            <a:extLst>
              <a:ext uri="{FF2B5EF4-FFF2-40B4-BE49-F238E27FC236}">
                <a16:creationId xmlns:a16="http://schemas.microsoft.com/office/drawing/2014/main" id="{C876D6CE-9AD0-338F-015D-8072A52C7CCA}"/>
              </a:ext>
            </a:extLst>
          </p:cNvPr>
          <p:cNvSpPr>
            <a:spLocks/>
          </p:cNvSpPr>
          <p:nvPr/>
        </p:nvSpPr>
        <p:spPr bwMode="auto">
          <a:xfrm>
            <a:off x="1092200" y="3178175"/>
            <a:ext cx="1031875" cy="152400"/>
          </a:xfrm>
          <a:prstGeom prst="borderCallout1">
            <a:avLst>
              <a:gd name="adj1" fmla="val 70806"/>
              <a:gd name="adj2" fmla="val 101245"/>
              <a:gd name="adj3" fmla="val -2083"/>
              <a:gd name="adj4" fmla="val 105708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9474" name="圖說文字: 直線 39">
            <a:extLst>
              <a:ext uri="{FF2B5EF4-FFF2-40B4-BE49-F238E27FC236}">
                <a16:creationId xmlns:a16="http://schemas.microsoft.com/office/drawing/2014/main" id="{9A5784A6-4AEA-AC8F-AB5C-F1013D81F01A}"/>
              </a:ext>
            </a:extLst>
          </p:cNvPr>
          <p:cNvSpPr>
            <a:spLocks/>
          </p:cNvSpPr>
          <p:nvPr/>
        </p:nvSpPr>
        <p:spPr bwMode="auto">
          <a:xfrm>
            <a:off x="7127875" y="2613025"/>
            <a:ext cx="504825" cy="168275"/>
          </a:xfrm>
          <a:prstGeom prst="borderCallout1">
            <a:avLst>
              <a:gd name="adj1" fmla="val 70806"/>
              <a:gd name="adj2" fmla="val 101245"/>
              <a:gd name="adj3" fmla="val 37519"/>
              <a:gd name="adj4" fmla="val 124569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19475" name="Text Box 11">
            <a:extLst>
              <a:ext uri="{FF2B5EF4-FFF2-40B4-BE49-F238E27FC236}">
                <a16:creationId xmlns:a16="http://schemas.microsoft.com/office/drawing/2014/main" id="{03A5B349-9231-A9B7-740D-AF7186AAC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2514600"/>
            <a:ext cx="2095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5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9476" name="Text Box 11">
            <a:extLst>
              <a:ext uri="{FF2B5EF4-FFF2-40B4-BE49-F238E27FC236}">
                <a16:creationId xmlns:a16="http://schemas.microsoft.com/office/drawing/2014/main" id="{5D5B3341-23D4-18C8-9618-EB7BF8CE9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0" y="3032125"/>
            <a:ext cx="2095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6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cxnSp>
        <p:nvCxnSpPr>
          <p:cNvPr id="19477" name="接點: 弧形 16">
            <a:extLst>
              <a:ext uri="{FF2B5EF4-FFF2-40B4-BE49-F238E27FC236}">
                <a16:creationId xmlns:a16="http://schemas.microsoft.com/office/drawing/2014/main" id="{84D24241-8113-5AFA-0788-90FB9CBBFEBF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046287" y="3382962"/>
            <a:ext cx="234951" cy="117475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>
            <a:extLst>
              <a:ext uri="{FF2B5EF4-FFF2-40B4-BE49-F238E27FC236}">
                <a16:creationId xmlns:a16="http://schemas.microsoft.com/office/drawing/2014/main" id="{CB3612B2-C0D1-84AE-C6F4-9734AE9ED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58738"/>
            <a:ext cx="8101012" cy="642937"/>
          </a:xfrm>
        </p:spPr>
        <p:txBody>
          <a:bodyPr/>
          <a:lstStyle/>
          <a:p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(52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57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58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59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料號用量修改</a:t>
            </a:r>
          </a:p>
        </p:txBody>
      </p:sp>
      <p:pic>
        <p:nvPicPr>
          <p:cNvPr id="20483" name="圖片 19">
            <a:extLst>
              <a:ext uri="{FF2B5EF4-FFF2-40B4-BE49-F238E27FC236}">
                <a16:creationId xmlns:a16="http://schemas.microsoft.com/office/drawing/2014/main" id="{2E115250-C3BE-D58F-2B45-5B4C364DB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776288"/>
            <a:ext cx="6121400" cy="282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2C1C70B4-9A39-76DD-5D04-89DC7E535E39}"/>
              </a:ext>
            </a:extLst>
          </p:cNvPr>
          <p:cNvSpPr txBox="1"/>
          <p:nvPr/>
        </p:nvSpPr>
        <p:spPr>
          <a:xfrm>
            <a:off x="899592" y="4480995"/>
            <a:ext cx="6984776" cy="1830822"/>
          </a:xfrm>
          <a:custGeom>
            <a:avLst/>
            <a:gdLst>
              <a:gd name="connsiteX0" fmla="*/ 0 w 6984776"/>
              <a:gd name="connsiteY0" fmla="*/ 0 h 1830822"/>
              <a:gd name="connsiteX1" fmla="*/ 6984776 w 6984776"/>
              <a:gd name="connsiteY1" fmla="*/ 0 h 1830822"/>
              <a:gd name="connsiteX2" fmla="*/ 6984776 w 6984776"/>
              <a:gd name="connsiteY2" fmla="*/ 1830822 h 1830822"/>
              <a:gd name="connsiteX3" fmla="*/ 0 w 6984776"/>
              <a:gd name="connsiteY3" fmla="*/ 1830822 h 1830822"/>
              <a:gd name="connsiteX4" fmla="*/ 0 w 6984776"/>
              <a:gd name="connsiteY4" fmla="*/ 0 h 183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4776" h="1830822" fill="none" extrusionOk="0">
                <a:moveTo>
                  <a:pt x="0" y="0"/>
                </a:moveTo>
                <a:cubicBezTo>
                  <a:pt x="2096519" y="37801"/>
                  <a:pt x="5193871" y="-40555"/>
                  <a:pt x="6984776" y="0"/>
                </a:cubicBezTo>
                <a:cubicBezTo>
                  <a:pt x="6907192" y="433785"/>
                  <a:pt x="6912271" y="1487099"/>
                  <a:pt x="6984776" y="1830822"/>
                </a:cubicBezTo>
                <a:cubicBezTo>
                  <a:pt x="6284730" y="1846655"/>
                  <a:pt x="2261856" y="1950251"/>
                  <a:pt x="0" y="1830822"/>
                </a:cubicBezTo>
                <a:cubicBezTo>
                  <a:pt x="18427" y="1506075"/>
                  <a:pt x="82393" y="538449"/>
                  <a:pt x="0" y="0"/>
                </a:cubicBezTo>
                <a:close/>
              </a:path>
              <a:path w="6984776" h="1830822" stroke="0" extrusionOk="0">
                <a:moveTo>
                  <a:pt x="0" y="0"/>
                </a:moveTo>
                <a:cubicBezTo>
                  <a:pt x="1607184" y="50335"/>
                  <a:pt x="5316246" y="24668"/>
                  <a:pt x="6984776" y="0"/>
                </a:cubicBezTo>
                <a:cubicBezTo>
                  <a:pt x="6978267" y="836826"/>
                  <a:pt x="6972391" y="1049463"/>
                  <a:pt x="6984776" y="1830822"/>
                </a:cubicBezTo>
                <a:cubicBezTo>
                  <a:pt x="4615682" y="1967261"/>
                  <a:pt x="3481867" y="1918614"/>
                  <a:pt x="0" y="1830822"/>
                </a:cubicBezTo>
                <a:cubicBezTo>
                  <a:pt x="-27720" y="1645164"/>
                  <a:pt x="-21048" y="625938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300"/>
              </a:lnSpc>
              <a:defRPr/>
            </a:pPr>
            <a:r>
              <a:rPr lang="en-US" altLang="zh-TW" sz="1600" b="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zh-TW" altLang="en-US" sz="1600" dirty="0">
                <a:solidFill>
                  <a:srgbClr val="0000FF"/>
                </a:solidFill>
                <a:highlight>
                  <a:srgbClr val="FFFF00"/>
                </a:highlight>
              </a:rPr>
              <a:t>若料號插件位置需同時刪除及新增時，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FFFF00"/>
                </a:highlight>
              </a:rPr>
              <a:t>EC</a:t>
            </a:r>
            <a:r>
              <a:rPr lang="zh-TW" altLang="en-US" sz="1600" dirty="0">
                <a:solidFill>
                  <a:srgbClr val="0000FF"/>
                </a:solidFill>
                <a:highlight>
                  <a:srgbClr val="FFFF00"/>
                </a:highlight>
              </a:rPr>
              <a:t>則在同一筆資料填寫即可</a:t>
            </a:r>
            <a:endParaRPr lang="en-US" altLang="zh-TW" sz="1600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1.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Assembly Level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填寫</a:t>
            </a:r>
            <a:r>
              <a:rPr lang="en-US" altLang="zh-TW" sz="1400" dirty="0">
                <a:solidFill>
                  <a:srgbClr val="0000FF"/>
                </a:solidFill>
              </a:rPr>
              <a:t>M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BOM</a:t>
            </a:r>
            <a:r>
              <a:rPr lang="zh-TW" altLang="en-US" sz="1400" dirty="0">
                <a:solidFill>
                  <a:srgbClr val="0000FF"/>
                </a:solidFill>
              </a:rPr>
              <a:t>階層料號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2.</a:t>
            </a:r>
            <a:r>
              <a:rPr lang="en-US" altLang="zh-TW" sz="1400" u="sng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Part Number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C0C0C0"/>
                </a:highlight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填寫要修改的料號 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針對機種</a:t>
            </a:r>
            <a:r>
              <a:rPr lang="en-US" altLang="zh-TW" sz="1400" dirty="0">
                <a:solidFill>
                  <a:srgbClr val="0000FF"/>
                </a:solidFill>
              </a:rPr>
              <a:t>BOM</a:t>
            </a:r>
            <a:r>
              <a:rPr lang="zh-TW" altLang="en-US" sz="1400" dirty="0">
                <a:solidFill>
                  <a:srgbClr val="0000FF"/>
                </a:solidFill>
              </a:rPr>
              <a:t>既有料號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3.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選擇為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非替代料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  <a:endParaRPr lang="en-US" altLang="zh-TW" sz="1400" dirty="0">
              <a:solidFill>
                <a:srgbClr val="FF0000"/>
              </a:solidFill>
            </a:endParaRPr>
          </a:p>
          <a:p>
            <a:pPr>
              <a:lnSpc>
                <a:spcPts val="23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</a:rPr>
              <a:t>4.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Add Reference</a:t>
            </a:r>
            <a:r>
              <a:rPr lang="en-US" altLang="zh-TW" sz="1400" dirty="0">
                <a:solidFill>
                  <a:srgbClr val="0000FF"/>
                </a:solidFill>
                <a:highlight>
                  <a:srgbClr val="C0C0C0"/>
                </a:highlight>
              </a:rPr>
              <a:t>:</a:t>
            </a:r>
            <a:r>
              <a:rPr lang="zh-TW" altLang="en-US" sz="1400" dirty="0">
                <a:solidFill>
                  <a:srgbClr val="0000FF"/>
                </a:solidFill>
                <a:highlight>
                  <a:srgbClr val="C0C0C0"/>
                </a:highlight>
              </a:rPr>
              <a:t> </a:t>
            </a:r>
            <a:r>
              <a:rPr lang="zh-TW" altLang="en-US" sz="1400" dirty="0">
                <a:solidFill>
                  <a:srgbClr val="0000FF"/>
                </a:solidFill>
              </a:rPr>
              <a:t>填寫新增插件位置，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Delete Reference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點入小方框選擇亦要刪除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3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  的插件位置，或可直接在欄位上填寫要刪除的插件位置</a:t>
            </a:r>
            <a:r>
              <a:rPr lang="en-US" altLang="zh-TW" sz="1400" dirty="0">
                <a:solidFill>
                  <a:srgbClr val="0000FF"/>
                </a:solidFill>
              </a:rPr>
              <a:t>(</a:t>
            </a:r>
            <a:r>
              <a:rPr lang="zh-TW" altLang="en-US" sz="1400" dirty="0">
                <a:solidFill>
                  <a:srgbClr val="0000FF"/>
                </a:solidFill>
              </a:rPr>
              <a:t>若未正確會卡填寫</a:t>
            </a:r>
            <a:r>
              <a:rPr lang="en-US" altLang="zh-TW" sz="1400" dirty="0">
                <a:solidFill>
                  <a:srgbClr val="0000FF"/>
                </a:solidFill>
              </a:rPr>
              <a:t>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71A4CF8-2F96-7C32-B915-6BDDC386F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938" y="2084388"/>
            <a:ext cx="3424237" cy="21574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0486" name="圖說文字: 直線 3">
            <a:extLst>
              <a:ext uri="{FF2B5EF4-FFF2-40B4-BE49-F238E27FC236}">
                <a16:creationId xmlns:a16="http://schemas.microsoft.com/office/drawing/2014/main" id="{F61132D9-1091-AC73-4DF4-FA3DE694AEBD}"/>
              </a:ext>
            </a:extLst>
          </p:cNvPr>
          <p:cNvSpPr>
            <a:spLocks/>
          </p:cNvSpPr>
          <p:nvPr/>
        </p:nvSpPr>
        <p:spPr bwMode="auto">
          <a:xfrm>
            <a:off x="1431925" y="1677988"/>
            <a:ext cx="5300663" cy="166687"/>
          </a:xfrm>
          <a:prstGeom prst="borderCallout1">
            <a:avLst>
              <a:gd name="adj1" fmla="val -8972"/>
              <a:gd name="adj2" fmla="val 99986"/>
              <a:gd name="adj3" fmla="val -82963"/>
              <a:gd name="adj4" fmla="val 103676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0487" name="圖說文字: 直線 4">
            <a:extLst>
              <a:ext uri="{FF2B5EF4-FFF2-40B4-BE49-F238E27FC236}">
                <a16:creationId xmlns:a16="http://schemas.microsoft.com/office/drawing/2014/main" id="{DCA9DC2B-F1D9-DDF8-40B5-07305CFBE9EE}"/>
              </a:ext>
            </a:extLst>
          </p:cNvPr>
          <p:cNvSpPr>
            <a:spLocks/>
          </p:cNvSpPr>
          <p:nvPr/>
        </p:nvSpPr>
        <p:spPr bwMode="auto">
          <a:xfrm>
            <a:off x="1422400" y="822325"/>
            <a:ext cx="911225" cy="188913"/>
          </a:xfrm>
          <a:prstGeom prst="borderCallout1">
            <a:avLst>
              <a:gd name="adj1" fmla="val 70806"/>
              <a:gd name="adj2" fmla="val 101245"/>
              <a:gd name="adj3" fmla="val 53380"/>
              <a:gd name="adj4" fmla="val 11393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0488" name="圖說文字: 直線 5">
            <a:extLst>
              <a:ext uri="{FF2B5EF4-FFF2-40B4-BE49-F238E27FC236}">
                <a16:creationId xmlns:a16="http://schemas.microsoft.com/office/drawing/2014/main" id="{85437A0B-11AC-9230-DB68-EA4E69BECC79}"/>
              </a:ext>
            </a:extLst>
          </p:cNvPr>
          <p:cNvSpPr>
            <a:spLocks/>
          </p:cNvSpPr>
          <p:nvPr/>
        </p:nvSpPr>
        <p:spPr bwMode="auto">
          <a:xfrm>
            <a:off x="1422400" y="1033463"/>
            <a:ext cx="911225" cy="188912"/>
          </a:xfrm>
          <a:prstGeom prst="borderCallout1">
            <a:avLst>
              <a:gd name="adj1" fmla="val 70806"/>
              <a:gd name="adj2" fmla="val 101245"/>
              <a:gd name="adj3" fmla="val 13042"/>
              <a:gd name="adj4" fmla="val 122296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0489" name="圖說文字: 直線 6">
            <a:extLst>
              <a:ext uri="{FF2B5EF4-FFF2-40B4-BE49-F238E27FC236}">
                <a16:creationId xmlns:a16="http://schemas.microsoft.com/office/drawing/2014/main" id="{AA2BA97E-591E-B04B-9A42-773F75ADA671}"/>
              </a:ext>
            </a:extLst>
          </p:cNvPr>
          <p:cNvSpPr>
            <a:spLocks/>
          </p:cNvSpPr>
          <p:nvPr/>
        </p:nvSpPr>
        <p:spPr bwMode="auto">
          <a:xfrm>
            <a:off x="1431925" y="1249363"/>
            <a:ext cx="911225" cy="188912"/>
          </a:xfrm>
          <a:prstGeom prst="borderCallout1">
            <a:avLst>
              <a:gd name="adj1" fmla="val 70806"/>
              <a:gd name="adj2" fmla="val 101245"/>
              <a:gd name="adj3" fmla="val 68505"/>
              <a:gd name="adj4" fmla="val 123343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0490" name="Text Box 11">
            <a:extLst>
              <a:ext uri="{FF2B5EF4-FFF2-40B4-BE49-F238E27FC236}">
                <a16:creationId xmlns:a16="http://schemas.microsoft.com/office/drawing/2014/main" id="{6282008C-CD44-E7A1-49F7-9571DF569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100" y="695325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0491" name="Text Box 11">
            <a:extLst>
              <a:ext uri="{FF2B5EF4-FFF2-40B4-BE49-F238E27FC236}">
                <a16:creationId xmlns:a16="http://schemas.microsoft.com/office/drawing/2014/main" id="{3E38E48C-5D1C-F797-7EC9-2CC5E16BE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5" y="923925"/>
            <a:ext cx="2095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0492" name="Text Box 11">
            <a:extLst>
              <a:ext uri="{FF2B5EF4-FFF2-40B4-BE49-F238E27FC236}">
                <a16:creationId xmlns:a16="http://schemas.microsoft.com/office/drawing/2014/main" id="{BC98CAFD-7FF5-6FDA-BB80-45FE3B852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1252538"/>
            <a:ext cx="20955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0493" name="Text Box 11">
            <a:extLst>
              <a:ext uri="{FF2B5EF4-FFF2-40B4-BE49-F238E27FC236}">
                <a16:creationId xmlns:a16="http://schemas.microsoft.com/office/drawing/2014/main" id="{C90A1D23-6F00-1AB5-C6AF-A09F26858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3888" y="1404938"/>
            <a:ext cx="158750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cxnSp>
        <p:nvCxnSpPr>
          <p:cNvPr id="20494" name="接點: 弧形 16">
            <a:extLst>
              <a:ext uri="{FF2B5EF4-FFF2-40B4-BE49-F238E27FC236}">
                <a16:creationId xmlns:a16="http://schemas.microsoft.com/office/drawing/2014/main" id="{3B8153DD-5BE9-F3B7-2D80-0C4BA0301018}"/>
              </a:ext>
            </a:extLst>
          </p:cNvPr>
          <p:cNvCxnSpPr>
            <a:cxnSpLocks/>
            <a:stCxn id="20495" idx="3"/>
            <a:endCxn id="3" idx="0"/>
          </p:cNvCxnSpPr>
          <p:nvPr/>
        </p:nvCxnSpPr>
        <p:spPr bwMode="auto">
          <a:xfrm>
            <a:off x="6732588" y="1760538"/>
            <a:ext cx="447675" cy="323850"/>
          </a:xfrm>
          <a:prstGeom prst="curvedConnector2">
            <a:avLst/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5" name="矩形 15">
            <a:extLst>
              <a:ext uri="{FF2B5EF4-FFF2-40B4-BE49-F238E27FC236}">
                <a16:creationId xmlns:a16="http://schemas.microsoft.com/office/drawing/2014/main" id="{C640740F-5289-43BB-70A8-01DBE3D90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677988"/>
            <a:ext cx="215900" cy="165100"/>
          </a:xfrm>
          <a:prstGeom prst="rect">
            <a:avLst/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圖片 10">
            <a:extLst>
              <a:ext uri="{FF2B5EF4-FFF2-40B4-BE49-F238E27FC236}">
                <a16:creationId xmlns:a16="http://schemas.microsoft.com/office/drawing/2014/main" id="{7053E67E-81EA-B9AB-9A5F-75B089A9E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484784"/>
            <a:ext cx="70866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標題 1">
            <a:extLst>
              <a:ext uri="{FF2B5EF4-FFF2-40B4-BE49-F238E27FC236}">
                <a16:creationId xmlns:a16="http://schemas.microsoft.com/office/drawing/2014/main" id="{4A362476-EA77-257E-E127-BD4FEAAC5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0788" y="115888"/>
            <a:ext cx="7815262" cy="585787"/>
          </a:xfrm>
        </p:spPr>
        <p:txBody>
          <a:bodyPr/>
          <a:lstStyle/>
          <a:p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(52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57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58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59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刪除料號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51F23E4-4CD6-ADC7-5834-D8B70A4F7659}"/>
              </a:ext>
            </a:extLst>
          </p:cNvPr>
          <p:cNvSpPr txBox="1"/>
          <p:nvPr/>
        </p:nvSpPr>
        <p:spPr>
          <a:xfrm>
            <a:off x="899592" y="4577653"/>
            <a:ext cx="7272808" cy="1093120"/>
          </a:xfrm>
          <a:custGeom>
            <a:avLst/>
            <a:gdLst>
              <a:gd name="connsiteX0" fmla="*/ 0 w 6984776"/>
              <a:gd name="connsiteY0" fmla="*/ 0 h 1402756"/>
              <a:gd name="connsiteX1" fmla="*/ 6984776 w 6984776"/>
              <a:gd name="connsiteY1" fmla="*/ 0 h 1402756"/>
              <a:gd name="connsiteX2" fmla="*/ 6984776 w 6984776"/>
              <a:gd name="connsiteY2" fmla="*/ 1402756 h 1402756"/>
              <a:gd name="connsiteX3" fmla="*/ 0 w 6984776"/>
              <a:gd name="connsiteY3" fmla="*/ 1402756 h 1402756"/>
              <a:gd name="connsiteX4" fmla="*/ 0 w 6984776"/>
              <a:gd name="connsiteY4" fmla="*/ 0 h 140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4776" h="1402756" fill="none" extrusionOk="0">
                <a:moveTo>
                  <a:pt x="0" y="0"/>
                </a:moveTo>
                <a:cubicBezTo>
                  <a:pt x="2096519" y="37801"/>
                  <a:pt x="5193871" y="-40555"/>
                  <a:pt x="6984776" y="0"/>
                </a:cubicBezTo>
                <a:cubicBezTo>
                  <a:pt x="6931899" y="365524"/>
                  <a:pt x="7104975" y="1068399"/>
                  <a:pt x="6984776" y="1402756"/>
                </a:cubicBezTo>
                <a:cubicBezTo>
                  <a:pt x="6284730" y="1418589"/>
                  <a:pt x="2261856" y="1522185"/>
                  <a:pt x="0" y="1402756"/>
                </a:cubicBezTo>
                <a:cubicBezTo>
                  <a:pt x="21154" y="1013471"/>
                  <a:pt x="22815" y="475671"/>
                  <a:pt x="0" y="0"/>
                </a:cubicBezTo>
                <a:close/>
              </a:path>
              <a:path w="6984776" h="1402756" stroke="0" extrusionOk="0">
                <a:moveTo>
                  <a:pt x="0" y="0"/>
                </a:moveTo>
                <a:cubicBezTo>
                  <a:pt x="1607184" y="50335"/>
                  <a:pt x="5316246" y="24668"/>
                  <a:pt x="6984776" y="0"/>
                </a:cubicBezTo>
                <a:cubicBezTo>
                  <a:pt x="7095792" y="437621"/>
                  <a:pt x="7039537" y="1140444"/>
                  <a:pt x="6984776" y="1402756"/>
                </a:cubicBezTo>
                <a:cubicBezTo>
                  <a:pt x="4615682" y="1539195"/>
                  <a:pt x="3481867" y="1490548"/>
                  <a:pt x="0" y="1402756"/>
                </a:cubicBezTo>
                <a:cubicBezTo>
                  <a:pt x="51966" y="981816"/>
                  <a:pt x="-459" y="271126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700"/>
              </a:lnSpc>
              <a:defRPr/>
            </a:pPr>
            <a:r>
              <a:rPr lang="en-US" altLang="zh-TW" sz="1600" b="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zh-TW" altLang="en-US" sz="1600" dirty="0">
                <a:solidFill>
                  <a:srgbClr val="0000FF"/>
                </a:solidFill>
              </a:rPr>
              <a:t>刪除整筆料號，建議處理欄位選擇</a:t>
            </a:r>
            <a:r>
              <a:rPr lang="en-US" altLang="zh-TW" sz="1600" dirty="0">
                <a:solidFill>
                  <a:srgbClr val="0000FF"/>
                </a:solidFill>
              </a:rPr>
              <a:t>Disable</a:t>
            </a:r>
            <a:r>
              <a:rPr lang="zh-TW" altLang="en-US" sz="1600" dirty="0">
                <a:solidFill>
                  <a:srgbClr val="0000FF"/>
                </a:solidFill>
              </a:rPr>
              <a:t>，可減省勾選或填寫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>
              <a:lnSpc>
                <a:spcPts val="2700"/>
              </a:lnSpc>
              <a:defRPr/>
            </a:pPr>
            <a:r>
              <a:rPr lang="zh-TW" altLang="en-US" sz="1600" dirty="0">
                <a:solidFill>
                  <a:srgbClr val="0000FF"/>
                </a:solidFill>
              </a:rPr>
              <a:t>  </a:t>
            </a:r>
            <a:r>
              <a:rPr lang="en-US" altLang="zh-TW" sz="1600" dirty="0">
                <a:solidFill>
                  <a:srgbClr val="0000FF"/>
                </a:solidFill>
              </a:rPr>
              <a:t>1.</a:t>
            </a:r>
            <a:r>
              <a:rPr lang="zh-TW" altLang="en-US" sz="16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en-US" altLang="zh-TW" sz="1600" dirty="0">
                <a:solidFill>
                  <a:srgbClr val="0000FF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選擇 </a:t>
            </a:r>
            <a:r>
              <a:rPr lang="en-US" altLang="zh-TW" sz="1600" dirty="0">
                <a:solidFill>
                  <a:srgbClr val="FF0000"/>
                </a:solidFill>
              </a:rPr>
              <a:t>[Disable]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>
              <a:lnSpc>
                <a:spcPts val="27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  2.</a:t>
            </a:r>
            <a:r>
              <a:rPr lang="en-US" altLang="zh-TW" sz="1600" u="sng" dirty="0">
                <a:solidFill>
                  <a:srgbClr val="0000FF"/>
                </a:solidFill>
              </a:rPr>
              <a:t> Delete Reference</a:t>
            </a:r>
            <a:r>
              <a:rPr lang="en-US" altLang="zh-TW" sz="1600" dirty="0">
                <a:solidFill>
                  <a:srgbClr val="0000FF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自動帶出刪除的插件位置</a:t>
            </a:r>
            <a:endParaRPr lang="en-US" altLang="zh-TW" sz="1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>
            <a:extLst>
              <a:ext uri="{FF2B5EF4-FFF2-40B4-BE49-F238E27FC236}">
                <a16:creationId xmlns:a16="http://schemas.microsoft.com/office/drawing/2014/main" id="{8D0E7451-9044-3B59-DA3D-5007D8415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0788" y="61913"/>
            <a:ext cx="7743825" cy="639762"/>
          </a:xfrm>
        </p:spPr>
        <p:txBody>
          <a:bodyPr/>
          <a:lstStyle/>
          <a:p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(52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57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58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59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en-US" altLang="zh-TW" sz="30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000">
                <a:latin typeface="標楷體" panose="03000509000000000000" pitchFamily="65" charset="-120"/>
                <a:ea typeface="標楷體" panose="03000509000000000000" pitchFamily="65" charset="-120"/>
              </a:rPr>
              <a:t>用量為點數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430B437-378C-A229-BB02-0763B2712459}"/>
              </a:ext>
            </a:extLst>
          </p:cNvPr>
          <p:cNvSpPr txBox="1"/>
          <p:nvPr/>
        </p:nvSpPr>
        <p:spPr>
          <a:xfrm>
            <a:off x="507206" y="4279536"/>
            <a:ext cx="8129587" cy="2058128"/>
          </a:xfrm>
          <a:custGeom>
            <a:avLst/>
            <a:gdLst>
              <a:gd name="connsiteX0" fmla="*/ 0 w 8129243"/>
              <a:gd name="connsiteY0" fmla="*/ 0 h 1541961"/>
              <a:gd name="connsiteX1" fmla="*/ 8129243 w 8129243"/>
              <a:gd name="connsiteY1" fmla="*/ 0 h 1541961"/>
              <a:gd name="connsiteX2" fmla="*/ 8129243 w 8129243"/>
              <a:gd name="connsiteY2" fmla="*/ 1541961 h 1541961"/>
              <a:gd name="connsiteX3" fmla="*/ 0 w 8129243"/>
              <a:gd name="connsiteY3" fmla="*/ 1541961 h 1541961"/>
              <a:gd name="connsiteX4" fmla="*/ 0 w 8129243"/>
              <a:gd name="connsiteY4" fmla="*/ 0 h 154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9243" h="1541961" fill="none" extrusionOk="0">
                <a:moveTo>
                  <a:pt x="0" y="0"/>
                </a:moveTo>
                <a:cubicBezTo>
                  <a:pt x="2347325" y="37801"/>
                  <a:pt x="5383367" y="-40555"/>
                  <a:pt x="8129243" y="0"/>
                </a:cubicBezTo>
                <a:cubicBezTo>
                  <a:pt x="8164313" y="366609"/>
                  <a:pt x="8206192" y="1030936"/>
                  <a:pt x="8129243" y="1541961"/>
                </a:cubicBezTo>
                <a:cubicBezTo>
                  <a:pt x="4394146" y="1557794"/>
                  <a:pt x="955752" y="1661390"/>
                  <a:pt x="0" y="1541961"/>
                </a:cubicBezTo>
                <a:cubicBezTo>
                  <a:pt x="-134474" y="1083023"/>
                  <a:pt x="-61473" y="249721"/>
                  <a:pt x="0" y="0"/>
                </a:cubicBezTo>
                <a:close/>
              </a:path>
              <a:path w="8129243" h="1541961" stroke="0" extrusionOk="0">
                <a:moveTo>
                  <a:pt x="0" y="0"/>
                </a:moveTo>
                <a:cubicBezTo>
                  <a:pt x="2730825" y="50335"/>
                  <a:pt x="6237006" y="24668"/>
                  <a:pt x="8129243" y="0"/>
                </a:cubicBezTo>
                <a:cubicBezTo>
                  <a:pt x="8195058" y="387389"/>
                  <a:pt x="8179651" y="995890"/>
                  <a:pt x="8129243" y="1541961"/>
                </a:cubicBezTo>
                <a:cubicBezTo>
                  <a:pt x="7284014" y="1678400"/>
                  <a:pt x="4035528" y="1629753"/>
                  <a:pt x="0" y="1541961"/>
                </a:cubicBezTo>
                <a:cubicBezTo>
                  <a:pt x="-105137" y="1089868"/>
                  <a:pt x="44543" y="469213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1.</a:t>
            </a:r>
            <a:r>
              <a:rPr lang="zh-TW" altLang="en-US" sz="1600" dirty="0">
                <a:solidFill>
                  <a:srgbClr val="0000FF"/>
                </a:solidFill>
              </a:rPr>
              <a:t> </a:t>
            </a:r>
            <a:r>
              <a:rPr lang="en-US" altLang="zh-TW" sz="1600" u="sng" dirty="0">
                <a:solidFill>
                  <a:srgbClr val="0000FF"/>
                </a:solidFill>
                <a:highlight>
                  <a:srgbClr val="C0C0C0"/>
                </a:highlight>
              </a:rPr>
              <a:t>Assembly Level</a:t>
            </a:r>
            <a:r>
              <a:rPr lang="en-US" altLang="zh-TW" sz="1600" dirty="0">
                <a:solidFill>
                  <a:srgbClr val="0000FF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填寫</a:t>
            </a:r>
            <a:r>
              <a:rPr lang="en-US" altLang="zh-TW" sz="1600" dirty="0">
                <a:solidFill>
                  <a:srgbClr val="0000FF"/>
                </a:solidFill>
              </a:rPr>
              <a:t>M</a:t>
            </a:r>
            <a:r>
              <a:rPr lang="zh-TW" altLang="en-US" sz="1600" dirty="0">
                <a:solidFill>
                  <a:srgbClr val="0000FF"/>
                </a:solidFill>
              </a:rPr>
              <a:t> </a:t>
            </a:r>
            <a:r>
              <a:rPr lang="en-US" altLang="zh-TW" sz="1600" dirty="0">
                <a:solidFill>
                  <a:srgbClr val="0000FF"/>
                </a:solidFill>
              </a:rPr>
              <a:t>BOM</a:t>
            </a:r>
            <a:r>
              <a:rPr lang="zh-TW" altLang="en-US" sz="1600" dirty="0">
                <a:solidFill>
                  <a:srgbClr val="0000FF"/>
                </a:solidFill>
              </a:rPr>
              <a:t>階層料號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2.</a:t>
            </a:r>
            <a:r>
              <a:rPr lang="en-US" altLang="zh-TW" sz="1600" u="sng" dirty="0">
                <a:solidFill>
                  <a:srgbClr val="0000FF"/>
                </a:solidFill>
              </a:rPr>
              <a:t> </a:t>
            </a:r>
            <a:r>
              <a:rPr lang="en-US" altLang="zh-TW" sz="1600" u="sng" dirty="0">
                <a:solidFill>
                  <a:srgbClr val="0000FF"/>
                </a:solidFill>
                <a:highlight>
                  <a:srgbClr val="C0C0C0"/>
                </a:highlight>
              </a:rPr>
              <a:t>Part Number</a:t>
            </a:r>
            <a:r>
              <a:rPr lang="en-US" altLang="zh-TW" sz="1600" dirty="0">
                <a:solidFill>
                  <a:srgbClr val="0000FF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填寫新增料號 </a:t>
            </a:r>
            <a:endParaRPr lang="en-US" altLang="zh-TW" sz="1600" dirty="0">
              <a:solidFill>
                <a:srgbClr val="0000FF"/>
              </a:solidFill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3.</a:t>
            </a:r>
            <a:r>
              <a:rPr lang="zh-TW" altLang="en-US" sz="1600" dirty="0">
                <a:solidFill>
                  <a:srgbClr val="0000FF"/>
                </a:solidFill>
              </a:rPr>
              <a:t> </a:t>
            </a:r>
            <a:r>
              <a:rPr lang="zh-TW" altLang="en-US" sz="16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C0C0C0"/>
                </a:highlight>
              </a:rPr>
              <a:t>:</a:t>
            </a:r>
            <a:r>
              <a:rPr lang="zh-TW" altLang="en-US" sz="1600" dirty="0">
                <a:solidFill>
                  <a:srgbClr val="0000FF"/>
                </a:solidFill>
                <a:highlight>
                  <a:srgbClr val="C0C0C0"/>
                </a:highlight>
              </a:rPr>
              <a:t> </a:t>
            </a:r>
            <a:r>
              <a:rPr lang="zh-TW" altLang="en-US" sz="1600" dirty="0">
                <a:solidFill>
                  <a:srgbClr val="0000FF"/>
                </a:solidFill>
              </a:rPr>
              <a:t>選擇為</a:t>
            </a:r>
            <a:r>
              <a:rPr lang="en-US" altLang="zh-TW" sz="1600" dirty="0">
                <a:solidFill>
                  <a:srgbClr val="0000FF"/>
                </a:solidFill>
              </a:rPr>
              <a:t>[</a:t>
            </a:r>
            <a:r>
              <a:rPr lang="zh-TW" altLang="en-US" sz="1600" dirty="0">
                <a:solidFill>
                  <a:srgbClr val="0000FF"/>
                </a:solidFill>
              </a:rPr>
              <a:t>非替代料</a:t>
            </a:r>
            <a:r>
              <a:rPr lang="en-US" altLang="zh-TW" sz="1600" dirty="0">
                <a:solidFill>
                  <a:srgbClr val="0000FF"/>
                </a:solidFill>
              </a:rPr>
              <a:t>]</a:t>
            </a:r>
          </a:p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4.</a:t>
            </a:r>
            <a:r>
              <a:rPr lang="en-US" altLang="zh-TW" sz="1600" u="sng" dirty="0">
                <a:solidFill>
                  <a:srgbClr val="0000FF"/>
                </a:solidFill>
              </a:rPr>
              <a:t> </a:t>
            </a:r>
            <a:r>
              <a:rPr lang="en-US" altLang="zh-TW" sz="1600" u="sng" dirty="0">
                <a:solidFill>
                  <a:srgbClr val="0000FF"/>
                </a:solidFill>
                <a:highlight>
                  <a:srgbClr val="C0C0C0"/>
                </a:highlight>
              </a:rPr>
              <a:t>Add Reference</a:t>
            </a:r>
            <a:r>
              <a:rPr lang="en-US" altLang="zh-TW" sz="1600" dirty="0">
                <a:solidFill>
                  <a:srgbClr val="0000FF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 填寫用量同成品階層填法，例</a:t>
            </a:r>
            <a:r>
              <a:rPr lang="en-US" altLang="zh-TW" sz="1600" dirty="0">
                <a:solidFill>
                  <a:srgbClr val="0000FF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用量為</a:t>
            </a:r>
            <a:r>
              <a:rPr lang="en-US" altLang="zh-TW" sz="1600" dirty="0">
                <a:solidFill>
                  <a:srgbClr val="0000FF"/>
                </a:solidFill>
              </a:rPr>
              <a:t>0.038</a:t>
            </a:r>
            <a:r>
              <a:rPr lang="zh-TW" altLang="en-US" sz="1600" dirty="0">
                <a:solidFill>
                  <a:srgbClr val="0000FF"/>
                </a:solidFill>
              </a:rPr>
              <a:t>，則填寫 *</a:t>
            </a:r>
            <a:r>
              <a:rPr lang="en-US" altLang="zh-TW" sz="1600" dirty="0">
                <a:solidFill>
                  <a:srgbClr val="0000FF"/>
                </a:solidFill>
              </a:rPr>
              <a:t>0.038</a:t>
            </a:r>
          </a:p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FF0000"/>
                </a:solidFill>
              </a:rPr>
              <a:t>   ※</a:t>
            </a:r>
            <a:r>
              <a:rPr lang="zh-TW" altLang="en-US" sz="1600" dirty="0">
                <a:solidFill>
                  <a:srgbClr val="FF0000"/>
                </a:solidFill>
              </a:rPr>
              <a:t>點數用量長度，表單限制至小數點第六位，若輸入到第七位則自動四捨五入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5.</a:t>
            </a:r>
            <a:r>
              <a:rPr lang="en-US" altLang="zh-TW" sz="1600" u="sng" dirty="0">
                <a:solidFill>
                  <a:srgbClr val="0000FF"/>
                </a:solidFill>
              </a:rPr>
              <a:t> </a:t>
            </a:r>
            <a:r>
              <a:rPr lang="en-US" altLang="zh-TW" sz="1600" u="sng" dirty="0">
                <a:solidFill>
                  <a:srgbClr val="0000FF"/>
                </a:solidFill>
                <a:highlight>
                  <a:srgbClr val="C0C0C0"/>
                </a:highlight>
              </a:rPr>
              <a:t>COMMENT</a:t>
            </a:r>
            <a:r>
              <a:rPr lang="zh-TW" altLang="en-US" sz="1600" dirty="0">
                <a:solidFill>
                  <a:srgbClr val="0000FF"/>
                </a:solidFill>
              </a:rPr>
              <a:t> </a:t>
            </a:r>
            <a:r>
              <a:rPr lang="en-US" altLang="zh-TW" sz="1600" dirty="0">
                <a:solidFill>
                  <a:srgbClr val="0000FF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系統不卡填寫</a:t>
            </a:r>
            <a:r>
              <a:rPr lang="en-US" altLang="zh-TW" sz="1600" dirty="0">
                <a:solidFill>
                  <a:srgbClr val="0000FF"/>
                </a:solidFill>
              </a:rPr>
              <a:t>(</a:t>
            </a:r>
            <a:r>
              <a:rPr lang="zh-TW" altLang="en-US" sz="1600" dirty="0">
                <a:solidFill>
                  <a:srgbClr val="0000FF"/>
                </a:solidFill>
              </a:rPr>
              <a:t>只針對成品</a:t>
            </a:r>
            <a:r>
              <a:rPr lang="en-US" altLang="zh-TW" sz="1600" dirty="0">
                <a:solidFill>
                  <a:srgbClr val="0000FF"/>
                </a:solidFill>
              </a:rPr>
              <a:t>/51</a:t>
            </a:r>
            <a:r>
              <a:rPr lang="zh-TW" altLang="en-US" sz="1600" dirty="0">
                <a:solidFill>
                  <a:srgbClr val="0000FF"/>
                </a:solidFill>
              </a:rPr>
              <a:t>階層卡填寫</a:t>
            </a:r>
            <a:r>
              <a:rPr lang="en-US" altLang="zh-TW" sz="1600" dirty="0">
                <a:solidFill>
                  <a:srgbClr val="0000FF"/>
                </a:solidFill>
              </a:rPr>
              <a:t>)</a:t>
            </a:r>
            <a:r>
              <a:rPr lang="zh-TW" altLang="en-US" sz="1600" dirty="0">
                <a:solidFill>
                  <a:srgbClr val="0000FF"/>
                </a:solidFill>
              </a:rPr>
              <a:t>，需自行填寫料件名稱不得空白 </a:t>
            </a:r>
            <a:endParaRPr lang="en-US" altLang="zh-TW" sz="1600" dirty="0">
              <a:solidFill>
                <a:srgbClr val="0000FF"/>
              </a:solidFill>
            </a:endParaRPr>
          </a:p>
        </p:txBody>
      </p:sp>
      <p:sp>
        <p:nvSpPr>
          <p:cNvPr id="22532" name="Text Box 11">
            <a:extLst>
              <a:ext uri="{FF2B5EF4-FFF2-40B4-BE49-F238E27FC236}">
                <a16:creationId xmlns:a16="http://schemas.microsoft.com/office/drawing/2014/main" id="{E1D856F3-E8CB-C7F0-77AF-5006CFB0798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005138" y="828675"/>
            <a:ext cx="21748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pic>
        <p:nvPicPr>
          <p:cNvPr id="22533" name="圖片 3">
            <a:extLst>
              <a:ext uri="{FF2B5EF4-FFF2-40B4-BE49-F238E27FC236}">
                <a16:creationId xmlns:a16="http://schemas.microsoft.com/office/drawing/2014/main" id="{A0E098D7-226C-88A3-2C22-C8D8862C0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985838"/>
            <a:ext cx="6735763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圖說文字: 直線 4">
            <a:extLst>
              <a:ext uri="{FF2B5EF4-FFF2-40B4-BE49-F238E27FC236}">
                <a16:creationId xmlns:a16="http://schemas.microsoft.com/office/drawing/2014/main" id="{6B327C15-EAF2-6B98-7DB5-C4CFE4EE83CA}"/>
              </a:ext>
            </a:extLst>
          </p:cNvPr>
          <p:cNvSpPr>
            <a:spLocks/>
          </p:cNvSpPr>
          <p:nvPr/>
        </p:nvSpPr>
        <p:spPr bwMode="auto">
          <a:xfrm>
            <a:off x="1971675" y="1012825"/>
            <a:ext cx="911225" cy="188913"/>
          </a:xfrm>
          <a:prstGeom prst="borderCallout1">
            <a:avLst>
              <a:gd name="adj1" fmla="val 70806"/>
              <a:gd name="adj2" fmla="val 101245"/>
              <a:gd name="adj3" fmla="val 13042"/>
              <a:gd name="adj4" fmla="val 11393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2535" name="圖說文字: 直線 5">
            <a:extLst>
              <a:ext uri="{FF2B5EF4-FFF2-40B4-BE49-F238E27FC236}">
                <a16:creationId xmlns:a16="http://schemas.microsoft.com/office/drawing/2014/main" id="{211B0891-EA58-7CF1-92CC-2FC4CD958091}"/>
              </a:ext>
            </a:extLst>
          </p:cNvPr>
          <p:cNvSpPr>
            <a:spLocks/>
          </p:cNvSpPr>
          <p:nvPr/>
        </p:nvSpPr>
        <p:spPr bwMode="auto">
          <a:xfrm>
            <a:off x="1984375" y="1285875"/>
            <a:ext cx="911225" cy="188913"/>
          </a:xfrm>
          <a:prstGeom prst="borderCallout1">
            <a:avLst>
              <a:gd name="adj1" fmla="val 70806"/>
              <a:gd name="adj2" fmla="val 101245"/>
              <a:gd name="adj3" fmla="val 13042"/>
              <a:gd name="adj4" fmla="val 108704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2536" name="圖說文字: 直線 6">
            <a:extLst>
              <a:ext uri="{FF2B5EF4-FFF2-40B4-BE49-F238E27FC236}">
                <a16:creationId xmlns:a16="http://schemas.microsoft.com/office/drawing/2014/main" id="{9CD590B9-3978-B1B1-0A1A-821B8DA7F6D1}"/>
              </a:ext>
            </a:extLst>
          </p:cNvPr>
          <p:cNvSpPr>
            <a:spLocks/>
          </p:cNvSpPr>
          <p:nvPr/>
        </p:nvSpPr>
        <p:spPr bwMode="auto">
          <a:xfrm>
            <a:off x="1971675" y="1497013"/>
            <a:ext cx="909638" cy="188912"/>
          </a:xfrm>
          <a:prstGeom prst="borderCallout1">
            <a:avLst>
              <a:gd name="adj1" fmla="val 70806"/>
              <a:gd name="adj2" fmla="val 101245"/>
              <a:gd name="adj3" fmla="val 103801"/>
              <a:gd name="adj4" fmla="val 11497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2537" name="Text Box 11">
            <a:extLst>
              <a:ext uri="{FF2B5EF4-FFF2-40B4-BE49-F238E27FC236}">
                <a16:creationId xmlns:a16="http://schemas.microsoft.com/office/drawing/2014/main" id="{CE4CA1B1-2573-A937-CD0E-3A6F53ADD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488" y="1128713"/>
            <a:ext cx="21113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2538" name="Text Box 11">
            <a:extLst>
              <a:ext uri="{FF2B5EF4-FFF2-40B4-BE49-F238E27FC236}">
                <a16:creationId xmlns:a16="http://schemas.microsoft.com/office/drawing/2014/main" id="{657FFAC8-60F7-F0ED-7641-1E8613134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6263" y="1538288"/>
            <a:ext cx="211137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2539" name="圖說文字: 直線 9">
            <a:extLst>
              <a:ext uri="{FF2B5EF4-FFF2-40B4-BE49-F238E27FC236}">
                <a16:creationId xmlns:a16="http://schemas.microsoft.com/office/drawing/2014/main" id="{7CDD1821-1042-4C48-6E07-DEEF9C683CA6}"/>
              </a:ext>
            </a:extLst>
          </p:cNvPr>
          <p:cNvSpPr>
            <a:spLocks/>
          </p:cNvSpPr>
          <p:nvPr/>
        </p:nvSpPr>
        <p:spPr bwMode="auto">
          <a:xfrm>
            <a:off x="1984375" y="2241550"/>
            <a:ext cx="2155825" cy="155575"/>
          </a:xfrm>
          <a:prstGeom prst="borderCallout1">
            <a:avLst>
              <a:gd name="adj1" fmla="val 70806"/>
              <a:gd name="adj2" fmla="val 101245"/>
              <a:gd name="adj3" fmla="val -55782"/>
              <a:gd name="adj4" fmla="val 103486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2540" name="Text Box 11">
            <a:extLst>
              <a:ext uri="{FF2B5EF4-FFF2-40B4-BE49-F238E27FC236}">
                <a16:creationId xmlns:a16="http://schemas.microsoft.com/office/drawing/2014/main" id="{956FCAA3-5343-8BB5-5C4D-59373AC9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1916113"/>
            <a:ext cx="2254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2541" name="圖說文字: 直線 9">
            <a:extLst>
              <a:ext uri="{FF2B5EF4-FFF2-40B4-BE49-F238E27FC236}">
                <a16:creationId xmlns:a16="http://schemas.microsoft.com/office/drawing/2014/main" id="{EF028A83-B380-5214-F790-7C7D991EA892}"/>
              </a:ext>
            </a:extLst>
          </p:cNvPr>
          <p:cNvSpPr>
            <a:spLocks/>
          </p:cNvSpPr>
          <p:nvPr/>
        </p:nvSpPr>
        <p:spPr bwMode="auto">
          <a:xfrm>
            <a:off x="1984375" y="2492375"/>
            <a:ext cx="2200275" cy="163513"/>
          </a:xfrm>
          <a:prstGeom prst="borderCallout1">
            <a:avLst>
              <a:gd name="adj1" fmla="val 70806"/>
              <a:gd name="adj2" fmla="val 101245"/>
              <a:gd name="adj3" fmla="val 202111"/>
              <a:gd name="adj4" fmla="val 106083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2542" name="Text Box 11">
            <a:extLst>
              <a:ext uri="{FF2B5EF4-FFF2-40B4-BE49-F238E27FC236}">
                <a16:creationId xmlns:a16="http://schemas.microsoft.com/office/drawing/2014/main" id="{EEE4BD29-395A-A6E6-948E-037B7E25B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5" y="2655888"/>
            <a:ext cx="20955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5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>
            <a:extLst>
              <a:ext uri="{FF2B5EF4-FFF2-40B4-BE49-F238E27FC236}">
                <a16:creationId xmlns:a16="http://schemas.microsoft.com/office/drawing/2014/main" id="{3EC688FB-5256-0C92-810E-81EFF80DA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0788" y="42863"/>
            <a:ext cx="7743825" cy="658812"/>
          </a:xfrm>
        </p:spPr>
        <p:txBody>
          <a:bodyPr/>
          <a:lstStyle/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插件位置字元限制</a:t>
            </a:r>
          </a:p>
        </p:txBody>
      </p:sp>
      <p:pic>
        <p:nvPicPr>
          <p:cNvPr id="23555" name="圖片 15">
            <a:extLst>
              <a:ext uri="{FF2B5EF4-FFF2-40B4-BE49-F238E27FC236}">
                <a16:creationId xmlns:a16="http://schemas.microsoft.com/office/drawing/2014/main" id="{10A7333D-4D9B-8471-86FC-200409519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1346200"/>
            <a:ext cx="66770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圖片 14">
            <a:extLst>
              <a:ext uri="{FF2B5EF4-FFF2-40B4-BE49-F238E27FC236}">
                <a16:creationId xmlns:a16="http://schemas.microsoft.com/office/drawing/2014/main" id="{5935907D-F036-FDE1-4269-2D3753703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116138"/>
            <a:ext cx="465772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流程圖: 程序 3">
            <a:extLst>
              <a:ext uri="{FF2B5EF4-FFF2-40B4-BE49-F238E27FC236}">
                <a16:creationId xmlns:a16="http://schemas.microsoft.com/office/drawing/2014/main" id="{D08FA28E-9A64-A760-AE7C-0BC1F45FCDE7}"/>
              </a:ext>
            </a:extLst>
          </p:cNvPr>
          <p:cNvSpPr/>
          <p:nvPr/>
        </p:nvSpPr>
        <p:spPr>
          <a:xfrm>
            <a:off x="1701800" y="1328738"/>
            <a:ext cx="2119313" cy="263525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B19C82A4-F55E-A012-370C-62F3425D5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67A6EC35-9E41-1A13-BEBE-F280195C4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zh-TW" sz="600"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br>
              <a:rPr lang="zh-TW" altLang="zh-TW" sz="2400">
                <a:ea typeface="標楷體" panose="03000509000000000000" pitchFamily="65" charset="-120"/>
              </a:rPr>
            </a:br>
            <a:endParaRPr lang="zh-TW" altLang="zh-TW" sz="1200"/>
          </a:p>
          <a:p>
            <a:pPr>
              <a:spcBef>
                <a:spcPct val="0"/>
              </a:spcBef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2EA8CF12-F765-4E3B-1DC7-ED76316FF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48A8729A-9121-27FE-61ED-CE700A5C0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zh-TW" sz="600"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C1E6F68E-0B73-B29B-335A-146B42353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95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2CC8E28-7DE8-432E-42AE-44FDCD14F131}"/>
              </a:ext>
            </a:extLst>
          </p:cNvPr>
          <p:cNvSpPr txBox="1"/>
          <p:nvPr/>
        </p:nvSpPr>
        <p:spPr>
          <a:xfrm>
            <a:off x="898525" y="4198938"/>
            <a:ext cx="7346950" cy="1785937"/>
          </a:xfrm>
          <a:custGeom>
            <a:avLst/>
            <a:gdLst>
              <a:gd name="connsiteX0" fmla="*/ 0 w 7345834"/>
              <a:gd name="connsiteY0" fmla="*/ 0 h 1724703"/>
              <a:gd name="connsiteX1" fmla="*/ 7345834 w 7345834"/>
              <a:gd name="connsiteY1" fmla="*/ 0 h 1724703"/>
              <a:gd name="connsiteX2" fmla="*/ 7345834 w 7345834"/>
              <a:gd name="connsiteY2" fmla="*/ 1724703 h 1724703"/>
              <a:gd name="connsiteX3" fmla="*/ 0 w 7345834"/>
              <a:gd name="connsiteY3" fmla="*/ 1724703 h 1724703"/>
              <a:gd name="connsiteX4" fmla="*/ 0 w 7345834"/>
              <a:gd name="connsiteY4" fmla="*/ 0 h 172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45834" h="1724703" fill="none" extrusionOk="0">
                <a:moveTo>
                  <a:pt x="0" y="0"/>
                </a:moveTo>
                <a:cubicBezTo>
                  <a:pt x="3406740" y="81462"/>
                  <a:pt x="5481923" y="-154425"/>
                  <a:pt x="7345834" y="0"/>
                </a:cubicBezTo>
                <a:cubicBezTo>
                  <a:pt x="7481100" y="276705"/>
                  <a:pt x="7409680" y="1302434"/>
                  <a:pt x="7345834" y="1724703"/>
                </a:cubicBezTo>
                <a:cubicBezTo>
                  <a:pt x="5206043" y="1840290"/>
                  <a:pt x="2419567" y="1679148"/>
                  <a:pt x="0" y="1724703"/>
                </a:cubicBezTo>
                <a:cubicBezTo>
                  <a:pt x="43606" y="1540305"/>
                  <a:pt x="149158" y="298173"/>
                  <a:pt x="0" y="0"/>
                </a:cubicBezTo>
                <a:close/>
              </a:path>
              <a:path w="7345834" h="1724703" stroke="0" extrusionOk="0">
                <a:moveTo>
                  <a:pt x="0" y="0"/>
                </a:moveTo>
                <a:cubicBezTo>
                  <a:pt x="1961209" y="-68842"/>
                  <a:pt x="5063209" y="24460"/>
                  <a:pt x="7345834" y="0"/>
                </a:cubicBezTo>
                <a:cubicBezTo>
                  <a:pt x="7396150" y="644588"/>
                  <a:pt x="7492954" y="1205776"/>
                  <a:pt x="7345834" y="1724703"/>
                </a:cubicBezTo>
                <a:cubicBezTo>
                  <a:pt x="4337492" y="1693748"/>
                  <a:pt x="1425491" y="1700668"/>
                  <a:pt x="0" y="1724703"/>
                </a:cubicBezTo>
                <a:cubicBezTo>
                  <a:pt x="-130917" y="1056775"/>
                  <a:pt x="108779" y="291011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700"/>
              </a:lnSpc>
              <a:defRPr/>
            </a:pPr>
            <a:r>
              <a:rPr lang="en-US" altLang="zh-TW" sz="1600" b="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</a:t>
            </a:r>
            <a:r>
              <a:rPr lang="zh-TW" altLang="en-US" sz="16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</a:t>
            </a:r>
            <a:r>
              <a:rPr lang="zh-TW" altLang="en-US" sz="1600" dirty="0">
                <a:solidFill>
                  <a:srgbClr val="0000FF"/>
                </a:solidFill>
              </a:rPr>
              <a:t>插件位置不得超過</a:t>
            </a:r>
            <a:r>
              <a:rPr lang="en-US" altLang="zh-TW" sz="1600" dirty="0">
                <a:solidFill>
                  <a:srgbClr val="0000FF"/>
                </a:solidFill>
              </a:rPr>
              <a:t>15</a:t>
            </a:r>
            <a:r>
              <a:rPr lang="zh-TW" altLang="en-US" sz="1600" dirty="0">
                <a:solidFill>
                  <a:srgbClr val="0000FF"/>
                </a:solidFill>
              </a:rPr>
              <a:t>個字元，因寫入系統 </a:t>
            </a:r>
            <a:r>
              <a:rPr lang="en-US" altLang="zh-TW" sz="1600" dirty="0">
                <a:solidFill>
                  <a:srgbClr val="0000FF"/>
                </a:solidFill>
              </a:rPr>
              <a:t>Reference Designator </a:t>
            </a:r>
            <a:r>
              <a:rPr lang="zh-TW" altLang="en-US" sz="1600" dirty="0">
                <a:solidFill>
                  <a:srgbClr val="0000FF"/>
                </a:solidFill>
              </a:rPr>
              <a:t>欄位</a:t>
            </a:r>
          </a:p>
          <a:p>
            <a:pPr>
              <a:lnSpc>
                <a:spcPts val="2700"/>
              </a:lnSpc>
              <a:defRPr/>
            </a:pPr>
            <a:r>
              <a:rPr lang="zh-TW" altLang="en-US" sz="1600" dirty="0">
                <a:solidFill>
                  <a:srgbClr val="0000FF"/>
                </a:solidFill>
              </a:rPr>
              <a:t>   只容許</a:t>
            </a:r>
            <a:r>
              <a:rPr lang="en-US" altLang="zh-TW" sz="1600" dirty="0">
                <a:solidFill>
                  <a:srgbClr val="0000FF"/>
                </a:solidFill>
              </a:rPr>
              <a:t>15</a:t>
            </a:r>
            <a:r>
              <a:rPr lang="zh-TW" altLang="en-US" sz="1600" dirty="0">
                <a:solidFill>
                  <a:srgbClr val="0000FF"/>
                </a:solidFill>
              </a:rPr>
              <a:t>個字元 </a:t>
            </a:r>
            <a:r>
              <a:rPr lang="en-US" altLang="zh-TW" sz="1600" dirty="0">
                <a:solidFill>
                  <a:srgbClr val="0000FF"/>
                </a:solidFill>
              </a:rPr>
              <a:t>(</a:t>
            </a:r>
            <a:r>
              <a:rPr lang="zh-TW" altLang="en-US" sz="1600" dirty="0">
                <a:solidFill>
                  <a:srgbClr val="0000FF"/>
                </a:solidFill>
              </a:rPr>
              <a:t>超過系統卡填寫傳送</a:t>
            </a:r>
            <a:r>
              <a:rPr lang="en-US" altLang="zh-TW" sz="1600" dirty="0">
                <a:solidFill>
                  <a:srgbClr val="0000FF"/>
                </a:solidFill>
              </a:rPr>
              <a:t>)</a:t>
            </a:r>
            <a:endParaRPr lang="zh-TW" altLang="en-US" sz="1600" dirty="0">
              <a:solidFill>
                <a:srgbClr val="0000FF"/>
              </a:solidFill>
            </a:endParaRPr>
          </a:p>
          <a:p>
            <a:pPr>
              <a:lnSpc>
                <a:spcPts val="2700"/>
              </a:lnSpc>
              <a:defRPr/>
            </a:pPr>
            <a:r>
              <a:rPr lang="zh-TW" altLang="en-US" sz="1600" dirty="0">
                <a:solidFill>
                  <a:srgbClr val="0000FF"/>
                </a:solidFill>
              </a:rPr>
              <a:t>   註</a:t>
            </a:r>
            <a:r>
              <a:rPr lang="en-US" altLang="zh-TW" sz="1600" dirty="0">
                <a:solidFill>
                  <a:srgbClr val="0000FF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 </a:t>
            </a:r>
            <a:r>
              <a:rPr lang="en-US" altLang="zh-TW" sz="1600" dirty="0">
                <a:solidFill>
                  <a:srgbClr val="0000FF"/>
                </a:solidFill>
              </a:rPr>
              <a:t>1</a:t>
            </a:r>
            <a:r>
              <a:rPr lang="zh-TW" altLang="en-US" sz="1600" dirty="0">
                <a:solidFill>
                  <a:srgbClr val="0000FF"/>
                </a:solidFill>
              </a:rPr>
              <a:t>個中文字及全形符號是</a:t>
            </a:r>
            <a:r>
              <a:rPr lang="en-US" altLang="zh-TW" sz="1600" dirty="0">
                <a:solidFill>
                  <a:srgbClr val="0000FF"/>
                </a:solidFill>
              </a:rPr>
              <a:t>3</a:t>
            </a:r>
            <a:r>
              <a:rPr lang="zh-TW" altLang="en-US" sz="1600" dirty="0">
                <a:solidFill>
                  <a:srgbClr val="0000FF"/>
                </a:solidFill>
              </a:rPr>
              <a:t>個字元，英文、數字和空格則是</a:t>
            </a:r>
            <a:r>
              <a:rPr lang="en-US" altLang="zh-TW" sz="1600" dirty="0">
                <a:solidFill>
                  <a:srgbClr val="0000FF"/>
                </a:solidFill>
              </a:rPr>
              <a:t>1</a:t>
            </a:r>
            <a:r>
              <a:rPr lang="zh-TW" altLang="en-US" sz="1600" dirty="0">
                <a:solidFill>
                  <a:srgbClr val="0000FF"/>
                </a:solidFill>
              </a:rPr>
              <a:t>個字元</a:t>
            </a:r>
          </a:p>
          <a:p>
            <a:pPr>
              <a:lnSpc>
                <a:spcPts val="2700"/>
              </a:lnSpc>
              <a:defRPr/>
            </a:pPr>
            <a:r>
              <a:rPr lang="zh-TW" altLang="en-US" sz="1600" dirty="0">
                <a:solidFill>
                  <a:srgbClr val="0000FF"/>
                </a:solidFill>
              </a:rPr>
              <a:t>         插件位置不得重覆，有相同名稱後面請加</a:t>
            </a:r>
            <a:r>
              <a:rPr lang="en-US" altLang="zh-TW" sz="1600" dirty="0">
                <a:solidFill>
                  <a:srgbClr val="0000FF"/>
                </a:solidFill>
              </a:rPr>
              <a:t>1</a:t>
            </a:r>
            <a:r>
              <a:rPr lang="zh-TW" altLang="en-US" sz="1600" dirty="0">
                <a:solidFill>
                  <a:srgbClr val="0000FF"/>
                </a:solidFill>
              </a:rPr>
              <a:t>或 </a:t>
            </a:r>
            <a:r>
              <a:rPr lang="en-US" altLang="zh-TW" sz="1600" dirty="0">
                <a:solidFill>
                  <a:srgbClr val="0000FF"/>
                </a:solidFill>
              </a:rPr>
              <a:t>-1</a:t>
            </a:r>
          </a:p>
          <a:p>
            <a:pPr>
              <a:lnSpc>
                <a:spcPts val="27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  </a:t>
            </a:r>
            <a:r>
              <a:rPr lang="en-US" altLang="zh-TW" sz="1600" dirty="0">
                <a:solidFill>
                  <a:srgbClr val="FF0000"/>
                </a:solidFill>
              </a:rPr>
              <a:t> </a:t>
            </a:r>
            <a:r>
              <a:rPr lang="zh-TW" altLang="en-US" sz="1600" dirty="0">
                <a:solidFill>
                  <a:srgbClr val="FF0000"/>
                </a:solidFill>
              </a:rPr>
              <a:t>例</a:t>
            </a:r>
            <a:r>
              <a:rPr lang="en-US" altLang="zh-TW" sz="1600" dirty="0">
                <a:solidFill>
                  <a:srgbClr val="FF0000"/>
                </a:solidFill>
              </a:rPr>
              <a:t>:</a:t>
            </a:r>
            <a:r>
              <a:rPr lang="zh-TW" altLang="en-US" sz="1600" dirty="0">
                <a:solidFill>
                  <a:srgbClr val="0000FF"/>
                </a:solidFill>
              </a:rPr>
              <a:t>散熱片</a:t>
            </a:r>
            <a:r>
              <a:rPr lang="en-US" altLang="zh-TW" sz="1600" dirty="0">
                <a:solidFill>
                  <a:srgbClr val="0000FF"/>
                </a:solidFill>
              </a:rPr>
              <a:t>1,</a:t>
            </a:r>
            <a:r>
              <a:rPr lang="zh-TW" altLang="en-US" sz="1600" dirty="0">
                <a:solidFill>
                  <a:srgbClr val="0000FF"/>
                </a:solidFill>
              </a:rPr>
              <a:t>散熱片</a:t>
            </a:r>
            <a:r>
              <a:rPr lang="en-US" altLang="zh-TW" sz="1600" dirty="0">
                <a:solidFill>
                  <a:srgbClr val="0000FF"/>
                </a:solidFill>
              </a:rPr>
              <a:t>2,</a:t>
            </a:r>
            <a:r>
              <a:rPr lang="zh-TW" altLang="en-US" sz="1600" dirty="0">
                <a:solidFill>
                  <a:srgbClr val="0000FF"/>
                </a:solidFill>
              </a:rPr>
              <a:t>散熱片</a:t>
            </a:r>
            <a:r>
              <a:rPr lang="en-US" altLang="zh-TW" sz="1600" dirty="0">
                <a:solidFill>
                  <a:srgbClr val="0000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>
            <a:extLst>
              <a:ext uri="{FF2B5EF4-FFF2-40B4-BE49-F238E27FC236}">
                <a16:creationId xmlns:a16="http://schemas.microsoft.com/office/drawing/2014/main" id="{11DB6175-6EC1-CCD6-77D4-2FF851EA8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0788" y="80963"/>
            <a:ext cx="7704137" cy="620712"/>
          </a:xfrm>
        </p:spPr>
        <p:txBody>
          <a:bodyPr/>
          <a:lstStyle/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主料</a:t>
            </a:r>
            <a:r>
              <a:rPr lang="en-US" altLang="zh-TW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新增</a:t>
            </a:r>
            <a:r>
              <a:rPr lang="en-US" altLang="zh-TW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刪除</a:t>
            </a:r>
            <a:r>
              <a:rPr lang="en-US" altLang="zh-TW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替代料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0CD8A8B3-C501-3995-87E9-4765723B9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0CEEC9B7-629B-5C2D-C7FB-B19196BE1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zh-TW" sz="600"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br>
              <a:rPr lang="zh-TW" altLang="zh-TW" sz="2400">
                <a:ea typeface="標楷體" panose="03000509000000000000" pitchFamily="65" charset="-120"/>
              </a:rPr>
            </a:br>
            <a:endParaRPr lang="zh-TW" altLang="zh-TW" sz="1200"/>
          </a:p>
          <a:p>
            <a:pPr>
              <a:spcBef>
                <a:spcPct val="0"/>
              </a:spcBef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4581" name="Rectangle 8">
            <a:extLst>
              <a:ext uri="{FF2B5EF4-FFF2-40B4-BE49-F238E27FC236}">
                <a16:creationId xmlns:a16="http://schemas.microsoft.com/office/drawing/2014/main" id="{931A1BFD-123D-57BF-9C2C-BAC0F9FFF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24582" name="Rectangle 9">
            <a:extLst>
              <a:ext uri="{FF2B5EF4-FFF2-40B4-BE49-F238E27FC236}">
                <a16:creationId xmlns:a16="http://schemas.microsoft.com/office/drawing/2014/main" id="{75130E52-0012-89F4-C6BB-CB3A58D78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zh-TW" sz="600"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4583" name="Rectangle 10">
            <a:extLst>
              <a:ext uri="{FF2B5EF4-FFF2-40B4-BE49-F238E27FC236}">
                <a16:creationId xmlns:a16="http://schemas.microsoft.com/office/drawing/2014/main" id="{05693233-5AE9-003B-584B-2035DD34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D0DA32E-E913-3361-42D8-B79F6B80EF4F}"/>
              </a:ext>
            </a:extLst>
          </p:cNvPr>
          <p:cNvSpPr txBox="1"/>
          <p:nvPr/>
        </p:nvSpPr>
        <p:spPr>
          <a:xfrm>
            <a:off x="611188" y="3978275"/>
            <a:ext cx="8064500" cy="2603500"/>
          </a:xfrm>
          <a:custGeom>
            <a:avLst/>
            <a:gdLst>
              <a:gd name="connsiteX0" fmla="*/ 0 w 8064895"/>
              <a:gd name="connsiteY0" fmla="*/ 0 h 2603470"/>
              <a:gd name="connsiteX1" fmla="*/ 752724 w 8064895"/>
              <a:gd name="connsiteY1" fmla="*/ 0 h 2603470"/>
              <a:gd name="connsiteX2" fmla="*/ 1505447 w 8064895"/>
              <a:gd name="connsiteY2" fmla="*/ 0 h 2603470"/>
              <a:gd name="connsiteX3" fmla="*/ 2177522 w 8064895"/>
              <a:gd name="connsiteY3" fmla="*/ 0 h 2603470"/>
              <a:gd name="connsiteX4" fmla="*/ 2849596 w 8064895"/>
              <a:gd name="connsiteY4" fmla="*/ 0 h 2603470"/>
              <a:gd name="connsiteX5" fmla="*/ 3279724 w 8064895"/>
              <a:gd name="connsiteY5" fmla="*/ 0 h 2603470"/>
              <a:gd name="connsiteX6" fmla="*/ 4032447 w 8064895"/>
              <a:gd name="connsiteY6" fmla="*/ 0 h 2603470"/>
              <a:gd name="connsiteX7" fmla="*/ 4785171 w 8064895"/>
              <a:gd name="connsiteY7" fmla="*/ 0 h 2603470"/>
              <a:gd name="connsiteX8" fmla="*/ 5618544 w 8064895"/>
              <a:gd name="connsiteY8" fmla="*/ 0 h 2603470"/>
              <a:gd name="connsiteX9" fmla="*/ 6048671 w 8064895"/>
              <a:gd name="connsiteY9" fmla="*/ 0 h 2603470"/>
              <a:gd name="connsiteX10" fmla="*/ 6720746 w 8064895"/>
              <a:gd name="connsiteY10" fmla="*/ 0 h 2603470"/>
              <a:gd name="connsiteX11" fmla="*/ 7473469 w 8064895"/>
              <a:gd name="connsiteY11" fmla="*/ 0 h 2603470"/>
              <a:gd name="connsiteX12" fmla="*/ 8064895 w 8064895"/>
              <a:gd name="connsiteY12" fmla="*/ 0 h 2603470"/>
              <a:gd name="connsiteX13" fmla="*/ 8064895 w 8064895"/>
              <a:gd name="connsiteY13" fmla="*/ 624833 h 2603470"/>
              <a:gd name="connsiteX14" fmla="*/ 8064895 w 8064895"/>
              <a:gd name="connsiteY14" fmla="*/ 1275700 h 2603470"/>
              <a:gd name="connsiteX15" fmla="*/ 8064895 w 8064895"/>
              <a:gd name="connsiteY15" fmla="*/ 1978637 h 2603470"/>
              <a:gd name="connsiteX16" fmla="*/ 8064895 w 8064895"/>
              <a:gd name="connsiteY16" fmla="*/ 2603470 h 2603470"/>
              <a:gd name="connsiteX17" fmla="*/ 7634767 w 8064895"/>
              <a:gd name="connsiteY17" fmla="*/ 2603470 h 2603470"/>
              <a:gd name="connsiteX18" fmla="*/ 7204640 w 8064895"/>
              <a:gd name="connsiteY18" fmla="*/ 2603470 h 2603470"/>
              <a:gd name="connsiteX19" fmla="*/ 6371267 w 8064895"/>
              <a:gd name="connsiteY19" fmla="*/ 2603470 h 2603470"/>
              <a:gd name="connsiteX20" fmla="*/ 5779841 w 8064895"/>
              <a:gd name="connsiteY20" fmla="*/ 2603470 h 2603470"/>
              <a:gd name="connsiteX21" fmla="*/ 5269065 w 8064895"/>
              <a:gd name="connsiteY21" fmla="*/ 2603470 h 2603470"/>
              <a:gd name="connsiteX22" fmla="*/ 4677639 w 8064895"/>
              <a:gd name="connsiteY22" fmla="*/ 2603470 h 2603470"/>
              <a:gd name="connsiteX23" fmla="*/ 4005565 w 8064895"/>
              <a:gd name="connsiteY23" fmla="*/ 2603470 h 2603470"/>
              <a:gd name="connsiteX24" fmla="*/ 3494788 w 8064895"/>
              <a:gd name="connsiteY24" fmla="*/ 2603470 h 2603470"/>
              <a:gd name="connsiteX25" fmla="*/ 2822713 w 8064895"/>
              <a:gd name="connsiteY25" fmla="*/ 2603470 h 2603470"/>
              <a:gd name="connsiteX26" fmla="*/ 2392586 w 8064895"/>
              <a:gd name="connsiteY26" fmla="*/ 2603470 h 2603470"/>
              <a:gd name="connsiteX27" fmla="*/ 1801160 w 8064895"/>
              <a:gd name="connsiteY27" fmla="*/ 2603470 h 2603470"/>
              <a:gd name="connsiteX28" fmla="*/ 1129085 w 8064895"/>
              <a:gd name="connsiteY28" fmla="*/ 2603470 h 2603470"/>
              <a:gd name="connsiteX29" fmla="*/ 698958 w 8064895"/>
              <a:gd name="connsiteY29" fmla="*/ 2603470 h 2603470"/>
              <a:gd name="connsiteX30" fmla="*/ 0 w 8064895"/>
              <a:gd name="connsiteY30" fmla="*/ 2603470 h 2603470"/>
              <a:gd name="connsiteX31" fmla="*/ 0 w 8064895"/>
              <a:gd name="connsiteY31" fmla="*/ 1978637 h 2603470"/>
              <a:gd name="connsiteX32" fmla="*/ 0 w 8064895"/>
              <a:gd name="connsiteY32" fmla="*/ 1275700 h 2603470"/>
              <a:gd name="connsiteX33" fmla="*/ 0 w 8064895"/>
              <a:gd name="connsiteY33" fmla="*/ 572763 h 2603470"/>
              <a:gd name="connsiteX34" fmla="*/ 0 w 8064895"/>
              <a:gd name="connsiteY34" fmla="*/ 0 h 2603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64895" h="2603470" fill="none" extrusionOk="0">
                <a:moveTo>
                  <a:pt x="0" y="0"/>
                </a:moveTo>
                <a:cubicBezTo>
                  <a:pt x="221039" y="-3793"/>
                  <a:pt x="469525" y="-33122"/>
                  <a:pt x="752724" y="0"/>
                </a:cubicBezTo>
                <a:cubicBezTo>
                  <a:pt x="1035923" y="33122"/>
                  <a:pt x="1133187" y="-11540"/>
                  <a:pt x="1505447" y="0"/>
                </a:cubicBezTo>
                <a:cubicBezTo>
                  <a:pt x="1877707" y="11540"/>
                  <a:pt x="2008039" y="7167"/>
                  <a:pt x="2177522" y="0"/>
                </a:cubicBezTo>
                <a:cubicBezTo>
                  <a:pt x="2347006" y="-7167"/>
                  <a:pt x="2686897" y="32098"/>
                  <a:pt x="2849596" y="0"/>
                </a:cubicBezTo>
                <a:cubicBezTo>
                  <a:pt x="3012295" y="-32098"/>
                  <a:pt x="3170970" y="10023"/>
                  <a:pt x="3279724" y="0"/>
                </a:cubicBezTo>
                <a:cubicBezTo>
                  <a:pt x="3388478" y="-10023"/>
                  <a:pt x="3828719" y="4697"/>
                  <a:pt x="4032447" y="0"/>
                </a:cubicBezTo>
                <a:cubicBezTo>
                  <a:pt x="4236175" y="-4697"/>
                  <a:pt x="4441685" y="22246"/>
                  <a:pt x="4785171" y="0"/>
                </a:cubicBezTo>
                <a:cubicBezTo>
                  <a:pt x="5128657" y="-22246"/>
                  <a:pt x="5352772" y="20228"/>
                  <a:pt x="5618544" y="0"/>
                </a:cubicBezTo>
                <a:cubicBezTo>
                  <a:pt x="5884316" y="-20228"/>
                  <a:pt x="5862866" y="12723"/>
                  <a:pt x="6048671" y="0"/>
                </a:cubicBezTo>
                <a:cubicBezTo>
                  <a:pt x="6234476" y="-12723"/>
                  <a:pt x="6454206" y="-28196"/>
                  <a:pt x="6720746" y="0"/>
                </a:cubicBezTo>
                <a:cubicBezTo>
                  <a:pt x="6987287" y="28196"/>
                  <a:pt x="7105776" y="-195"/>
                  <a:pt x="7473469" y="0"/>
                </a:cubicBezTo>
                <a:cubicBezTo>
                  <a:pt x="7841162" y="195"/>
                  <a:pt x="7926550" y="-10640"/>
                  <a:pt x="8064895" y="0"/>
                </a:cubicBezTo>
                <a:cubicBezTo>
                  <a:pt x="8036753" y="220102"/>
                  <a:pt x="8043964" y="464598"/>
                  <a:pt x="8064895" y="624833"/>
                </a:cubicBezTo>
                <a:cubicBezTo>
                  <a:pt x="8085826" y="785068"/>
                  <a:pt x="8060980" y="1098178"/>
                  <a:pt x="8064895" y="1275700"/>
                </a:cubicBezTo>
                <a:cubicBezTo>
                  <a:pt x="8068810" y="1453222"/>
                  <a:pt x="8074259" y="1735154"/>
                  <a:pt x="8064895" y="1978637"/>
                </a:cubicBezTo>
                <a:cubicBezTo>
                  <a:pt x="8055531" y="2222120"/>
                  <a:pt x="8064333" y="2446633"/>
                  <a:pt x="8064895" y="2603470"/>
                </a:cubicBezTo>
                <a:cubicBezTo>
                  <a:pt x="7970651" y="2615641"/>
                  <a:pt x="7800245" y="2605715"/>
                  <a:pt x="7634767" y="2603470"/>
                </a:cubicBezTo>
                <a:cubicBezTo>
                  <a:pt x="7469289" y="2601225"/>
                  <a:pt x="7396524" y="2618623"/>
                  <a:pt x="7204640" y="2603470"/>
                </a:cubicBezTo>
                <a:cubicBezTo>
                  <a:pt x="7012756" y="2588317"/>
                  <a:pt x="6570328" y="2623958"/>
                  <a:pt x="6371267" y="2603470"/>
                </a:cubicBezTo>
                <a:cubicBezTo>
                  <a:pt x="6172206" y="2582982"/>
                  <a:pt x="6024926" y="2578828"/>
                  <a:pt x="5779841" y="2603470"/>
                </a:cubicBezTo>
                <a:cubicBezTo>
                  <a:pt x="5534756" y="2628112"/>
                  <a:pt x="5373123" y="2611044"/>
                  <a:pt x="5269065" y="2603470"/>
                </a:cubicBezTo>
                <a:cubicBezTo>
                  <a:pt x="5165007" y="2595896"/>
                  <a:pt x="4919327" y="2616758"/>
                  <a:pt x="4677639" y="2603470"/>
                </a:cubicBezTo>
                <a:cubicBezTo>
                  <a:pt x="4435951" y="2590182"/>
                  <a:pt x="4339457" y="2584145"/>
                  <a:pt x="4005565" y="2603470"/>
                </a:cubicBezTo>
                <a:cubicBezTo>
                  <a:pt x="3671673" y="2622795"/>
                  <a:pt x="3676844" y="2592562"/>
                  <a:pt x="3494788" y="2603470"/>
                </a:cubicBezTo>
                <a:cubicBezTo>
                  <a:pt x="3312732" y="2614378"/>
                  <a:pt x="3148830" y="2634676"/>
                  <a:pt x="2822713" y="2603470"/>
                </a:cubicBezTo>
                <a:cubicBezTo>
                  <a:pt x="2496596" y="2572264"/>
                  <a:pt x="2497060" y="2614432"/>
                  <a:pt x="2392586" y="2603470"/>
                </a:cubicBezTo>
                <a:cubicBezTo>
                  <a:pt x="2288112" y="2592508"/>
                  <a:pt x="2074853" y="2590274"/>
                  <a:pt x="1801160" y="2603470"/>
                </a:cubicBezTo>
                <a:cubicBezTo>
                  <a:pt x="1527467" y="2616666"/>
                  <a:pt x="1379269" y="2616007"/>
                  <a:pt x="1129085" y="2603470"/>
                </a:cubicBezTo>
                <a:cubicBezTo>
                  <a:pt x="878902" y="2590933"/>
                  <a:pt x="907931" y="2598667"/>
                  <a:pt x="698958" y="2603470"/>
                </a:cubicBezTo>
                <a:cubicBezTo>
                  <a:pt x="489985" y="2608273"/>
                  <a:pt x="181432" y="2613266"/>
                  <a:pt x="0" y="2603470"/>
                </a:cubicBezTo>
                <a:cubicBezTo>
                  <a:pt x="15518" y="2471608"/>
                  <a:pt x="6299" y="2112590"/>
                  <a:pt x="0" y="1978637"/>
                </a:cubicBezTo>
                <a:cubicBezTo>
                  <a:pt x="-6299" y="1844684"/>
                  <a:pt x="-6063" y="1604344"/>
                  <a:pt x="0" y="1275700"/>
                </a:cubicBezTo>
                <a:cubicBezTo>
                  <a:pt x="6063" y="947056"/>
                  <a:pt x="-27611" y="897920"/>
                  <a:pt x="0" y="572763"/>
                </a:cubicBezTo>
                <a:cubicBezTo>
                  <a:pt x="27611" y="247606"/>
                  <a:pt x="3504" y="167259"/>
                  <a:pt x="0" y="0"/>
                </a:cubicBezTo>
                <a:close/>
              </a:path>
              <a:path w="8064895" h="2603470" stroke="0" extrusionOk="0">
                <a:moveTo>
                  <a:pt x="0" y="0"/>
                </a:moveTo>
                <a:cubicBezTo>
                  <a:pt x="248464" y="18899"/>
                  <a:pt x="440519" y="6139"/>
                  <a:pt x="591426" y="0"/>
                </a:cubicBezTo>
                <a:cubicBezTo>
                  <a:pt x="742333" y="-6139"/>
                  <a:pt x="943782" y="23307"/>
                  <a:pt x="1102202" y="0"/>
                </a:cubicBezTo>
                <a:cubicBezTo>
                  <a:pt x="1260622" y="-23307"/>
                  <a:pt x="1398492" y="17516"/>
                  <a:pt x="1693628" y="0"/>
                </a:cubicBezTo>
                <a:cubicBezTo>
                  <a:pt x="1988764" y="-17516"/>
                  <a:pt x="2180283" y="-6586"/>
                  <a:pt x="2365703" y="0"/>
                </a:cubicBezTo>
                <a:cubicBezTo>
                  <a:pt x="2551123" y="6586"/>
                  <a:pt x="2806245" y="-2020"/>
                  <a:pt x="3037777" y="0"/>
                </a:cubicBezTo>
                <a:cubicBezTo>
                  <a:pt x="3269309" y="2020"/>
                  <a:pt x="3430133" y="-28188"/>
                  <a:pt x="3790501" y="0"/>
                </a:cubicBezTo>
                <a:cubicBezTo>
                  <a:pt x="4150869" y="28188"/>
                  <a:pt x="4138752" y="-2545"/>
                  <a:pt x="4301277" y="0"/>
                </a:cubicBezTo>
                <a:cubicBezTo>
                  <a:pt x="4463802" y="2545"/>
                  <a:pt x="4752777" y="-23827"/>
                  <a:pt x="5054001" y="0"/>
                </a:cubicBezTo>
                <a:cubicBezTo>
                  <a:pt x="5355225" y="23827"/>
                  <a:pt x="5360834" y="24318"/>
                  <a:pt x="5645427" y="0"/>
                </a:cubicBezTo>
                <a:cubicBezTo>
                  <a:pt x="5930020" y="-24318"/>
                  <a:pt x="6170045" y="32747"/>
                  <a:pt x="6478799" y="0"/>
                </a:cubicBezTo>
                <a:cubicBezTo>
                  <a:pt x="6787553" y="-32747"/>
                  <a:pt x="6878274" y="17354"/>
                  <a:pt x="6989576" y="0"/>
                </a:cubicBezTo>
                <a:cubicBezTo>
                  <a:pt x="7100878" y="-17354"/>
                  <a:pt x="7633608" y="-51109"/>
                  <a:pt x="8064895" y="0"/>
                </a:cubicBezTo>
                <a:cubicBezTo>
                  <a:pt x="8073645" y="244924"/>
                  <a:pt x="8044191" y="430505"/>
                  <a:pt x="8064895" y="624833"/>
                </a:cubicBezTo>
                <a:cubicBezTo>
                  <a:pt x="8085599" y="819161"/>
                  <a:pt x="8046499" y="1158383"/>
                  <a:pt x="8064895" y="1301735"/>
                </a:cubicBezTo>
                <a:cubicBezTo>
                  <a:pt x="8083291" y="1445087"/>
                  <a:pt x="8063674" y="1703975"/>
                  <a:pt x="8064895" y="1900533"/>
                </a:cubicBezTo>
                <a:cubicBezTo>
                  <a:pt x="8066116" y="2097091"/>
                  <a:pt x="8056806" y="2438568"/>
                  <a:pt x="8064895" y="2603470"/>
                </a:cubicBezTo>
                <a:cubicBezTo>
                  <a:pt x="7915019" y="2622044"/>
                  <a:pt x="7807122" y="2622772"/>
                  <a:pt x="7634767" y="2603470"/>
                </a:cubicBezTo>
                <a:cubicBezTo>
                  <a:pt x="7462412" y="2584168"/>
                  <a:pt x="7294990" y="2584691"/>
                  <a:pt x="7204640" y="2603470"/>
                </a:cubicBezTo>
                <a:cubicBezTo>
                  <a:pt x="7114290" y="2622249"/>
                  <a:pt x="6697215" y="2618912"/>
                  <a:pt x="6451916" y="2603470"/>
                </a:cubicBezTo>
                <a:cubicBezTo>
                  <a:pt x="6206617" y="2588028"/>
                  <a:pt x="5966693" y="2613859"/>
                  <a:pt x="5618544" y="2603470"/>
                </a:cubicBezTo>
                <a:cubicBezTo>
                  <a:pt x="5270395" y="2593081"/>
                  <a:pt x="5268942" y="2574757"/>
                  <a:pt x="4946469" y="2603470"/>
                </a:cubicBezTo>
                <a:cubicBezTo>
                  <a:pt x="4623997" y="2632183"/>
                  <a:pt x="4522789" y="2597557"/>
                  <a:pt x="4355043" y="2603470"/>
                </a:cubicBezTo>
                <a:cubicBezTo>
                  <a:pt x="4187297" y="2609383"/>
                  <a:pt x="4015661" y="2583559"/>
                  <a:pt x="3682969" y="2603470"/>
                </a:cubicBezTo>
                <a:cubicBezTo>
                  <a:pt x="3350277" y="2623381"/>
                  <a:pt x="3247750" y="2599167"/>
                  <a:pt x="2849596" y="2603470"/>
                </a:cubicBezTo>
                <a:cubicBezTo>
                  <a:pt x="2451442" y="2607773"/>
                  <a:pt x="2546515" y="2607408"/>
                  <a:pt x="2258171" y="2603470"/>
                </a:cubicBezTo>
                <a:cubicBezTo>
                  <a:pt x="1969828" y="2599532"/>
                  <a:pt x="1919287" y="2582201"/>
                  <a:pt x="1828043" y="2603470"/>
                </a:cubicBezTo>
                <a:cubicBezTo>
                  <a:pt x="1736799" y="2624739"/>
                  <a:pt x="1505151" y="2588467"/>
                  <a:pt x="1397915" y="2603470"/>
                </a:cubicBezTo>
                <a:cubicBezTo>
                  <a:pt x="1290679" y="2618473"/>
                  <a:pt x="1062343" y="2618905"/>
                  <a:pt x="967787" y="2603470"/>
                </a:cubicBezTo>
                <a:cubicBezTo>
                  <a:pt x="873231" y="2588035"/>
                  <a:pt x="363084" y="2585874"/>
                  <a:pt x="0" y="2603470"/>
                </a:cubicBezTo>
                <a:cubicBezTo>
                  <a:pt x="-18406" y="2405887"/>
                  <a:pt x="19065" y="2154381"/>
                  <a:pt x="0" y="1952603"/>
                </a:cubicBezTo>
                <a:cubicBezTo>
                  <a:pt x="-19065" y="1750825"/>
                  <a:pt x="-13171" y="1475847"/>
                  <a:pt x="0" y="1353804"/>
                </a:cubicBezTo>
                <a:cubicBezTo>
                  <a:pt x="13171" y="1231761"/>
                  <a:pt x="-10503" y="1053077"/>
                  <a:pt x="0" y="781041"/>
                </a:cubicBezTo>
                <a:cubicBezTo>
                  <a:pt x="10503" y="509005"/>
                  <a:pt x="-33004" y="238511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zh-TW" altLang="en-US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新增替代料號</a:t>
            </a:r>
            <a:r>
              <a:rPr lang="en-US" altLang="zh-TW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TW" altLang="en-US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範例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機種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BOM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即有主料號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7107A0175000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，新增替代料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7107A0290000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1.</a:t>
            </a:r>
            <a:r>
              <a:rPr lang="en-US" altLang="zh-TW" sz="1400" u="sng" dirty="0" bmk="">
                <a:solidFill>
                  <a:srgbClr val="0000FF"/>
                </a:solidFill>
                <a:highlight>
                  <a:srgbClr val="C0C0C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Assembly Level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填入階層料號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5916A2993000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2.</a:t>
            </a:r>
            <a:r>
              <a:rPr lang="en-US" altLang="zh-TW" sz="1400" u="sng" dirty="0" bmk="">
                <a:solidFill>
                  <a:srgbClr val="0000FF"/>
                </a:solidFill>
                <a:highlight>
                  <a:srgbClr val="C0C0C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 Number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填寫主料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7107A0175000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</a:t>
            </a:r>
            <a:r>
              <a:rPr lang="zh-TW" altLang="en-US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處理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 選擇為</a:t>
            </a:r>
            <a:r>
              <a:rPr lang="en-US" altLang="zh-TW" sz="1400" dirty="0">
                <a:solidFill>
                  <a:srgbClr val="0000FF"/>
                </a:solidFill>
              </a:rPr>
              <a:t>[</a:t>
            </a:r>
            <a:r>
              <a:rPr lang="zh-TW" altLang="en-US" sz="1400" dirty="0">
                <a:solidFill>
                  <a:srgbClr val="0000FF"/>
                </a:solidFill>
              </a:rPr>
              <a:t>替代料</a:t>
            </a:r>
            <a:r>
              <a:rPr lang="en-US" altLang="zh-TW" sz="1400" dirty="0">
                <a:solidFill>
                  <a:srgbClr val="0000FF"/>
                </a:solidFill>
              </a:rPr>
              <a:t>]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4.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 bmk="">
                <a:solidFill>
                  <a:srgbClr val="0000FF"/>
                </a:solidFill>
                <a:highlight>
                  <a:srgbClr val="C0C0C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Add Reference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填寫替代料號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7107A0290000  (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替代料最多可以加到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9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個，料號之間加入小寫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“ , ” 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區分料號數量寫入系統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TW" altLang="en-US" sz="14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例</a:t>
            </a:r>
            <a:r>
              <a:rPr lang="en-US" altLang="zh-TW" sz="14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7107A029000,7107A0015000,7107A0024000)</a:t>
            </a:r>
            <a:endParaRPr lang="en-US" altLang="zh-TW" sz="1400" dirty="0">
              <a:solidFill>
                <a:srgbClr val="0000FF"/>
              </a:solidFill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zh-TW" altLang="en-US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刪除替代料號</a:t>
            </a:r>
            <a:r>
              <a:rPr lang="en-US" altLang="zh-TW" sz="1400" dirty="0" bmk="">
                <a:solidFill>
                  <a:srgbClr val="CC00CC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範例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料號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7107A0175000(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為主料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刪除替代料號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7107A0291000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1~3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同上</a:t>
            </a:r>
            <a:endParaRPr lang="en-US" altLang="zh-TW" sz="1400" b="0" dirty="0" bmk="">
              <a:solidFill>
                <a:srgbClr val="00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ts val="2200"/>
              </a:lnSpc>
              <a:defRPr/>
            </a:pPr>
            <a:r>
              <a:rPr lang="zh-TW" altLang="en-US" sz="1400" b="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4. </a:t>
            </a:r>
            <a:r>
              <a:rPr lang="en-US" altLang="zh-TW" sz="1400" u="sng" dirty="0">
                <a:solidFill>
                  <a:srgbClr val="0000FF"/>
                </a:solidFill>
                <a:highlight>
                  <a:srgbClr val="C0C0C0"/>
                </a:highlight>
              </a:rPr>
              <a:t>Delete Reference</a:t>
            </a:r>
            <a:r>
              <a:rPr lang="en-US" altLang="zh-TW" sz="1400" dirty="0">
                <a:solidFill>
                  <a:srgbClr val="0000FF"/>
                </a:solidFill>
              </a:rPr>
              <a:t>:</a:t>
            </a:r>
            <a:r>
              <a:rPr lang="zh-TW" altLang="en-US" sz="1400" dirty="0">
                <a:solidFill>
                  <a:srgbClr val="0000FF"/>
                </a:solidFill>
              </a:rPr>
              <a:t>點入小方框選取要刪除的替代料，或在欄位直接填寫替代料號</a:t>
            </a:r>
            <a:endParaRPr lang="en-US" altLang="zh-TW" sz="1400" b="0" dirty="0" bmk="">
              <a:solidFill>
                <a:srgbClr val="00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4585" name="圖片 10">
            <a:extLst>
              <a:ext uri="{FF2B5EF4-FFF2-40B4-BE49-F238E27FC236}">
                <a16:creationId xmlns:a16="http://schemas.microsoft.com/office/drawing/2014/main" id="{59C34CD9-D64F-2FB8-D215-30629911B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914400"/>
            <a:ext cx="6434137" cy="279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6" name="Text Box 11">
            <a:extLst>
              <a:ext uri="{FF2B5EF4-FFF2-40B4-BE49-F238E27FC236}">
                <a16:creationId xmlns:a16="http://schemas.microsoft.com/office/drawing/2014/main" id="{87F970A0-DE2A-1E02-1CFD-2C12C656563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649538" y="752475"/>
            <a:ext cx="2159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4587" name="圖說文字: 直線 14">
            <a:extLst>
              <a:ext uri="{FF2B5EF4-FFF2-40B4-BE49-F238E27FC236}">
                <a16:creationId xmlns:a16="http://schemas.microsoft.com/office/drawing/2014/main" id="{3F4D6044-9B06-1E13-15DB-69A651A05127}"/>
              </a:ext>
            </a:extLst>
          </p:cNvPr>
          <p:cNvSpPr>
            <a:spLocks/>
          </p:cNvSpPr>
          <p:nvPr/>
        </p:nvSpPr>
        <p:spPr bwMode="auto">
          <a:xfrm>
            <a:off x="1731963" y="925513"/>
            <a:ext cx="890587" cy="179387"/>
          </a:xfrm>
          <a:prstGeom prst="borderCallout1">
            <a:avLst>
              <a:gd name="adj1" fmla="val 70806"/>
              <a:gd name="adj2" fmla="val 101245"/>
              <a:gd name="adj3" fmla="val 34370"/>
              <a:gd name="adj4" fmla="val 10537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4588" name="圖說文字: 直線 15">
            <a:extLst>
              <a:ext uri="{FF2B5EF4-FFF2-40B4-BE49-F238E27FC236}">
                <a16:creationId xmlns:a16="http://schemas.microsoft.com/office/drawing/2014/main" id="{171AC25A-103F-EC69-5F69-1B20CCD51EB6}"/>
              </a:ext>
            </a:extLst>
          </p:cNvPr>
          <p:cNvSpPr>
            <a:spLocks/>
          </p:cNvSpPr>
          <p:nvPr/>
        </p:nvSpPr>
        <p:spPr bwMode="auto">
          <a:xfrm>
            <a:off x="1731963" y="1152525"/>
            <a:ext cx="908050" cy="179388"/>
          </a:xfrm>
          <a:prstGeom prst="borderCallout1">
            <a:avLst>
              <a:gd name="adj1" fmla="val 70806"/>
              <a:gd name="adj2" fmla="val 101245"/>
              <a:gd name="adj3" fmla="val 29042"/>
              <a:gd name="adj4" fmla="val 106722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4589" name="圖說文字: 直線 16">
            <a:extLst>
              <a:ext uri="{FF2B5EF4-FFF2-40B4-BE49-F238E27FC236}">
                <a16:creationId xmlns:a16="http://schemas.microsoft.com/office/drawing/2014/main" id="{113752DE-006E-E2F9-C524-35571F4BF77D}"/>
              </a:ext>
            </a:extLst>
          </p:cNvPr>
          <p:cNvSpPr>
            <a:spLocks/>
          </p:cNvSpPr>
          <p:nvPr/>
        </p:nvSpPr>
        <p:spPr bwMode="auto">
          <a:xfrm>
            <a:off x="1749425" y="1390650"/>
            <a:ext cx="890588" cy="177800"/>
          </a:xfrm>
          <a:prstGeom prst="borderCallout1">
            <a:avLst>
              <a:gd name="adj1" fmla="val 70806"/>
              <a:gd name="adj2" fmla="val 101245"/>
              <a:gd name="adj3" fmla="val 103801"/>
              <a:gd name="adj4" fmla="val 11497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4590" name="Text Box 11">
            <a:extLst>
              <a:ext uri="{FF2B5EF4-FFF2-40B4-BE49-F238E27FC236}">
                <a16:creationId xmlns:a16="http://schemas.microsoft.com/office/drawing/2014/main" id="{9AD660A8-8274-ADA3-D695-69327201E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8" y="1019175"/>
            <a:ext cx="204787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4591" name="Text Box 11">
            <a:extLst>
              <a:ext uri="{FF2B5EF4-FFF2-40B4-BE49-F238E27FC236}">
                <a16:creationId xmlns:a16="http://schemas.microsoft.com/office/drawing/2014/main" id="{81AB68C6-79F6-676D-A780-27A9348D4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3" y="1566863"/>
            <a:ext cx="111125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4592" name="圖說文字: 直線 19">
            <a:extLst>
              <a:ext uri="{FF2B5EF4-FFF2-40B4-BE49-F238E27FC236}">
                <a16:creationId xmlns:a16="http://schemas.microsoft.com/office/drawing/2014/main" id="{5962F4FE-5734-B23B-A978-15C885524983}"/>
              </a:ext>
            </a:extLst>
          </p:cNvPr>
          <p:cNvSpPr>
            <a:spLocks/>
          </p:cNvSpPr>
          <p:nvPr/>
        </p:nvSpPr>
        <p:spPr bwMode="auto">
          <a:xfrm>
            <a:off x="1731963" y="2043113"/>
            <a:ext cx="2093912" cy="238125"/>
          </a:xfrm>
          <a:prstGeom prst="borderCallout1">
            <a:avLst>
              <a:gd name="adj1" fmla="val -9384"/>
              <a:gd name="adj2" fmla="val 85417"/>
              <a:gd name="adj3" fmla="val -61301"/>
              <a:gd name="adj4" fmla="val 8875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4593" name="Text Box 11">
            <a:extLst>
              <a:ext uri="{FF2B5EF4-FFF2-40B4-BE49-F238E27FC236}">
                <a16:creationId xmlns:a16="http://schemas.microsoft.com/office/drawing/2014/main" id="{051E9CA7-756A-964F-D1DB-3C5BD4939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1727200"/>
            <a:ext cx="1004887" cy="225425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  <a:defRPr/>
            </a:pPr>
            <a:r>
              <a:rPr lang="zh-TW" altLang="en-US" sz="12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2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12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新增</a:t>
            </a:r>
            <a:r>
              <a:rPr lang="zh-TW" altLang="en-US" sz="1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替代料</a:t>
            </a:r>
            <a:endParaRPr lang="zh-TW" altLang="zh-TW" sz="1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594" name="圖說文字: 直線 21">
            <a:extLst>
              <a:ext uri="{FF2B5EF4-FFF2-40B4-BE49-F238E27FC236}">
                <a16:creationId xmlns:a16="http://schemas.microsoft.com/office/drawing/2014/main" id="{CD33409D-3F3F-B104-330A-EA752A66BEFF}"/>
              </a:ext>
            </a:extLst>
          </p:cNvPr>
          <p:cNvSpPr>
            <a:spLocks/>
          </p:cNvSpPr>
          <p:nvPr/>
        </p:nvSpPr>
        <p:spPr bwMode="auto">
          <a:xfrm>
            <a:off x="4984750" y="2046288"/>
            <a:ext cx="2335213" cy="187325"/>
          </a:xfrm>
          <a:prstGeom prst="borderCallout1">
            <a:avLst>
              <a:gd name="adj1" fmla="val -9384"/>
              <a:gd name="adj2" fmla="val 85417"/>
              <a:gd name="adj3" fmla="val -61301"/>
              <a:gd name="adj4" fmla="val 8875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092ED262-7C20-4A6D-554D-9E68C1F040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22"/>
          <a:stretch/>
        </p:blipFill>
        <p:spPr>
          <a:xfrm>
            <a:off x="4587875" y="2706688"/>
            <a:ext cx="4337050" cy="11620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4596" name="Text Box 11">
            <a:extLst>
              <a:ext uri="{FF2B5EF4-FFF2-40B4-BE49-F238E27FC236}">
                <a16:creationId xmlns:a16="http://schemas.microsoft.com/office/drawing/2014/main" id="{523E5EE9-4CE1-B609-9221-DF03F202E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682750"/>
            <a:ext cx="1006475" cy="225425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刪除</a:t>
            </a:r>
            <a:r>
              <a:rPr lang="zh-TW" altLang="en-US" sz="120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替代料</a:t>
            </a:r>
            <a:endParaRPr lang="zh-TW" altLang="zh-TW" sz="120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4597" name="接點: 弧形 16">
            <a:extLst>
              <a:ext uri="{FF2B5EF4-FFF2-40B4-BE49-F238E27FC236}">
                <a16:creationId xmlns:a16="http://schemas.microsoft.com/office/drawing/2014/main" id="{39931DFB-609D-0561-FE21-62F08DA5DAB9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5977732" y="2297906"/>
            <a:ext cx="482600" cy="414337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>
            <a:extLst>
              <a:ext uri="{FF2B5EF4-FFF2-40B4-BE49-F238E27FC236}">
                <a16:creationId xmlns:a16="http://schemas.microsoft.com/office/drawing/2014/main" id="{D9930A32-F6DB-6AC6-17A9-678277056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0788" y="74613"/>
            <a:ext cx="7704137" cy="627062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新增主料及替代料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id="{241E62CD-693C-4695-0663-505E21A3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25604" name="Rectangle 7">
            <a:extLst>
              <a:ext uri="{FF2B5EF4-FFF2-40B4-BE49-F238E27FC236}">
                <a16:creationId xmlns:a16="http://schemas.microsoft.com/office/drawing/2014/main" id="{26365CA1-DB2C-FBFC-8FC3-31E1D8A54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zh-TW" sz="600"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br>
              <a:rPr lang="zh-TW" altLang="zh-TW" sz="2400">
                <a:ea typeface="標楷體" panose="03000509000000000000" pitchFamily="65" charset="-120"/>
              </a:rPr>
            </a:br>
            <a:endParaRPr lang="zh-TW" altLang="zh-TW" sz="1200"/>
          </a:p>
          <a:p>
            <a:pPr>
              <a:spcBef>
                <a:spcPct val="0"/>
              </a:spcBef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5605" name="Rectangle 8">
            <a:extLst>
              <a:ext uri="{FF2B5EF4-FFF2-40B4-BE49-F238E27FC236}">
                <a16:creationId xmlns:a16="http://schemas.microsoft.com/office/drawing/2014/main" id="{4F754441-65FB-97FE-5C62-CDF95312D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25606" name="Rectangle 9">
            <a:extLst>
              <a:ext uri="{FF2B5EF4-FFF2-40B4-BE49-F238E27FC236}">
                <a16:creationId xmlns:a16="http://schemas.microsoft.com/office/drawing/2014/main" id="{9166281E-21E2-96E1-7F88-B8CA1F135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zh-TW" sz="600"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5607" name="Rectangle 10">
            <a:extLst>
              <a:ext uri="{FF2B5EF4-FFF2-40B4-BE49-F238E27FC236}">
                <a16:creationId xmlns:a16="http://schemas.microsoft.com/office/drawing/2014/main" id="{4B7A9456-0688-2B06-DF9C-2D052183F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pic>
        <p:nvPicPr>
          <p:cNvPr id="25608" name="圖片 2">
            <a:extLst>
              <a:ext uri="{FF2B5EF4-FFF2-40B4-BE49-F238E27FC236}">
                <a16:creationId xmlns:a16="http://schemas.microsoft.com/office/drawing/2014/main" id="{645AE7B3-416A-6208-FA71-FAB33FC94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3" r="5937"/>
          <a:stretch>
            <a:fillRect/>
          </a:stretch>
        </p:blipFill>
        <p:spPr bwMode="auto">
          <a:xfrm>
            <a:off x="158750" y="846138"/>
            <a:ext cx="8826500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圖: 程序 4">
            <a:extLst>
              <a:ext uri="{FF2B5EF4-FFF2-40B4-BE49-F238E27FC236}">
                <a16:creationId xmlns:a16="http://schemas.microsoft.com/office/drawing/2014/main" id="{194C7D05-CC4F-890C-76D0-6CAE514BF6C9}"/>
              </a:ext>
            </a:extLst>
          </p:cNvPr>
          <p:cNvSpPr/>
          <p:nvPr/>
        </p:nvSpPr>
        <p:spPr>
          <a:xfrm>
            <a:off x="2403475" y="1138238"/>
            <a:ext cx="1512888" cy="27940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語音泡泡: 矩形 5">
            <a:extLst>
              <a:ext uri="{FF2B5EF4-FFF2-40B4-BE49-F238E27FC236}">
                <a16:creationId xmlns:a16="http://schemas.microsoft.com/office/drawing/2014/main" id="{C1A9D632-30B4-AE17-5481-E47EB81D5D4E}"/>
              </a:ext>
            </a:extLst>
          </p:cNvPr>
          <p:cNvSpPr/>
          <p:nvPr/>
        </p:nvSpPr>
        <p:spPr bwMode="auto">
          <a:xfrm>
            <a:off x="4240213" y="1033463"/>
            <a:ext cx="971550" cy="293687"/>
          </a:xfrm>
          <a:prstGeom prst="wedgeRectCallout">
            <a:avLst>
              <a:gd name="adj1" fmla="val -102640"/>
              <a:gd name="adj2" fmla="val 22991"/>
            </a:avLst>
          </a:prstGeom>
          <a:solidFill>
            <a:srgbClr val="FFFF00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TW" altLang="en-US" sz="1200">
                <a:solidFill>
                  <a:srgbClr val="FF0000"/>
                </a:solidFill>
                <a:latin typeface="Arial" charset="0"/>
                <a:ea typeface="新細明體" pitchFamily="18" charset="-120"/>
              </a:rPr>
              <a:t>新增主料</a:t>
            </a:r>
            <a:endParaRPr lang="en-US" altLang="zh-TW" sz="1200" dirty="0">
              <a:solidFill>
                <a:srgbClr val="FF0000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7" name="語音泡泡: 矩形 6">
            <a:extLst>
              <a:ext uri="{FF2B5EF4-FFF2-40B4-BE49-F238E27FC236}">
                <a16:creationId xmlns:a16="http://schemas.microsoft.com/office/drawing/2014/main" id="{BB5261BD-8539-9EBF-1D8D-3B1BC0915E25}"/>
              </a:ext>
            </a:extLst>
          </p:cNvPr>
          <p:cNvSpPr/>
          <p:nvPr/>
        </p:nvSpPr>
        <p:spPr bwMode="auto">
          <a:xfrm>
            <a:off x="7732713" y="1295400"/>
            <a:ext cx="1116012" cy="293688"/>
          </a:xfrm>
          <a:prstGeom prst="wedgeRectCallout">
            <a:avLst>
              <a:gd name="adj1" fmla="val -91795"/>
              <a:gd name="adj2" fmla="val 83355"/>
            </a:avLst>
          </a:prstGeom>
          <a:solidFill>
            <a:srgbClr val="FFFF00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TW" altLang="en-US" sz="1200" dirty="0">
                <a:solidFill>
                  <a:srgbClr val="FF0000"/>
                </a:solidFill>
                <a:latin typeface="Arial" charset="0"/>
                <a:ea typeface="新細明體" pitchFamily="18" charset="-120"/>
              </a:rPr>
              <a:t>新增替代料</a:t>
            </a:r>
            <a:endParaRPr lang="en-US" altLang="zh-TW" sz="1200" dirty="0">
              <a:solidFill>
                <a:srgbClr val="FF0000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8" name="流程圖: 程序 7">
            <a:extLst>
              <a:ext uri="{FF2B5EF4-FFF2-40B4-BE49-F238E27FC236}">
                <a16:creationId xmlns:a16="http://schemas.microsoft.com/office/drawing/2014/main" id="{D673DD11-8212-D80E-74D1-73C8590E701A}"/>
              </a:ext>
            </a:extLst>
          </p:cNvPr>
          <p:cNvSpPr/>
          <p:nvPr/>
        </p:nvSpPr>
        <p:spPr>
          <a:xfrm>
            <a:off x="6992938" y="1701800"/>
            <a:ext cx="631825" cy="169863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pic>
        <p:nvPicPr>
          <p:cNvPr id="25613" name="圖片 9">
            <a:extLst>
              <a:ext uri="{FF2B5EF4-FFF2-40B4-BE49-F238E27FC236}">
                <a16:creationId xmlns:a16="http://schemas.microsoft.com/office/drawing/2014/main" id="{89ACA16C-8A8A-1A7D-9E54-42D4572DE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2452688"/>
            <a:ext cx="8826500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流程圖: 程序 10">
            <a:extLst>
              <a:ext uri="{FF2B5EF4-FFF2-40B4-BE49-F238E27FC236}">
                <a16:creationId xmlns:a16="http://schemas.microsoft.com/office/drawing/2014/main" id="{E99BB73A-F950-3272-D9F0-31FE36D891B0}"/>
              </a:ext>
            </a:extLst>
          </p:cNvPr>
          <p:cNvSpPr/>
          <p:nvPr/>
        </p:nvSpPr>
        <p:spPr>
          <a:xfrm>
            <a:off x="1179513" y="1841500"/>
            <a:ext cx="647700" cy="279400"/>
          </a:xfrm>
          <a:prstGeom prst="flowChartProcess">
            <a:avLst/>
          </a:prstGeom>
          <a:solidFill>
            <a:schemeClr val="accent5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TW" altLang="en-US" sz="1200" dirty="0">
                <a:solidFill>
                  <a:srgbClr val="0000FF"/>
                </a:solidFill>
              </a:rPr>
              <a:t>圖表</a:t>
            </a:r>
            <a:r>
              <a:rPr lang="en-US" altLang="zh-TW" sz="1200" dirty="0">
                <a:solidFill>
                  <a:srgbClr val="0000FF"/>
                </a:solidFill>
              </a:rPr>
              <a:t>1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12" name="流程圖: 程序 11">
            <a:extLst>
              <a:ext uri="{FF2B5EF4-FFF2-40B4-BE49-F238E27FC236}">
                <a16:creationId xmlns:a16="http://schemas.microsoft.com/office/drawing/2014/main" id="{708DFDA1-00D0-A4A6-887D-824A02E443AE}"/>
              </a:ext>
            </a:extLst>
          </p:cNvPr>
          <p:cNvSpPr/>
          <p:nvPr/>
        </p:nvSpPr>
        <p:spPr>
          <a:xfrm>
            <a:off x="1106488" y="3360738"/>
            <a:ext cx="647700" cy="279400"/>
          </a:xfrm>
          <a:prstGeom prst="flowChartProcess">
            <a:avLst/>
          </a:prstGeom>
          <a:solidFill>
            <a:schemeClr val="accent5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TW" altLang="en-US" sz="1200" dirty="0">
                <a:solidFill>
                  <a:srgbClr val="0000FF"/>
                </a:solidFill>
              </a:rPr>
              <a:t>圖表</a:t>
            </a:r>
            <a:r>
              <a:rPr lang="en-US" altLang="zh-TW" sz="1200" dirty="0">
                <a:solidFill>
                  <a:srgbClr val="0000FF"/>
                </a:solidFill>
              </a:rPr>
              <a:t>2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14" name="流程圖: 程序 13">
            <a:extLst>
              <a:ext uri="{FF2B5EF4-FFF2-40B4-BE49-F238E27FC236}">
                <a16:creationId xmlns:a16="http://schemas.microsoft.com/office/drawing/2014/main" id="{F0DD3E6E-5873-0EF0-9E27-D90A81735859}"/>
              </a:ext>
            </a:extLst>
          </p:cNvPr>
          <p:cNvSpPr/>
          <p:nvPr/>
        </p:nvSpPr>
        <p:spPr>
          <a:xfrm>
            <a:off x="6219825" y="2693988"/>
            <a:ext cx="647700" cy="1030287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15" name="語音泡泡: 矩形 14">
            <a:extLst>
              <a:ext uri="{FF2B5EF4-FFF2-40B4-BE49-F238E27FC236}">
                <a16:creationId xmlns:a16="http://schemas.microsoft.com/office/drawing/2014/main" id="{F8E92456-0B35-78F2-35C2-F84B6E53F547}"/>
              </a:ext>
            </a:extLst>
          </p:cNvPr>
          <p:cNvSpPr/>
          <p:nvPr/>
        </p:nvSpPr>
        <p:spPr bwMode="auto">
          <a:xfrm>
            <a:off x="6777038" y="2305050"/>
            <a:ext cx="955675" cy="293688"/>
          </a:xfrm>
          <a:prstGeom prst="wedgeRectCallout">
            <a:avLst>
              <a:gd name="adj1" fmla="val -48793"/>
              <a:gd name="adj2" fmla="val 83355"/>
            </a:avLst>
          </a:prstGeom>
          <a:solidFill>
            <a:srgbClr val="FFFF00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TW" altLang="en-US" sz="1200" dirty="0">
                <a:solidFill>
                  <a:srgbClr val="FF0000"/>
                </a:solidFill>
                <a:latin typeface="Arial" charset="0"/>
                <a:ea typeface="新細明體" pitchFamily="18" charset="-120"/>
              </a:rPr>
              <a:t>同主料用量</a:t>
            </a:r>
            <a:endParaRPr lang="en-US" altLang="zh-TW" sz="1200" dirty="0">
              <a:solidFill>
                <a:srgbClr val="FF0000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7" name="流程圖: 程序 16">
            <a:extLst>
              <a:ext uri="{FF2B5EF4-FFF2-40B4-BE49-F238E27FC236}">
                <a16:creationId xmlns:a16="http://schemas.microsoft.com/office/drawing/2014/main" id="{84573994-860C-6BF2-5869-BE2E795CB97A}"/>
              </a:ext>
            </a:extLst>
          </p:cNvPr>
          <p:cNvSpPr/>
          <p:nvPr/>
        </p:nvSpPr>
        <p:spPr>
          <a:xfrm>
            <a:off x="2446338" y="2732088"/>
            <a:ext cx="1470025" cy="1030287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16" name="語音泡泡: 矩形 15">
            <a:extLst>
              <a:ext uri="{FF2B5EF4-FFF2-40B4-BE49-F238E27FC236}">
                <a16:creationId xmlns:a16="http://schemas.microsoft.com/office/drawing/2014/main" id="{FADA5276-4DE5-9822-667C-599DBEE1F3DF}"/>
              </a:ext>
            </a:extLst>
          </p:cNvPr>
          <p:cNvSpPr/>
          <p:nvPr/>
        </p:nvSpPr>
        <p:spPr bwMode="auto">
          <a:xfrm>
            <a:off x="3492500" y="2319338"/>
            <a:ext cx="1150938" cy="246062"/>
          </a:xfrm>
          <a:prstGeom prst="wedgeRectCallout">
            <a:avLst>
              <a:gd name="adj1" fmla="val -54435"/>
              <a:gd name="adj2" fmla="val 159604"/>
            </a:avLst>
          </a:prstGeom>
          <a:solidFill>
            <a:srgbClr val="FFFF00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TW" sz="1200">
                <a:solidFill>
                  <a:srgbClr val="FF0000"/>
                </a:solidFill>
                <a:latin typeface="Arial" charset="0"/>
                <a:ea typeface="新細明體" pitchFamily="18" charset="-120"/>
              </a:rPr>
              <a:t>BOM</a:t>
            </a:r>
            <a:r>
              <a:rPr lang="zh-TW" altLang="en-US" sz="1200" dirty="0">
                <a:solidFill>
                  <a:srgbClr val="FF0000"/>
                </a:solidFill>
                <a:latin typeface="Arial" charset="0"/>
                <a:ea typeface="新細明體" pitchFamily="18" charset="-120"/>
              </a:rPr>
              <a:t>既有料號</a:t>
            </a:r>
            <a:endParaRPr lang="en-US" altLang="zh-TW" sz="1200" dirty="0">
              <a:solidFill>
                <a:srgbClr val="FF0000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19F5B7A-A543-12B6-5AAD-13C0C770353D}"/>
              </a:ext>
            </a:extLst>
          </p:cNvPr>
          <p:cNvSpPr txBox="1"/>
          <p:nvPr/>
        </p:nvSpPr>
        <p:spPr>
          <a:xfrm>
            <a:off x="269613" y="3899986"/>
            <a:ext cx="8604771" cy="2625591"/>
          </a:xfrm>
          <a:custGeom>
            <a:avLst/>
            <a:gdLst>
              <a:gd name="connsiteX0" fmla="*/ 0 w 8478688"/>
              <a:gd name="connsiteY0" fmla="*/ 0 h 1337097"/>
              <a:gd name="connsiteX1" fmla="*/ 397846 w 8478688"/>
              <a:gd name="connsiteY1" fmla="*/ 0 h 1337097"/>
              <a:gd name="connsiteX2" fmla="*/ 1219627 w 8478688"/>
              <a:gd name="connsiteY2" fmla="*/ 0 h 1337097"/>
              <a:gd name="connsiteX3" fmla="*/ 1787047 w 8478688"/>
              <a:gd name="connsiteY3" fmla="*/ 0 h 1337097"/>
              <a:gd name="connsiteX4" fmla="*/ 2524040 w 8478688"/>
              <a:gd name="connsiteY4" fmla="*/ 0 h 1337097"/>
              <a:gd name="connsiteX5" fmla="*/ 3176247 w 8478688"/>
              <a:gd name="connsiteY5" fmla="*/ 0 h 1337097"/>
              <a:gd name="connsiteX6" fmla="*/ 3828454 w 8478688"/>
              <a:gd name="connsiteY6" fmla="*/ 0 h 1337097"/>
              <a:gd name="connsiteX7" fmla="*/ 4226300 w 8478688"/>
              <a:gd name="connsiteY7" fmla="*/ 0 h 1337097"/>
              <a:gd name="connsiteX8" fmla="*/ 4963294 w 8478688"/>
              <a:gd name="connsiteY8" fmla="*/ 0 h 1337097"/>
              <a:gd name="connsiteX9" fmla="*/ 5700287 w 8478688"/>
              <a:gd name="connsiteY9" fmla="*/ 0 h 1337097"/>
              <a:gd name="connsiteX10" fmla="*/ 6522068 w 8478688"/>
              <a:gd name="connsiteY10" fmla="*/ 0 h 1337097"/>
              <a:gd name="connsiteX11" fmla="*/ 6919914 w 8478688"/>
              <a:gd name="connsiteY11" fmla="*/ 0 h 1337097"/>
              <a:gd name="connsiteX12" fmla="*/ 7572121 w 8478688"/>
              <a:gd name="connsiteY12" fmla="*/ 0 h 1337097"/>
              <a:gd name="connsiteX13" fmla="*/ 8478688 w 8478688"/>
              <a:gd name="connsiteY13" fmla="*/ 0 h 1337097"/>
              <a:gd name="connsiteX14" fmla="*/ 8478688 w 8478688"/>
              <a:gd name="connsiteY14" fmla="*/ 668549 h 1337097"/>
              <a:gd name="connsiteX15" fmla="*/ 8478688 w 8478688"/>
              <a:gd name="connsiteY15" fmla="*/ 1337097 h 1337097"/>
              <a:gd name="connsiteX16" fmla="*/ 7826481 w 8478688"/>
              <a:gd name="connsiteY16" fmla="*/ 1337097 h 1337097"/>
              <a:gd name="connsiteX17" fmla="*/ 7004701 w 8478688"/>
              <a:gd name="connsiteY17" fmla="*/ 1337097 h 1337097"/>
              <a:gd name="connsiteX18" fmla="*/ 6522068 w 8478688"/>
              <a:gd name="connsiteY18" fmla="*/ 1337097 h 1337097"/>
              <a:gd name="connsiteX19" fmla="*/ 5785074 w 8478688"/>
              <a:gd name="connsiteY19" fmla="*/ 1337097 h 1337097"/>
              <a:gd name="connsiteX20" fmla="*/ 5387228 w 8478688"/>
              <a:gd name="connsiteY20" fmla="*/ 1337097 h 1337097"/>
              <a:gd name="connsiteX21" fmla="*/ 4565447 w 8478688"/>
              <a:gd name="connsiteY21" fmla="*/ 1337097 h 1337097"/>
              <a:gd name="connsiteX22" fmla="*/ 3998027 w 8478688"/>
              <a:gd name="connsiteY22" fmla="*/ 1337097 h 1337097"/>
              <a:gd name="connsiteX23" fmla="*/ 3515394 w 8478688"/>
              <a:gd name="connsiteY23" fmla="*/ 1337097 h 1337097"/>
              <a:gd name="connsiteX24" fmla="*/ 2947975 w 8478688"/>
              <a:gd name="connsiteY24" fmla="*/ 1337097 h 1337097"/>
              <a:gd name="connsiteX25" fmla="*/ 2295768 w 8478688"/>
              <a:gd name="connsiteY25" fmla="*/ 1337097 h 1337097"/>
              <a:gd name="connsiteX26" fmla="*/ 1813135 w 8478688"/>
              <a:gd name="connsiteY26" fmla="*/ 1337097 h 1337097"/>
              <a:gd name="connsiteX27" fmla="*/ 1160928 w 8478688"/>
              <a:gd name="connsiteY27" fmla="*/ 1337097 h 1337097"/>
              <a:gd name="connsiteX28" fmla="*/ 763082 w 8478688"/>
              <a:gd name="connsiteY28" fmla="*/ 1337097 h 1337097"/>
              <a:gd name="connsiteX29" fmla="*/ 0 w 8478688"/>
              <a:gd name="connsiteY29" fmla="*/ 1337097 h 1337097"/>
              <a:gd name="connsiteX30" fmla="*/ 0 w 8478688"/>
              <a:gd name="connsiteY30" fmla="*/ 668549 h 1337097"/>
              <a:gd name="connsiteX31" fmla="*/ 0 w 8478688"/>
              <a:gd name="connsiteY31" fmla="*/ 0 h 133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478688" h="1337097" fill="none" extrusionOk="0">
                <a:moveTo>
                  <a:pt x="0" y="0"/>
                </a:moveTo>
                <a:cubicBezTo>
                  <a:pt x="148003" y="-2449"/>
                  <a:pt x="301508" y="12594"/>
                  <a:pt x="397846" y="0"/>
                </a:cubicBezTo>
                <a:cubicBezTo>
                  <a:pt x="494184" y="-12594"/>
                  <a:pt x="1001958" y="25008"/>
                  <a:pt x="1219627" y="0"/>
                </a:cubicBezTo>
                <a:cubicBezTo>
                  <a:pt x="1437296" y="-25008"/>
                  <a:pt x="1598909" y="-11148"/>
                  <a:pt x="1787047" y="0"/>
                </a:cubicBezTo>
                <a:cubicBezTo>
                  <a:pt x="1975185" y="11148"/>
                  <a:pt x="2158711" y="-35248"/>
                  <a:pt x="2524040" y="0"/>
                </a:cubicBezTo>
                <a:cubicBezTo>
                  <a:pt x="2889369" y="35248"/>
                  <a:pt x="2981999" y="-18118"/>
                  <a:pt x="3176247" y="0"/>
                </a:cubicBezTo>
                <a:cubicBezTo>
                  <a:pt x="3370495" y="18118"/>
                  <a:pt x="3612867" y="8149"/>
                  <a:pt x="3828454" y="0"/>
                </a:cubicBezTo>
                <a:cubicBezTo>
                  <a:pt x="4044041" y="-8149"/>
                  <a:pt x="4045420" y="12916"/>
                  <a:pt x="4226300" y="0"/>
                </a:cubicBezTo>
                <a:cubicBezTo>
                  <a:pt x="4407180" y="-12916"/>
                  <a:pt x="4757470" y="3269"/>
                  <a:pt x="4963294" y="0"/>
                </a:cubicBezTo>
                <a:cubicBezTo>
                  <a:pt x="5169118" y="-3269"/>
                  <a:pt x="5395370" y="-2021"/>
                  <a:pt x="5700287" y="0"/>
                </a:cubicBezTo>
                <a:cubicBezTo>
                  <a:pt x="6005204" y="2021"/>
                  <a:pt x="6322606" y="40007"/>
                  <a:pt x="6522068" y="0"/>
                </a:cubicBezTo>
                <a:cubicBezTo>
                  <a:pt x="6721530" y="-40007"/>
                  <a:pt x="6806122" y="-5017"/>
                  <a:pt x="6919914" y="0"/>
                </a:cubicBezTo>
                <a:cubicBezTo>
                  <a:pt x="7033706" y="5017"/>
                  <a:pt x="7272235" y="-5731"/>
                  <a:pt x="7572121" y="0"/>
                </a:cubicBezTo>
                <a:cubicBezTo>
                  <a:pt x="7872007" y="5731"/>
                  <a:pt x="8197723" y="-34639"/>
                  <a:pt x="8478688" y="0"/>
                </a:cubicBezTo>
                <a:cubicBezTo>
                  <a:pt x="8467649" y="209357"/>
                  <a:pt x="8485998" y="488067"/>
                  <a:pt x="8478688" y="668549"/>
                </a:cubicBezTo>
                <a:cubicBezTo>
                  <a:pt x="8471378" y="849031"/>
                  <a:pt x="8484158" y="1182223"/>
                  <a:pt x="8478688" y="1337097"/>
                </a:cubicBezTo>
                <a:cubicBezTo>
                  <a:pt x="8229654" y="1311149"/>
                  <a:pt x="8150834" y="1306708"/>
                  <a:pt x="7826481" y="1337097"/>
                </a:cubicBezTo>
                <a:cubicBezTo>
                  <a:pt x="7502128" y="1367486"/>
                  <a:pt x="7291114" y="1297392"/>
                  <a:pt x="7004701" y="1337097"/>
                </a:cubicBezTo>
                <a:cubicBezTo>
                  <a:pt x="6718288" y="1376802"/>
                  <a:pt x="6693422" y="1360224"/>
                  <a:pt x="6522068" y="1337097"/>
                </a:cubicBezTo>
                <a:cubicBezTo>
                  <a:pt x="6350714" y="1313970"/>
                  <a:pt x="6109066" y="1367302"/>
                  <a:pt x="5785074" y="1337097"/>
                </a:cubicBezTo>
                <a:cubicBezTo>
                  <a:pt x="5461082" y="1306892"/>
                  <a:pt x="5527759" y="1340835"/>
                  <a:pt x="5387228" y="1337097"/>
                </a:cubicBezTo>
                <a:cubicBezTo>
                  <a:pt x="5246697" y="1333359"/>
                  <a:pt x="4794829" y="1310119"/>
                  <a:pt x="4565447" y="1337097"/>
                </a:cubicBezTo>
                <a:cubicBezTo>
                  <a:pt x="4336065" y="1364075"/>
                  <a:pt x="4274697" y="1362285"/>
                  <a:pt x="3998027" y="1337097"/>
                </a:cubicBezTo>
                <a:cubicBezTo>
                  <a:pt x="3721357" y="1311909"/>
                  <a:pt x="3694177" y="1359253"/>
                  <a:pt x="3515394" y="1337097"/>
                </a:cubicBezTo>
                <a:cubicBezTo>
                  <a:pt x="3336611" y="1314941"/>
                  <a:pt x="3226632" y="1313359"/>
                  <a:pt x="2947975" y="1337097"/>
                </a:cubicBezTo>
                <a:cubicBezTo>
                  <a:pt x="2669318" y="1360835"/>
                  <a:pt x="2598784" y="1346833"/>
                  <a:pt x="2295768" y="1337097"/>
                </a:cubicBezTo>
                <a:cubicBezTo>
                  <a:pt x="1992752" y="1327361"/>
                  <a:pt x="1991677" y="1351814"/>
                  <a:pt x="1813135" y="1337097"/>
                </a:cubicBezTo>
                <a:cubicBezTo>
                  <a:pt x="1634593" y="1322380"/>
                  <a:pt x="1438273" y="1361573"/>
                  <a:pt x="1160928" y="1337097"/>
                </a:cubicBezTo>
                <a:cubicBezTo>
                  <a:pt x="883583" y="1312621"/>
                  <a:pt x="868855" y="1347446"/>
                  <a:pt x="763082" y="1337097"/>
                </a:cubicBezTo>
                <a:cubicBezTo>
                  <a:pt x="657309" y="1326748"/>
                  <a:pt x="270940" y="1368966"/>
                  <a:pt x="0" y="1337097"/>
                </a:cubicBezTo>
                <a:cubicBezTo>
                  <a:pt x="-9195" y="1109806"/>
                  <a:pt x="32846" y="829326"/>
                  <a:pt x="0" y="668549"/>
                </a:cubicBezTo>
                <a:cubicBezTo>
                  <a:pt x="-32846" y="507772"/>
                  <a:pt x="14164" y="268149"/>
                  <a:pt x="0" y="0"/>
                </a:cubicBezTo>
                <a:close/>
              </a:path>
              <a:path w="8478688" h="1337097" stroke="0" extrusionOk="0">
                <a:moveTo>
                  <a:pt x="0" y="0"/>
                </a:moveTo>
                <a:cubicBezTo>
                  <a:pt x="265306" y="18677"/>
                  <a:pt x="295455" y="-1448"/>
                  <a:pt x="567420" y="0"/>
                </a:cubicBezTo>
                <a:cubicBezTo>
                  <a:pt x="839385" y="1448"/>
                  <a:pt x="860091" y="12725"/>
                  <a:pt x="1050053" y="0"/>
                </a:cubicBezTo>
                <a:cubicBezTo>
                  <a:pt x="1240015" y="-12725"/>
                  <a:pt x="1498030" y="17147"/>
                  <a:pt x="1617473" y="0"/>
                </a:cubicBezTo>
                <a:cubicBezTo>
                  <a:pt x="1736916" y="-17147"/>
                  <a:pt x="2119193" y="7525"/>
                  <a:pt x="2269680" y="0"/>
                </a:cubicBezTo>
                <a:cubicBezTo>
                  <a:pt x="2420167" y="-7525"/>
                  <a:pt x="2681188" y="28935"/>
                  <a:pt x="2921886" y="0"/>
                </a:cubicBezTo>
                <a:cubicBezTo>
                  <a:pt x="3162584" y="-28935"/>
                  <a:pt x="3308280" y="27303"/>
                  <a:pt x="3658880" y="0"/>
                </a:cubicBezTo>
                <a:cubicBezTo>
                  <a:pt x="4009480" y="-27303"/>
                  <a:pt x="3970051" y="-1130"/>
                  <a:pt x="4141513" y="0"/>
                </a:cubicBezTo>
                <a:cubicBezTo>
                  <a:pt x="4312975" y="1130"/>
                  <a:pt x="4510182" y="-26484"/>
                  <a:pt x="4878507" y="0"/>
                </a:cubicBezTo>
                <a:cubicBezTo>
                  <a:pt x="5246832" y="26484"/>
                  <a:pt x="5267404" y="11744"/>
                  <a:pt x="5445927" y="0"/>
                </a:cubicBezTo>
                <a:cubicBezTo>
                  <a:pt x="5624450" y="-11744"/>
                  <a:pt x="6023561" y="18260"/>
                  <a:pt x="6267707" y="0"/>
                </a:cubicBezTo>
                <a:cubicBezTo>
                  <a:pt x="6511853" y="-18260"/>
                  <a:pt x="6624607" y="15611"/>
                  <a:pt x="6750340" y="0"/>
                </a:cubicBezTo>
                <a:cubicBezTo>
                  <a:pt x="6876073" y="-15611"/>
                  <a:pt x="7137912" y="-15350"/>
                  <a:pt x="7487334" y="0"/>
                </a:cubicBezTo>
                <a:cubicBezTo>
                  <a:pt x="7836756" y="15350"/>
                  <a:pt x="8268330" y="29566"/>
                  <a:pt x="8478688" y="0"/>
                </a:cubicBezTo>
                <a:cubicBezTo>
                  <a:pt x="8487993" y="167329"/>
                  <a:pt x="8508101" y="382036"/>
                  <a:pt x="8478688" y="695290"/>
                </a:cubicBezTo>
                <a:cubicBezTo>
                  <a:pt x="8449276" y="1008544"/>
                  <a:pt x="8479360" y="1150776"/>
                  <a:pt x="8478688" y="1337097"/>
                </a:cubicBezTo>
                <a:cubicBezTo>
                  <a:pt x="8272211" y="1369690"/>
                  <a:pt x="8019567" y="1325346"/>
                  <a:pt x="7741694" y="1337097"/>
                </a:cubicBezTo>
                <a:cubicBezTo>
                  <a:pt x="7463821" y="1348848"/>
                  <a:pt x="7356582" y="1318791"/>
                  <a:pt x="7089488" y="1337097"/>
                </a:cubicBezTo>
                <a:cubicBezTo>
                  <a:pt x="6822394" y="1355403"/>
                  <a:pt x="6860245" y="1346939"/>
                  <a:pt x="6691641" y="1337097"/>
                </a:cubicBezTo>
                <a:cubicBezTo>
                  <a:pt x="6523037" y="1327255"/>
                  <a:pt x="6104039" y="1305521"/>
                  <a:pt x="5954648" y="1337097"/>
                </a:cubicBezTo>
                <a:cubicBezTo>
                  <a:pt x="5805257" y="1368673"/>
                  <a:pt x="5298779" y="1302608"/>
                  <a:pt x="5132867" y="1337097"/>
                </a:cubicBezTo>
                <a:cubicBezTo>
                  <a:pt x="4966955" y="1371586"/>
                  <a:pt x="4696031" y="1319899"/>
                  <a:pt x="4480661" y="1337097"/>
                </a:cubicBezTo>
                <a:cubicBezTo>
                  <a:pt x="4265291" y="1354295"/>
                  <a:pt x="4035620" y="1326654"/>
                  <a:pt x="3913241" y="1337097"/>
                </a:cubicBezTo>
                <a:cubicBezTo>
                  <a:pt x="3790862" y="1347540"/>
                  <a:pt x="3582932" y="1328175"/>
                  <a:pt x="3261034" y="1337097"/>
                </a:cubicBezTo>
                <a:cubicBezTo>
                  <a:pt x="2939136" y="1346019"/>
                  <a:pt x="2726201" y="1310579"/>
                  <a:pt x="2439253" y="1337097"/>
                </a:cubicBezTo>
                <a:cubicBezTo>
                  <a:pt x="2152305" y="1363615"/>
                  <a:pt x="2007815" y="1346323"/>
                  <a:pt x="1871833" y="1337097"/>
                </a:cubicBezTo>
                <a:cubicBezTo>
                  <a:pt x="1735851" y="1327871"/>
                  <a:pt x="1656033" y="1328082"/>
                  <a:pt x="1473987" y="1337097"/>
                </a:cubicBezTo>
                <a:cubicBezTo>
                  <a:pt x="1291941" y="1346112"/>
                  <a:pt x="1177931" y="1325801"/>
                  <a:pt x="1076141" y="1337097"/>
                </a:cubicBezTo>
                <a:cubicBezTo>
                  <a:pt x="974351" y="1348393"/>
                  <a:pt x="876541" y="1350032"/>
                  <a:pt x="678295" y="1337097"/>
                </a:cubicBezTo>
                <a:cubicBezTo>
                  <a:pt x="480049" y="1324162"/>
                  <a:pt x="151664" y="1308445"/>
                  <a:pt x="0" y="1337097"/>
                </a:cubicBezTo>
                <a:cubicBezTo>
                  <a:pt x="5967" y="1182492"/>
                  <a:pt x="18696" y="867742"/>
                  <a:pt x="0" y="668549"/>
                </a:cubicBezTo>
                <a:cubicBezTo>
                  <a:pt x="-18696" y="469356"/>
                  <a:pt x="-23610" y="282233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500"/>
              </a:lnSpc>
              <a:defRPr/>
            </a:pP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範例 </a:t>
            </a:r>
            <a:r>
              <a:rPr lang="en-US" altLang="zh-TW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機種</a:t>
            </a:r>
            <a:r>
              <a:rPr lang="en-US" altLang="zh-TW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BOM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新增主料號</a:t>
            </a:r>
            <a:r>
              <a:rPr lang="en-US" altLang="zh-TW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7016A3351004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，主料再新增替代料 </a:t>
            </a:r>
            <a:r>
              <a:rPr lang="en-US" altLang="zh-TW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7016A335100n(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如圖表</a:t>
            </a:r>
            <a:r>
              <a:rPr lang="en-US" altLang="zh-TW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1)</a:t>
            </a:r>
          </a:p>
          <a:p>
            <a:pPr>
              <a:lnSpc>
                <a:spcPts val="2500"/>
              </a:lnSpc>
              <a:defRPr/>
            </a:pPr>
            <a:r>
              <a:rPr lang="en-US" altLang="zh-TW" sz="16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※</a:t>
            </a:r>
            <a:r>
              <a:rPr lang="zh-TW" altLang="en-US" sz="16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需先新增主料才能加入替代料，不能直接填寫第</a:t>
            </a:r>
            <a:r>
              <a:rPr lang="en-US" altLang="zh-TW" sz="16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TW" altLang="en-US" sz="16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筆跳過第</a:t>
            </a:r>
            <a:r>
              <a:rPr lang="en-US" altLang="zh-TW" sz="16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16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筆</a:t>
            </a:r>
          </a:p>
          <a:p>
            <a:pPr>
              <a:lnSpc>
                <a:spcPts val="2500"/>
              </a:lnSpc>
              <a:defRPr/>
            </a:pP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第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筆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5916A3352000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新增主料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7016A3351004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，處理欄位選為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非替代料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  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Add Reference</a:t>
            </a:r>
          </a:p>
          <a:p>
            <a:pPr>
              <a:lnSpc>
                <a:spcPts val="2500"/>
              </a:lnSpc>
              <a:defRPr/>
            </a:pP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填寫插件位置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(PCB) 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，系統帶出變更後用量為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</a:p>
          <a:p>
            <a:pPr>
              <a:lnSpc>
                <a:spcPts val="2500"/>
              </a:lnSpc>
              <a:defRPr/>
            </a:pP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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第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筆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5916A3352000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新增主料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7016A3351004 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，處理欄位需選為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替代料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 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Add Reference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填寫</a:t>
            </a:r>
          </a:p>
          <a:p>
            <a:pPr>
              <a:lnSpc>
                <a:spcPts val="2500"/>
              </a:lnSpc>
              <a:defRPr/>
            </a:pP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替代料號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( 7016A335100n) 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，系統帶出變更後用量為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 &gt;&gt;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因主料是新增不是機種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BOM</a:t>
            </a: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既有料號</a:t>
            </a:r>
          </a:p>
          <a:p>
            <a:pPr>
              <a:lnSpc>
                <a:spcPts val="2500"/>
              </a:lnSpc>
              <a:defRPr/>
            </a:pPr>
            <a:r>
              <a:rPr lang="zh-TW" altLang="en-US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故無用量，所以新增替代料的變更後用量為</a:t>
            </a:r>
            <a:r>
              <a:rPr lang="en-US" altLang="zh-TW" sz="15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</a:t>
            </a:r>
          </a:p>
          <a:p>
            <a:pPr>
              <a:lnSpc>
                <a:spcPts val="2500"/>
              </a:lnSpc>
              <a:defRPr/>
            </a:pPr>
            <a:r>
              <a:rPr lang="en-US" altLang="zh-TW" sz="15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1500" dirty="0" bmk="">
                <a:solidFill>
                  <a:srgbClr val="8F0374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※(</a:t>
            </a:r>
            <a:r>
              <a:rPr lang="zh-TW" altLang="en-US" sz="1500" dirty="0" bmk="">
                <a:solidFill>
                  <a:srgbClr val="8F0374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圖表</a:t>
            </a:r>
            <a:r>
              <a:rPr lang="en-US" altLang="zh-TW" sz="1500" dirty="0" bmk="">
                <a:solidFill>
                  <a:srgbClr val="8F0374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2)</a:t>
            </a:r>
            <a:r>
              <a:rPr lang="zh-TW" altLang="en-US" sz="1500" dirty="0" bmk="">
                <a:solidFill>
                  <a:srgbClr val="8F0374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主料既為機種</a:t>
            </a:r>
            <a:r>
              <a:rPr lang="en-US" altLang="zh-TW" sz="1500" dirty="0" bmk="">
                <a:solidFill>
                  <a:srgbClr val="8F0374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BOM</a:t>
            </a:r>
            <a:r>
              <a:rPr lang="zh-TW" altLang="en-US" sz="1500" dirty="0" bmk="">
                <a:solidFill>
                  <a:srgbClr val="8F0374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料號，新增替代料，系統帶出變更後用量會同主料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標題 1">
            <a:extLst>
              <a:ext uri="{FF2B5EF4-FFF2-40B4-BE49-F238E27FC236}">
                <a16:creationId xmlns:a16="http://schemas.microsoft.com/office/drawing/2014/main" id="{6FEB6411-A79B-21A9-EE07-E79A2A8BD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0788" y="100013"/>
            <a:ext cx="7589837" cy="601662"/>
          </a:xfrm>
        </p:spPr>
        <p:txBody>
          <a:bodyPr/>
          <a:lstStyle/>
          <a:p>
            <a:r>
              <a:rPr lang="zh-TW" altLang="en-US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表單填寫</a:t>
            </a:r>
            <a:r>
              <a:rPr lang="en-US" altLang="zh-TW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同張表單主</a:t>
            </a:r>
            <a:r>
              <a:rPr lang="en-US" altLang="zh-TW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替代料</a:t>
            </a:r>
            <a:r>
              <a:rPr lang="en-US" altLang="zh-TW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Change</a:t>
            </a:r>
            <a:endParaRPr lang="zh-TW" altLang="en-US" b="1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DC912F54-A8A4-F6DA-B1EF-77CB55B07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9583A4CD-8C51-54FF-87B0-864E9C293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zh-TW" sz="600"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br>
              <a:rPr lang="zh-TW" altLang="zh-TW" sz="2400">
                <a:ea typeface="標楷體" panose="03000509000000000000" pitchFamily="65" charset="-120"/>
              </a:rPr>
            </a:br>
            <a:endParaRPr lang="zh-TW" altLang="zh-TW" sz="1200"/>
          </a:p>
          <a:p>
            <a:pPr>
              <a:spcBef>
                <a:spcPct val="0"/>
              </a:spcBef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6629" name="Rectangle 8">
            <a:extLst>
              <a:ext uri="{FF2B5EF4-FFF2-40B4-BE49-F238E27FC236}">
                <a16:creationId xmlns:a16="http://schemas.microsoft.com/office/drawing/2014/main" id="{24989468-CF31-90AD-7025-856DB5B09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26630" name="Rectangle 9">
            <a:extLst>
              <a:ext uri="{FF2B5EF4-FFF2-40B4-BE49-F238E27FC236}">
                <a16:creationId xmlns:a16="http://schemas.microsoft.com/office/drawing/2014/main" id="{71FD19B7-613A-993E-B92A-6B61810B2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9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zh-TW" sz="600"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6631" name="Rectangle 10">
            <a:extLst>
              <a:ext uri="{FF2B5EF4-FFF2-40B4-BE49-F238E27FC236}">
                <a16:creationId xmlns:a16="http://schemas.microsoft.com/office/drawing/2014/main" id="{04E71372-5E86-4E56-21B9-FB42ADC98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24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240A869-CAAA-A12E-E667-61BEC02503F0}"/>
              </a:ext>
            </a:extLst>
          </p:cNvPr>
          <p:cNvSpPr txBox="1"/>
          <p:nvPr/>
        </p:nvSpPr>
        <p:spPr>
          <a:xfrm>
            <a:off x="126108" y="4686300"/>
            <a:ext cx="8892480" cy="1657698"/>
          </a:xfrm>
          <a:custGeom>
            <a:avLst/>
            <a:gdLst>
              <a:gd name="connsiteX0" fmla="*/ 0 w 8478688"/>
              <a:gd name="connsiteY0" fmla="*/ 0 h 1337097"/>
              <a:gd name="connsiteX1" fmla="*/ 397846 w 8478688"/>
              <a:gd name="connsiteY1" fmla="*/ 0 h 1337097"/>
              <a:gd name="connsiteX2" fmla="*/ 1219627 w 8478688"/>
              <a:gd name="connsiteY2" fmla="*/ 0 h 1337097"/>
              <a:gd name="connsiteX3" fmla="*/ 1787047 w 8478688"/>
              <a:gd name="connsiteY3" fmla="*/ 0 h 1337097"/>
              <a:gd name="connsiteX4" fmla="*/ 2524040 w 8478688"/>
              <a:gd name="connsiteY4" fmla="*/ 0 h 1337097"/>
              <a:gd name="connsiteX5" fmla="*/ 3176247 w 8478688"/>
              <a:gd name="connsiteY5" fmla="*/ 0 h 1337097"/>
              <a:gd name="connsiteX6" fmla="*/ 3828454 w 8478688"/>
              <a:gd name="connsiteY6" fmla="*/ 0 h 1337097"/>
              <a:gd name="connsiteX7" fmla="*/ 4226300 w 8478688"/>
              <a:gd name="connsiteY7" fmla="*/ 0 h 1337097"/>
              <a:gd name="connsiteX8" fmla="*/ 4963294 w 8478688"/>
              <a:gd name="connsiteY8" fmla="*/ 0 h 1337097"/>
              <a:gd name="connsiteX9" fmla="*/ 5700287 w 8478688"/>
              <a:gd name="connsiteY9" fmla="*/ 0 h 1337097"/>
              <a:gd name="connsiteX10" fmla="*/ 6522068 w 8478688"/>
              <a:gd name="connsiteY10" fmla="*/ 0 h 1337097"/>
              <a:gd name="connsiteX11" fmla="*/ 6919914 w 8478688"/>
              <a:gd name="connsiteY11" fmla="*/ 0 h 1337097"/>
              <a:gd name="connsiteX12" fmla="*/ 7572121 w 8478688"/>
              <a:gd name="connsiteY12" fmla="*/ 0 h 1337097"/>
              <a:gd name="connsiteX13" fmla="*/ 8478688 w 8478688"/>
              <a:gd name="connsiteY13" fmla="*/ 0 h 1337097"/>
              <a:gd name="connsiteX14" fmla="*/ 8478688 w 8478688"/>
              <a:gd name="connsiteY14" fmla="*/ 668549 h 1337097"/>
              <a:gd name="connsiteX15" fmla="*/ 8478688 w 8478688"/>
              <a:gd name="connsiteY15" fmla="*/ 1337097 h 1337097"/>
              <a:gd name="connsiteX16" fmla="*/ 7826481 w 8478688"/>
              <a:gd name="connsiteY16" fmla="*/ 1337097 h 1337097"/>
              <a:gd name="connsiteX17" fmla="*/ 7004701 w 8478688"/>
              <a:gd name="connsiteY17" fmla="*/ 1337097 h 1337097"/>
              <a:gd name="connsiteX18" fmla="*/ 6522068 w 8478688"/>
              <a:gd name="connsiteY18" fmla="*/ 1337097 h 1337097"/>
              <a:gd name="connsiteX19" fmla="*/ 5785074 w 8478688"/>
              <a:gd name="connsiteY19" fmla="*/ 1337097 h 1337097"/>
              <a:gd name="connsiteX20" fmla="*/ 5387228 w 8478688"/>
              <a:gd name="connsiteY20" fmla="*/ 1337097 h 1337097"/>
              <a:gd name="connsiteX21" fmla="*/ 4565447 w 8478688"/>
              <a:gd name="connsiteY21" fmla="*/ 1337097 h 1337097"/>
              <a:gd name="connsiteX22" fmla="*/ 3998027 w 8478688"/>
              <a:gd name="connsiteY22" fmla="*/ 1337097 h 1337097"/>
              <a:gd name="connsiteX23" fmla="*/ 3515394 w 8478688"/>
              <a:gd name="connsiteY23" fmla="*/ 1337097 h 1337097"/>
              <a:gd name="connsiteX24" fmla="*/ 2947975 w 8478688"/>
              <a:gd name="connsiteY24" fmla="*/ 1337097 h 1337097"/>
              <a:gd name="connsiteX25" fmla="*/ 2295768 w 8478688"/>
              <a:gd name="connsiteY25" fmla="*/ 1337097 h 1337097"/>
              <a:gd name="connsiteX26" fmla="*/ 1813135 w 8478688"/>
              <a:gd name="connsiteY26" fmla="*/ 1337097 h 1337097"/>
              <a:gd name="connsiteX27" fmla="*/ 1160928 w 8478688"/>
              <a:gd name="connsiteY27" fmla="*/ 1337097 h 1337097"/>
              <a:gd name="connsiteX28" fmla="*/ 763082 w 8478688"/>
              <a:gd name="connsiteY28" fmla="*/ 1337097 h 1337097"/>
              <a:gd name="connsiteX29" fmla="*/ 0 w 8478688"/>
              <a:gd name="connsiteY29" fmla="*/ 1337097 h 1337097"/>
              <a:gd name="connsiteX30" fmla="*/ 0 w 8478688"/>
              <a:gd name="connsiteY30" fmla="*/ 668549 h 1337097"/>
              <a:gd name="connsiteX31" fmla="*/ 0 w 8478688"/>
              <a:gd name="connsiteY31" fmla="*/ 0 h 133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478688" h="1337097" fill="none" extrusionOk="0">
                <a:moveTo>
                  <a:pt x="0" y="0"/>
                </a:moveTo>
                <a:cubicBezTo>
                  <a:pt x="148003" y="-2449"/>
                  <a:pt x="301508" y="12594"/>
                  <a:pt x="397846" y="0"/>
                </a:cubicBezTo>
                <a:cubicBezTo>
                  <a:pt x="494184" y="-12594"/>
                  <a:pt x="1001958" y="25008"/>
                  <a:pt x="1219627" y="0"/>
                </a:cubicBezTo>
                <a:cubicBezTo>
                  <a:pt x="1437296" y="-25008"/>
                  <a:pt x="1598909" y="-11148"/>
                  <a:pt x="1787047" y="0"/>
                </a:cubicBezTo>
                <a:cubicBezTo>
                  <a:pt x="1975185" y="11148"/>
                  <a:pt x="2158711" y="-35248"/>
                  <a:pt x="2524040" y="0"/>
                </a:cubicBezTo>
                <a:cubicBezTo>
                  <a:pt x="2889369" y="35248"/>
                  <a:pt x="2981999" y="-18118"/>
                  <a:pt x="3176247" y="0"/>
                </a:cubicBezTo>
                <a:cubicBezTo>
                  <a:pt x="3370495" y="18118"/>
                  <a:pt x="3612867" y="8149"/>
                  <a:pt x="3828454" y="0"/>
                </a:cubicBezTo>
                <a:cubicBezTo>
                  <a:pt x="4044041" y="-8149"/>
                  <a:pt x="4045420" y="12916"/>
                  <a:pt x="4226300" y="0"/>
                </a:cubicBezTo>
                <a:cubicBezTo>
                  <a:pt x="4407180" y="-12916"/>
                  <a:pt x="4757470" y="3269"/>
                  <a:pt x="4963294" y="0"/>
                </a:cubicBezTo>
                <a:cubicBezTo>
                  <a:pt x="5169118" y="-3269"/>
                  <a:pt x="5395370" y="-2021"/>
                  <a:pt x="5700287" y="0"/>
                </a:cubicBezTo>
                <a:cubicBezTo>
                  <a:pt x="6005204" y="2021"/>
                  <a:pt x="6322606" y="40007"/>
                  <a:pt x="6522068" y="0"/>
                </a:cubicBezTo>
                <a:cubicBezTo>
                  <a:pt x="6721530" y="-40007"/>
                  <a:pt x="6806122" y="-5017"/>
                  <a:pt x="6919914" y="0"/>
                </a:cubicBezTo>
                <a:cubicBezTo>
                  <a:pt x="7033706" y="5017"/>
                  <a:pt x="7272235" y="-5731"/>
                  <a:pt x="7572121" y="0"/>
                </a:cubicBezTo>
                <a:cubicBezTo>
                  <a:pt x="7872007" y="5731"/>
                  <a:pt x="8197723" y="-34639"/>
                  <a:pt x="8478688" y="0"/>
                </a:cubicBezTo>
                <a:cubicBezTo>
                  <a:pt x="8467649" y="209357"/>
                  <a:pt x="8485998" y="488067"/>
                  <a:pt x="8478688" y="668549"/>
                </a:cubicBezTo>
                <a:cubicBezTo>
                  <a:pt x="8471378" y="849031"/>
                  <a:pt x="8484158" y="1182223"/>
                  <a:pt x="8478688" y="1337097"/>
                </a:cubicBezTo>
                <a:cubicBezTo>
                  <a:pt x="8229654" y="1311149"/>
                  <a:pt x="8150834" y="1306708"/>
                  <a:pt x="7826481" y="1337097"/>
                </a:cubicBezTo>
                <a:cubicBezTo>
                  <a:pt x="7502128" y="1367486"/>
                  <a:pt x="7291114" y="1297392"/>
                  <a:pt x="7004701" y="1337097"/>
                </a:cubicBezTo>
                <a:cubicBezTo>
                  <a:pt x="6718288" y="1376802"/>
                  <a:pt x="6693422" y="1360224"/>
                  <a:pt x="6522068" y="1337097"/>
                </a:cubicBezTo>
                <a:cubicBezTo>
                  <a:pt x="6350714" y="1313970"/>
                  <a:pt x="6109066" y="1367302"/>
                  <a:pt x="5785074" y="1337097"/>
                </a:cubicBezTo>
                <a:cubicBezTo>
                  <a:pt x="5461082" y="1306892"/>
                  <a:pt x="5527759" y="1340835"/>
                  <a:pt x="5387228" y="1337097"/>
                </a:cubicBezTo>
                <a:cubicBezTo>
                  <a:pt x="5246697" y="1333359"/>
                  <a:pt x="4794829" y="1310119"/>
                  <a:pt x="4565447" y="1337097"/>
                </a:cubicBezTo>
                <a:cubicBezTo>
                  <a:pt x="4336065" y="1364075"/>
                  <a:pt x="4274697" y="1362285"/>
                  <a:pt x="3998027" y="1337097"/>
                </a:cubicBezTo>
                <a:cubicBezTo>
                  <a:pt x="3721357" y="1311909"/>
                  <a:pt x="3694177" y="1359253"/>
                  <a:pt x="3515394" y="1337097"/>
                </a:cubicBezTo>
                <a:cubicBezTo>
                  <a:pt x="3336611" y="1314941"/>
                  <a:pt x="3226632" y="1313359"/>
                  <a:pt x="2947975" y="1337097"/>
                </a:cubicBezTo>
                <a:cubicBezTo>
                  <a:pt x="2669318" y="1360835"/>
                  <a:pt x="2598784" y="1346833"/>
                  <a:pt x="2295768" y="1337097"/>
                </a:cubicBezTo>
                <a:cubicBezTo>
                  <a:pt x="1992752" y="1327361"/>
                  <a:pt x="1991677" y="1351814"/>
                  <a:pt x="1813135" y="1337097"/>
                </a:cubicBezTo>
                <a:cubicBezTo>
                  <a:pt x="1634593" y="1322380"/>
                  <a:pt x="1438273" y="1361573"/>
                  <a:pt x="1160928" y="1337097"/>
                </a:cubicBezTo>
                <a:cubicBezTo>
                  <a:pt x="883583" y="1312621"/>
                  <a:pt x="868855" y="1347446"/>
                  <a:pt x="763082" y="1337097"/>
                </a:cubicBezTo>
                <a:cubicBezTo>
                  <a:pt x="657309" y="1326748"/>
                  <a:pt x="270940" y="1368966"/>
                  <a:pt x="0" y="1337097"/>
                </a:cubicBezTo>
                <a:cubicBezTo>
                  <a:pt x="-9195" y="1109806"/>
                  <a:pt x="32846" y="829326"/>
                  <a:pt x="0" y="668549"/>
                </a:cubicBezTo>
                <a:cubicBezTo>
                  <a:pt x="-32846" y="507772"/>
                  <a:pt x="14164" y="268149"/>
                  <a:pt x="0" y="0"/>
                </a:cubicBezTo>
                <a:close/>
              </a:path>
              <a:path w="8478688" h="1337097" stroke="0" extrusionOk="0">
                <a:moveTo>
                  <a:pt x="0" y="0"/>
                </a:moveTo>
                <a:cubicBezTo>
                  <a:pt x="265306" y="18677"/>
                  <a:pt x="295455" y="-1448"/>
                  <a:pt x="567420" y="0"/>
                </a:cubicBezTo>
                <a:cubicBezTo>
                  <a:pt x="839385" y="1448"/>
                  <a:pt x="860091" y="12725"/>
                  <a:pt x="1050053" y="0"/>
                </a:cubicBezTo>
                <a:cubicBezTo>
                  <a:pt x="1240015" y="-12725"/>
                  <a:pt x="1498030" y="17147"/>
                  <a:pt x="1617473" y="0"/>
                </a:cubicBezTo>
                <a:cubicBezTo>
                  <a:pt x="1736916" y="-17147"/>
                  <a:pt x="2119193" y="7525"/>
                  <a:pt x="2269680" y="0"/>
                </a:cubicBezTo>
                <a:cubicBezTo>
                  <a:pt x="2420167" y="-7525"/>
                  <a:pt x="2681188" y="28935"/>
                  <a:pt x="2921886" y="0"/>
                </a:cubicBezTo>
                <a:cubicBezTo>
                  <a:pt x="3162584" y="-28935"/>
                  <a:pt x="3308280" y="27303"/>
                  <a:pt x="3658880" y="0"/>
                </a:cubicBezTo>
                <a:cubicBezTo>
                  <a:pt x="4009480" y="-27303"/>
                  <a:pt x="3970051" y="-1130"/>
                  <a:pt x="4141513" y="0"/>
                </a:cubicBezTo>
                <a:cubicBezTo>
                  <a:pt x="4312975" y="1130"/>
                  <a:pt x="4510182" y="-26484"/>
                  <a:pt x="4878507" y="0"/>
                </a:cubicBezTo>
                <a:cubicBezTo>
                  <a:pt x="5246832" y="26484"/>
                  <a:pt x="5267404" y="11744"/>
                  <a:pt x="5445927" y="0"/>
                </a:cubicBezTo>
                <a:cubicBezTo>
                  <a:pt x="5624450" y="-11744"/>
                  <a:pt x="6023561" y="18260"/>
                  <a:pt x="6267707" y="0"/>
                </a:cubicBezTo>
                <a:cubicBezTo>
                  <a:pt x="6511853" y="-18260"/>
                  <a:pt x="6624607" y="15611"/>
                  <a:pt x="6750340" y="0"/>
                </a:cubicBezTo>
                <a:cubicBezTo>
                  <a:pt x="6876073" y="-15611"/>
                  <a:pt x="7137912" y="-15350"/>
                  <a:pt x="7487334" y="0"/>
                </a:cubicBezTo>
                <a:cubicBezTo>
                  <a:pt x="7836756" y="15350"/>
                  <a:pt x="8268330" y="29566"/>
                  <a:pt x="8478688" y="0"/>
                </a:cubicBezTo>
                <a:cubicBezTo>
                  <a:pt x="8487993" y="167329"/>
                  <a:pt x="8508101" y="382036"/>
                  <a:pt x="8478688" y="695290"/>
                </a:cubicBezTo>
                <a:cubicBezTo>
                  <a:pt x="8449276" y="1008544"/>
                  <a:pt x="8479360" y="1150776"/>
                  <a:pt x="8478688" y="1337097"/>
                </a:cubicBezTo>
                <a:cubicBezTo>
                  <a:pt x="8272211" y="1369690"/>
                  <a:pt x="8019567" y="1325346"/>
                  <a:pt x="7741694" y="1337097"/>
                </a:cubicBezTo>
                <a:cubicBezTo>
                  <a:pt x="7463821" y="1348848"/>
                  <a:pt x="7356582" y="1318791"/>
                  <a:pt x="7089488" y="1337097"/>
                </a:cubicBezTo>
                <a:cubicBezTo>
                  <a:pt x="6822394" y="1355403"/>
                  <a:pt x="6860245" y="1346939"/>
                  <a:pt x="6691641" y="1337097"/>
                </a:cubicBezTo>
                <a:cubicBezTo>
                  <a:pt x="6523037" y="1327255"/>
                  <a:pt x="6104039" y="1305521"/>
                  <a:pt x="5954648" y="1337097"/>
                </a:cubicBezTo>
                <a:cubicBezTo>
                  <a:pt x="5805257" y="1368673"/>
                  <a:pt x="5298779" y="1302608"/>
                  <a:pt x="5132867" y="1337097"/>
                </a:cubicBezTo>
                <a:cubicBezTo>
                  <a:pt x="4966955" y="1371586"/>
                  <a:pt x="4696031" y="1319899"/>
                  <a:pt x="4480661" y="1337097"/>
                </a:cubicBezTo>
                <a:cubicBezTo>
                  <a:pt x="4265291" y="1354295"/>
                  <a:pt x="4035620" y="1326654"/>
                  <a:pt x="3913241" y="1337097"/>
                </a:cubicBezTo>
                <a:cubicBezTo>
                  <a:pt x="3790862" y="1347540"/>
                  <a:pt x="3582932" y="1328175"/>
                  <a:pt x="3261034" y="1337097"/>
                </a:cubicBezTo>
                <a:cubicBezTo>
                  <a:pt x="2939136" y="1346019"/>
                  <a:pt x="2726201" y="1310579"/>
                  <a:pt x="2439253" y="1337097"/>
                </a:cubicBezTo>
                <a:cubicBezTo>
                  <a:pt x="2152305" y="1363615"/>
                  <a:pt x="2007815" y="1346323"/>
                  <a:pt x="1871833" y="1337097"/>
                </a:cubicBezTo>
                <a:cubicBezTo>
                  <a:pt x="1735851" y="1327871"/>
                  <a:pt x="1656033" y="1328082"/>
                  <a:pt x="1473987" y="1337097"/>
                </a:cubicBezTo>
                <a:cubicBezTo>
                  <a:pt x="1291941" y="1346112"/>
                  <a:pt x="1177931" y="1325801"/>
                  <a:pt x="1076141" y="1337097"/>
                </a:cubicBezTo>
                <a:cubicBezTo>
                  <a:pt x="974351" y="1348393"/>
                  <a:pt x="876541" y="1350032"/>
                  <a:pt x="678295" y="1337097"/>
                </a:cubicBezTo>
                <a:cubicBezTo>
                  <a:pt x="480049" y="1324162"/>
                  <a:pt x="151664" y="1308445"/>
                  <a:pt x="0" y="1337097"/>
                </a:cubicBezTo>
                <a:cubicBezTo>
                  <a:pt x="5967" y="1182492"/>
                  <a:pt x="18696" y="867742"/>
                  <a:pt x="0" y="668549"/>
                </a:cubicBezTo>
                <a:cubicBezTo>
                  <a:pt x="-18696" y="469356"/>
                  <a:pt x="-23610" y="282233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defRPr/>
            </a:pPr>
            <a:r>
              <a:rPr lang="en-US" altLang="zh-TW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EC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要將替代料改為主料，主料改為替代料，在同張</a:t>
            </a:r>
            <a:r>
              <a:rPr lang="en-US" altLang="zh-TW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作業</a:t>
            </a:r>
            <a:endParaRPr lang="en-US" altLang="zh-TW" sz="1600" dirty="0" bmk="">
              <a:solidFill>
                <a:srgbClr val="0000FF"/>
              </a:solidFill>
              <a:highlight>
                <a:srgbClr val="FFFF00"/>
              </a:highlight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ts val="25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1.Assembly Level:5916A1867000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、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 Number: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刪除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7104A0281000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主料刪除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5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2.Assembly Level: 5916A1867000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、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 Number: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7104A0958000(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原為替代料改為主料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5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3.Assembly Level: 5916A1867000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、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 Number: 7104A0958000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新增替代料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7104A0281000(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原主料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500"/>
              </a:lnSpc>
              <a:defRPr/>
            </a:pPr>
            <a:r>
              <a:rPr lang="en-US" altLang="zh-TW" sz="1400" dirty="0">
                <a:solidFill>
                  <a:srgbClr val="FF0000"/>
                </a:solidFill>
              </a:rPr>
              <a:t>※</a:t>
            </a:r>
            <a:r>
              <a:rPr lang="zh-TW" altLang="en-US" sz="1400" u="sng" dirty="0">
                <a:solidFill>
                  <a:srgbClr val="FF0000"/>
                </a:solidFill>
              </a:rPr>
              <a:t>原主料刪除連同替代料刪除</a:t>
            </a:r>
            <a:r>
              <a:rPr lang="zh-TW" altLang="en-US" sz="1400" dirty="0">
                <a:solidFill>
                  <a:srgbClr val="FF0000"/>
                </a:solidFill>
              </a:rPr>
              <a:t>，</a:t>
            </a:r>
            <a:r>
              <a:rPr lang="en-US" altLang="zh-TW" sz="1400" dirty="0">
                <a:solidFill>
                  <a:srgbClr val="FF0000"/>
                </a:solidFill>
              </a:rPr>
              <a:t>[</a:t>
            </a:r>
            <a:r>
              <a:rPr lang="zh-TW" altLang="en-US" sz="1400" dirty="0">
                <a:solidFill>
                  <a:srgbClr val="FF0000"/>
                </a:solidFill>
              </a:rPr>
              <a:t>替代料</a:t>
            </a:r>
            <a:r>
              <a:rPr lang="en-US" altLang="zh-TW" sz="1400" dirty="0">
                <a:solidFill>
                  <a:srgbClr val="FF0000"/>
                </a:solidFill>
              </a:rPr>
              <a:t>]</a:t>
            </a:r>
            <a:r>
              <a:rPr lang="zh-TW" altLang="en-US" sz="1400" dirty="0">
                <a:solidFill>
                  <a:srgbClr val="FF0000"/>
                </a:solidFill>
              </a:rPr>
              <a:t>改為其他主料之替代料，表單目前無法判斷申請會卡填寫，需分</a:t>
            </a:r>
            <a:r>
              <a:rPr lang="en-US" altLang="zh-TW" sz="1400" dirty="0">
                <a:solidFill>
                  <a:srgbClr val="FF0000"/>
                </a:solidFill>
              </a:rPr>
              <a:t>2</a:t>
            </a:r>
            <a:r>
              <a:rPr lang="zh-TW" altLang="en-US" sz="1400" dirty="0">
                <a:solidFill>
                  <a:srgbClr val="FF0000"/>
                </a:solidFill>
              </a:rPr>
              <a:t>次</a:t>
            </a:r>
            <a:r>
              <a:rPr lang="en-US" altLang="zh-TW" sz="1400" dirty="0">
                <a:solidFill>
                  <a:srgbClr val="FF0000"/>
                </a:solidFill>
              </a:rPr>
              <a:t>EC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26633" name="Rectangle 2">
            <a:extLst>
              <a:ext uri="{FF2B5EF4-FFF2-40B4-BE49-F238E27FC236}">
                <a16:creationId xmlns:a16="http://schemas.microsoft.com/office/drawing/2014/main" id="{A687500C-B765-0A65-68E9-C85297B29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pic>
        <p:nvPicPr>
          <p:cNvPr id="26634" name="圖片 30">
            <a:extLst>
              <a:ext uri="{FF2B5EF4-FFF2-40B4-BE49-F238E27FC236}">
                <a16:creationId xmlns:a16="http://schemas.microsoft.com/office/drawing/2014/main" id="{44CD20CA-A1D5-FCAC-87EC-636ED9A54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941388"/>
            <a:ext cx="8893175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圖片 31">
            <a:extLst>
              <a:ext uri="{FF2B5EF4-FFF2-40B4-BE49-F238E27FC236}">
                <a16:creationId xmlns:a16="http://schemas.microsoft.com/office/drawing/2014/main" id="{B7C8DAFF-7A1B-FA65-0B34-BF7462EDE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2786063"/>
            <a:ext cx="6351587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6" name="圖說文字: 直線 32">
            <a:extLst>
              <a:ext uri="{FF2B5EF4-FFF2-40B4-BE49-F238E27FC236}">
                <a16:creationId xmlns:a16="http://schemas.microsoft.com/office/drawing/2014/main" id="{43FE0172-E605-45BF-CCA4-DBD37B5AA188}"/>
              </a:ext>
            </a:extLst>
          </p:cNvPr>
          <p:cNvSpPr>
            <a:spLocks/>
          </p:cNvSpPr>
          <p:nvPr/>
        </p:nvSpPr>
        <p:spPr bwMode="auto">
          <a:xfrm>
            <a:off x="611188" y="1963738"/>
            <a:ext cx="8407400" cy="673100"/>
          </a:xfrm>
          <a:prstGeom prst="borderCallout1">
            <a:avLst>
              <a:gd name="adj1" fmla="val -1067"/>
              <a:gd name="adj2" fmla="val 85861"/>
              <a:gd name="adj3" fmla="val 1079"/>
              <a:gd name="adj4" fmla="val 87645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6637" name="圖說文字: 直線 33">
            <a:extLst>
              <a:ext uri="{FF2B5EF4-FFF2-40B4-BE49-F238E27FC236}">
                <a16:creationId xmlns:a16="http://schemas.microsoft.com/office/drawing/2014/main" id="{5E5376A6-1733-98BD-ACAB-43D506F735CA}"/>
              </a:ext>
            </a:extLst>
          </p:cNvPr>
          <p:cNvSpPr>
            <a:spLocks/>
          </p:cNvSpPr>
          <p:nvPr/>
        </p:nvSpPr>
        <p:spPr bwMode="auto">
          <a:xfrm>
            <a:off x="5199063" y="3765550"/>
            <a:ext cx="719137" cy="638175"/>
          </a:xfrm>
          <a:prstGeom prst="borderCallout1">
            <a:avLst>
              <a:gd name="adj1" fmla="val 34986"/>
              <a:gd name="adj2" fmla="val 100157"/>
              <a:gd name="adj3" fmla="val 37338"/>
              <a:gd name="adj4" fmla="val 99449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5D8E86C2-C0C9-EFB6-584E-60E3F6470B17}"/>
              </a:ext>
            </a:extLst>
          </p:cNvPr>
          <p:cNvSpPr/>
          <p:nvPr/>
        </p:nvSpPr>
        <p:spPr bwMode="auto">
          <a:xfrm>
            <a:off x="6156325" y="3068638"/>
            <a:ext cx="2862263" cy="1152525"/>
          </a:xfrm>
          <a:prstGeom prst="wedgeRoundRectCallout">
            <a:avLst>
              <a:gd name="adj1" fmla="val -56453"/>
              <a:gd name="adj2" fmla="val 38959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spcAft>
                <a:spcPts val="800"/>
              </a:spcAft>
              <a:defRPr/>
            </a:pPr>
            <a:r>
              <a:rPr lang="en-US" altLang="zh-TW" sz="1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ECO_Number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會帶出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ECO-2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，代表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次拋轉，空白部份則是第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次拋轉，簽到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DCC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關卡會轉換成序號</a:t>
            </a:r>
            <a:endParaRPr lang="en-US" altLang="zh-TW" sz="1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Aft>
                <a:spcPts val="800"/>
              </a:spcAft>
              <a:defRPr/>
            </a:pP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:EC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序號為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005000</a:t>
            </a:r>
            <a:r>
              <a:rPr lang="zh-TW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，則改為</a:t>
            </a:r>
            <a:r>
              <a:rPr lang="en-US" altLang="zh-TW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005000-2</a:t>
            </a:r>
            <a:endParaRPr lang="zh-TW" altLang="zh-TW" sz="1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zh-TW" altLang="en-US" sz="1200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圖片 9">
            <a:extLst>
              <a:ext uri="{FF2B5EF4-FFF2-40B4-BE49-F238E27FC236}">
                <a16:creationId xmlns:a16="http://schemas.microsoft.com/office/drawing/2014/main" id="{A19930DD-3764-77B9-88A9-EBA639A2B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85825"/>
            <a:ext cx="6743700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標題 1">
            <a:extLst>
              <a:ext uri="{FF2B5EF4-FFF2-40B4-BE49-F238E27FC236}">
                <a16:creationId xmlns:a16="http://schemas.microsoft.com/office/drawing/2014/main" id="{F7C31029-D752-A1FB-35E6-65642B448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115888"/>
            <a:ext cx="7416800" cy="649287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電子料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EC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上傳附檔說明</a:t>
            </a:r>
          </a:p>
        </p:txBody>
      </p:sp>
      <p:pic>
        <p:nvPicPr>
          <p:cNvPr id="27652" name="圖片 4">
            <a:extLst>
              <a:ext uri="{FF2B5EF4-FFF2-40B4-BE49-F238E27FC236}">
                <a16:creationId xmlns:a16="http://schemas.microsoft.com/office/drawing/2014/main" id="{DE0976F9-3A9E-FAFB-4213-7796E0B82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568575"/>
            <a:ext cx="4306887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圖片 5">
            <a:extLst>
              <a:ext uri="{FF2B5EF4-FFF2-40B4-BE49-F238E27FC236}">
                <a16:creationId xmlns:a16="http://schemas.microsoft.com/office/drawing/2014/main" id="{3CE3DF03-E33C-3F85-0386-0BE3117AB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2784475"/>
            <a:ext cx="1712913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流程圖: 程序 6">
            <a:extLst>
              <a:ext uri="{FF2B5EF4-FFF2-40B4-BE49-F238E27FC236}">
                <a16:creationId xmlns:a16="http://schemas.microsoft.com/office/drawing/2014/main" id="{F4A45665-DDB6-571F-54F4-D0D7AFBEFCF2}"/>
              </a:ext>
            </a:extLst>
          </p:cNvPr>
          <p:cNvSpPr/>
          <p:nvPr/>
        </p:nvSpPr>
        <p:spPr>
          <a:xfrm>
            <a:off x="1219200" y="1773238"/>
            <a:ext cx="6521450" cy="48895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2BE3369-AA14-C003-6639-2244041EB8DD}"/>
              </a:ext>
            </a:extLst>
          </p:cNvPr>
          <p:cNvSpPr txBox="1"/>
          <p:nvPr/>
        </p:nvSpPr>
        <p:spPr>
          <a:xfrm>
            <a:off x="827088" y="4787900"/>
            <a:ext cx="7632700" cy="1289050"/>
          </a:xfrm>
          <a:custGeom>
            <a:avLst/>
            <a:gdLst>
              <a:gd name="connsiteX0" fmla="*/ 0 w 7632848"/>
              <a:gd name="connsiteY0" fmla="*/ 0 h 1289007"/>
              <a:gd name="connsiteX1" fmla="*/ 846552 w 7632848"/>
              <a:gd name="connsiteY1" fmla="*/ 0 h 1289007"/>
              <a:gd name="connsiteX2" fmla="*/ 1540448 w 7632848"/>
              <a:gd name="connsiteY2" fmla="*/ 0 h 1289007"/>
              <a:gd name="connsiteX3" fmla="*/ 2234343 w 7632848"/>
              <a:gd name="connsiteY3" fmla="*/ 0 h 1289007"/>
              <a:gd name="connsiteX4" fmla="*/ 2851910 w 7632848"/>
              <a:gd name="connsiteY4" fmla="*/ 0 h 1289007"/>
              <a:gd name="connsiteX5" fmla="*/ 3622133 w 7632848"/>
              <a:gd name="connsiteY5" fmla="*/ 0 h 1289007"/>
              <a:gd name="connsiteX6" fmla="*/ 4316029 w 7632848"/>
              <a:gd name="connsiteY6" fmla="*/ 0 h 1289007"/>
              <a:gd name="connsiteX7" fmla="*/ 5162581 w 7632848"/>
              <a:gd name="connsiteY7" fmla="*/ 0 h 1289007"/>
              <a:gd name="connsiteX8" fmla="*/ 5780148 w 7632848"/>
              <a:gd name="connsiteY8" fmla="*/ 0 h 1289007"/>
              <a:gd name="connsiteX9" fmla="*/ 6550371 w 7632848"/>
              <a:gd name="connsiteY9" fmla="*/ 0 h 1289007"/>
              <a:gd name="connsiteX10" fmla="*/ 7632848 w 7632848"/>
              <a:gd name="connsiteY10" fmla="*/ 0 h 1289007"/>
              <a:gd name="connsiteX11" fmla="*/ 7632848 w 7632848"/>
              <a:gd name="connsiteY11" fmla="*/ 644504 h 1289007"/>
              <a:gd name="connsiteX12" fmla="*/ 7632848 w 7632848"/>
              <a:gd name="connsiteY12" fmla="*/ 1289007 h 1289007"/>
              <a:gd name="connsiteX13" fmla="*/ 6862624 w 7632848"/>
              <a:gd name="connsiteY13" fmla="*/ 1289007 h 1289007"/>
              <a:gd name="connsiteX14" fmla="*/ 6397714 w 7632848"/>
              <a:gd name="connsiteY14" fmla="*/ 1289007 h 1289007"/>
              <a:gd name="connsiteX15" fmla="*/ 5703819 w 7632848"/>
              <a:gd name="connsiteY15" fmla="*/ 1289007 h 1289007"/>
              <a:gd name="connsiteX16" fmla="*/ 5162581 w 7632848"/>
              <a:gd name="connsiteY16" fmla="*/ 1289007 h 1289007"/>
              <a:gd name="connsiteX17" fmla="*/ 4316029 w 7632848"/>
              <a:gd name="connsiteY17" fmla="*/ 1289007 h 1289007"/>
              <a:gd name="connsiteX18" fmla="*/ 3622133 w 7632848"/>
              <a:gd name="connsiteY18" fmla="*/ 1289007 h 1289007"/>
              <a:gd name="connsiteX19" fmla="*/ 3004567 w 7632848"/>
              <a:gd name="connsiteY19" fmla="*/ 1289007 h 1289007"/>
              <a:gd name="connsiteX20" fmla="*/ 2158014 w 7632848"/>
              <a:gd name="connsiteY20" fmla="*/ 1289007 h 1289007"/>
              <a:gd name="connsiteX21" fmla="*/ 1311462 w 7632848"/>
              <a:gd name="connsiteY21" fmla="*/ 1289007 h 1289007"/>
              <a:gd name="connsiteX22" fmla="*/ 0 w 7632848"/>
              <a:gd name="connsiteY22" fmla="*/ 1289007 h 1289007"/>
              <a:gd name="connsiteX23" fmla="*/ 0 w 7632848"/>
              <a:gd name="connsiteY23" fmla="*/ 670284 h 1289007"/>
              <a:gd name="connsiteX24" fmla="*/ 0 w 7632848"/>
              <a:gd name="connsiteY24" fmla="*/ 0 h 128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632848" h="1289007" fill="none" extrusionOk="0">
                <a:moveTo>
                  <a:pt x="0" y="0"/>
                </a:moveTo>
                <a:cubicBezTo>
                  <a:pt x="315059" y="25927"/>
                  <a:pt x="520429" y="10160"/>
                  <a:pt x="846552" y="0"/>
                </a:cubicBezTo>
                <a:cubicBezTo>
                  <a:pt x="1172675" y="-10160"/>
                  <a:pt x="1271549" y="-16200"/>
                  <a:pt x="1540448" y="0"/>
                </a:cubicBezTo>
                <a:cubicBezTo>
                  <a:pt x="1809347" y="16200"/>
                  <a:pt x="1918820" y="-19344"/>
                  <a:pt x="2234343" y="0"/>
                </a:cubicBezTo>
                <a:cubicBezTo>
                  <a:pt x="2549866" y="19344"/>
                  <a:pt x="2688188" y="-18093"/>
                  <a:pt x="2851910" y="0"/>
                </a:cubicBezTo>
                <a:cubicBezTo>
                  <a:pt x="3015632" y="18093"/>
                  <a:pt x="3250785" y="-27478"/>
                  <a:pt x="3622133" y="0"/>
                </a:cubicBezTo>
                <a:cubicBezTo>
                  <a:pt x="3993481" y="27478"/>
                  <a:pt x="4004248" y="13988"/>
                  <a:pt x="4316029" y="0"/>
                </a:cubicBezTo>
                <a:cubicBezTo>
                  <a:pt x="4627810" y="-13988"/>
                  <a:pt x="4794322" y="39931"/>
                  <a:pt x="5162581" y="0"/>
                </a:cubicBezTo>
                <a:cubicBezTo>
                  <a:pt x="5530840" y="-39931"/>
                  <a:pt x="5616907" y="-21510"/>
                  <a:pt x="5780148" y="0"/>
                </a:cubicBezTo>
                <a:cubicBezTo>
                  <a:pt x="5943389" y="21510"/>
                  <a:pt x="6221910" y="-20094"/>
                  <a:pt x="6550371" y="0"/>
                </a:cubicBezTo>
                <a:cubicBezTo>
                  <a:pt x="6878832" y="20094"/>
                  <a:pt x="7349788" y="11125"/>
                  <a:pt x="7632848" y="0"/>
                </a:cubicBezTo>
                <a:cubicBezTo>
                  <a:pt x="7650094" y="214634"/>
                  <a:pt x="7620920" y="403533"/>
                  <a:pt x="7632848" y="644504"/>
                </a:cubicBezTo>
                <a:cubicBezTo>
                  <a:pt x="7644776" y="885475"/>
                  <a:pt x="7605910" y="1006855"/>
                  <a:pt x="7632848" y="1289007"/>
                </a:cubicBezTo>
                <a:cubicBezTo>
                  <a:pt x="7334540" y="1278718"/>
                  <a:pt x="7054070" y="1306462"/>
                  <a:pt x="6862624" y="1289007"/>
                </a:cubicBezTo>
                <a:cubicBezTo>
                  <a:pt x="6671178" y="1271552"/>
                  <a:pt x="6499827" y="1303784"/>
                  <a:pt x="6397714" y="1289007"/>
                </a:cubicBezTo>
                <a:cubicBezTo>
                  <a:pt x="6295601" y="1274231"/>
                  <a:pt x="6048843" y="1273267"/>
                  <a:pt x="5703819" y="1289007"/>
                </a:cubicBezTo>
                <a:cubicBezTo>
                  <a:pt x="5358796" y="1304747"/>
                  <a:pt x="5420705" y="1312307"/>
                  <a:pt x="5162581" y="1289007"/>
                </a:cubicBezTo>
                <a:cubicBezTo>
                  <a:pt x="4904457" y="1265707"/>
                  <a:pt x="4656137" y="1266517"/>
                  <a:pt x="4316029" y="1289007"/>
                </a:cubicBezTo>
                <a:cubicBezTo>
                  <a:pt x="3975921" y="1311497"/>
                  <a:pt x="3823864" y="1285521"/>
                  <a:pt x="3622133" y="1289007"/>
                </a:cubicBezTo>
                <a:cubicBezTo>
                  <a:pt x="3420402" y="1292493"/>
                  <a:pt x="3153569" y="1294475"/>
                  <a:pt x="3004567" y="1289007"/>
                </a:cubicBezTo>
                <a:cubicBezTo>
                  <a:pt x="2855565" y="1283539"/>
                  <a:pt x="2495222" y="1287544"/>
                  <a:pt x="2158014" y="1289007"/>
                </a:cubicBezTo>
                <a:cubicBezTo>
                  <a:pt x="1820806" y="1290470"/>
                  <a:pt x="1650115" y="1298314"/>
                  <a:pt x="1311462" y="1289007"/>
                </a:cubicBezTo>
                <a:cubicBezTo>
                  <a:pt x="972809" y="1279700"/>
                  <a:pt x="304313" y="1248521"/>
                  <a:pt x="0" y="1289007"/>
                </a:cubicBezTo>
                <a:cubicBezTo>
                  <a:pt x="-26902" y="1111197"/>
                  <a:pt x="16387" y="905852"/>
                  <a:pt x="0" y="670284"/>
                </a:cubicBezTo>
                <a:cubicBezTo>
                  <a:pt x="-16387" y="434716"/>
                  <a:pt x="2725" y="320403"/>
                  <a:pt x="0" y="0"/>
                </a:cubicBezTo>
                <a:close/>
              </a:path>
              <a:path w="7632848" h="1289007" stroke="0" extrusionOk="0">
                <a:moveTo>
                  <a:pt x="0" y="0"/>
                </a:moveTo>
                <a:cubicBezTo>
                  <a:pt x="207841" y="10878"/>
                  <a:pt x="383978" y="22025"/>
                  <a:pt x="617567" y="0"/>
                </a:cubicBezTo>
                <a:cubicBezTo>
                  <a:pt x="851156" y="-22025"/>
                  <a:pt x="1020902" y="20940"/>
                  <a:pt x="1158805" y="0"/>
                </a:cubicBezTo>
                <a:cubicBezTo>
                  <a:pt x="1296708" y="-20940"/>
                  <a:pt x="1613610" y="-9863"/>
                  <a:pt x="1776372" y="0"/>
                </a:cubicBezTo>
                <a:cubicBezTo>
                  <a:pt x="1939134" y="9863"/>
                  <a:pt x="2219169" y="24076"/>
                  <a:pt x="2470267" y="0"/>
                </a:cubicBezTo>
                <a:cubicBezTo>
                  <a:pt x="2721365" y="-24076"/>
                  <a:pt x="2940904" y="16218"/>
                  <a:pt x="3164162" y="0"/>
                </a:cubicBezTo>
                <a:cubicBezTo>
                  <a:pt x="3387420" y="-16218"/>
                  <a:pt x="3771318" y="-28114"/>
                  <a:pt x="3934386" y="0"/>
                </a:cubicBezTo>
                <a:cubicBezTo>
                  <a:pt x="4097454" y="28114"/>
                  <a:pt x="4272420" y="-21154"/>
                  <a:pt x="4475625" y="0"/>
                </a:cubicBezTo>
                <a:cubicBezTo>
                  <a:pt x="4678830" y="21154"/>
                  <a:pt x="4975645" y="-9212"/>
                  <a:pt x="5245848" y="0"/>
                </a:cubicBezTo>
                <a:cubicBezTo>
                  <a:pt x="5516051" y="9212"/>
                  <a:pt x="5640971" y="22167"/>
                  <a:pt x="5863415" y="0"/>
                </a:cubicBezTo>
                <a:cubicBezTo>
                  <a:pt x="6085859" y="-22167"/>
                  <a:pt x="6509573" y="-23591"/>
                  <a:pt x="6709967" y="0"/>
                </a:cubicBezTo>
                <a:cubicBezTo>
                  <a:pt x="6910361" y="23591"/>
                  <a:pt x="7432192" y="-43222"/>
                  <a:pt x="7632848" y="0"/>
                </a:cubicBezTo>
                <a:cubicBezTo>
                  <a:pt x="7631888" y="221984"/>
                  <a:pt x="7610232" y="360811"/>
                  <a:pt x="7632848" y="657394"/>
                </a:cubicBezTo>
                <a:cubicBezTo>
                  <a:pt x="7655464" y="953977"/>
                  <a:pt x="7663324" y="1065752"/>
                  <a:pt x="7632848" y="1289007"/>
                </a:cubicBezTo>
                <a:cubicBezTo>
                  <a:pt x="7305002" y="1309364"/>
                  <a:pt x="7050325" y="1297025"/>
                  <a:pt x="6862624" y="1289007"/>
                </a:cubicBezTo>
                <a:cubicBezTo>
                  <a:pt x="6674923" y="1280989"/>
                  <a:pt x="6519127" y="1290139"/>
                  <a:pt x="6397714" y="1289007"/>
                </a:cubicBezTo>
                <a:cubicBezTo>
                  <a:pt x="6276301" y="1287876"/>
                  <a:pt x="5822961" y="1277592"/>
                  <a:pt x="5551162" y="1289007"/>
                </a:cubicBezTo>
                <a:cubicBezTo>
                  <a:pt x="5279363" y="1300422"/>
                  <a:pt x="5041191" y="1282519"/>
                  <a:pt x="4857267" y="1289007"/>
                </a:cubicBezTo>
                <a:cubicBezTo>
                  <a:pt x="4673344" y="1295495"/>
                  <a:pt x="4515509" y="1277175"/>
                  <a:pt x="4392357" y="1289007"/>
                </a:cubicBezTo>
                <a:cubicBezTo>
                  <a:pt x="4269205" y="1300840"/>
                  <a:pt x="3943067" y="1260869"/>
                  <a:pt x="3622133" y="1289007"/>
                </a:cubicBezTo>
                <a:cubicBezTo>
                  <a:pt x="3301199" y="1317145"/>
                  <a:pt x="3026965" y="1248449"/>
                  <a:pt x="2775581" y="1289007"/>
                </a:cubicBezTo>
                <a:cubicBezTo>
                  <a:pt x="2524197" y="1329565"/>
                  <a:pt x="2251281" y="1258636"/>
                  <a:pt x="2081686" y="1289007"/>
                </a:cubicBezTo>
                <a:cubicBezTo>
                  <a:pt x="1912092" y="1319378"/>
                  <a:pt x="1682219" y="1286429"/>
                  <a:pt x="1464119" y="1289007"/>
                </a:cubicBezTo>
                <a:cubicBezTo>
                  <a:pt x="1246019" y="1291585"/>
                  <a:pt x="1073544" y="1279814"/>
                  <a:pt x="770224" y="1289007"/>
                </a:cubicBezTo>
                <a:cubicBezTo>
                  <a:pt x="466905" y="1298200"/>
                  <a:pt x="293119" y="1280094"/>
                  <a:pt x="0" y="1289007"/>
                </a:cubicBezTo>
                <a:cubicBezTo>
                  <a:pt x="-15315" y="1020653"/>
                  <a:pt x="-24866" y="877354"/>
                  <a:pt x="0" y="657394"/>
                </a:cubicBezTo>
                <a:cubicBezTo>
                  <a:pt x="24866" y="437434"/>
                  <a:pt x="8787" y="263265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180975" indent="-180975">
              <a:lnSpc>
                <a:spcPts val="2400"/>
              </a:lnSpc>
              <a:buFontTx/>
              <a:buAutoNum type="arabicPeriod"/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內容若有電子料號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不含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ME/ID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料件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，需附上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PM/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業務同意資訊或測試報告，若不需驗證則附上新舊規格比對表。</a:t>
            </a:r>
            <a:endParaRPr lang="en-US" altLang="zh-TW" sz="1400" dirty="0" bmk="">
              <a:solidFill>
                <a:srgbClr val="00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80975" indent="-180975">
              <a:lnSpc>
                <a:spcPts val="2400"/>
              </a:lnSpc>
              <a:buFontTx/>
              <a:buAutoNum type="arabicPeriod"/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軟體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FW EC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可附上單位已簽核之軟體程式發行管制表或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PM/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業務同意資訊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可擇一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TW" altLang="en-US" sz="1400" dirty="0" bmk="">
              <a:solidFill>
                <a:srgbClr val="00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80975" indent="-180975">
              <a:lnSpc>
                <a:spcPts val="2400"/>
              </a:lnSpc>
              <a:buFontTx/>
              <a:buAutoNum type="arabicPeriod"/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若未附檔案，派送表單時系統會發出提示視窗，未附上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; 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除有特別備註原因，否則以退件處理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!</a:t>
            </a:r>
            <a:endParaRPr lang="zh-TW" altLang="en-US" sz="1400" dirty="0" bmk="">
              <a:solidFill>
                <a:srgbClr val="00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>
            <a:extLst>
              <a:ext uri="{FF2B5EF4-FFF2-40B4-BE49-F238E27FC236}">
                <a16:creationId xmlns:a16="http://schemas.microsoft.com/office/drawing/2014/main" id="{59B464EB-0C24-FFD4-9DFD-E16392277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未承認料件卡控說明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4CE868-DCB4-39D7-5C9B-A039F3106712}"/>
              </a:ext>
            </a:extLst>
          </p:cNvPr>
          <p:cNvSpPr txBox="1"/>
          <p:nvPr/>
        </p:nvSpPr>
        <p:spPr>
          <a:xfrm>
            <a:off x="143508" y="782589"/>
            <a:ext cx="8856984" cy="2674130"/>
          </a:xfrm>
          <a:custGeom>
            <a:avLst/>
            <a:gdLst>
              <a:gd name="connsiteX0" fmla="*/ 0 w 7632848"/>
              <a:gd name="connsiteY0" fmla="*/ 0 h 1289007"/>
              <a:gd name="connsiteX1" fmla="*/ 846552 w 7632848"/>
              <a:gd name="connsiteY1" fmla="*/ 0 h 1289007"/>
              <a:gd name="connsiteX2" fmla="*/ 1540448 w 7632848"/>
              <a:gd name="connsiteY2" fmla="*/ 0 h 1289007"/>
              <a:gd name="connsiteX3" fmla="*/ 2234343 w 7632848"/>
              <a:gd name="connsiteY3" fmla="*/ 0 h 1289007"/>
              <a:gd name="connsiteX4" fmla="*/ 2851910 w 7632848"/>
              <a:gd name="connsiteY4" fmla="*/ 0 h 1289007"/>
              <a:gd name="connsiteX5" fmla="*/ 3622133 w 7632848"/>
              <a:gd name="connsiteY5" fmla="*/ 0 h 1289007"/>
              <a:gd name="connsiteX6" fmla="*/ 4316029 w 7632848"/>
              <a:gd name="connsiteY6" fmla="*/ 0 h 1289007"/>
              <a:gd name="connsiteX7" fmla="*/ 5162581 w 7632848"/>
              <a:gd name="connsiteY7" fmla="*/ 0 h 1289007"/>
              <a:gd name="connsiteX8" fmla="*/ 5780148 w 7632848"/>
              <a:gd name="connsiteY8" fmla="*/ 0 h 1289007"/>
              <a:gd name="connsiteX9" fmla="*/ 6550371 w 7632848"/>
              <a:gd name="connsiteY9" fmla="*/ 0 h 1289007"/>
              <a:gd name="connsiteX10" fmla="*/ 7632848 w 7632848"/>
              <a:gd name="connsiteY10" fmla="*/ 0 h 1289007"/>
              <a:gd name="connsiteX11" fmla="*/ 7632848 w 7632848"/>
              <a:gd name="connsiteY11" fmla="*/ 644504 h 1289007"/>
              <a:gd name="connsiteX12" fmla="*/ 7632848 w 7632848"/>
              <a:gd name="connsiteY12" fmla="*/ 1289007 h 1289007"/>
              <a:gd name="connsiteX13" fmla="*/ 6862624 w 7632848"/>
              <a:gd name="connsiteY13" fmla="*/ 1289007 h 1289007"/>
              <a:gd name="connsiteX14" fmla="*/ 6397714 w 7632848"/>
              <a:gd name="connsiteY14" fmla="*/ 1289007 h 1289007"/>
              <a:gd name="connsiteX15" fmla="*/ 5703819 w 7632848"/>
              <a:gd name="connsiteY15" fmla="*/ 1289007 h 1289007"/>
              <a:gd name="connsiteX16" fmla="*/ 5162581 w 7632848"/>
              <a:gd name="connsiteY16" fmla="*/ 1289007 h 1289007"/>
              <a:gd name="connsiteX17" fmla="*/ 4316029 w 7632848"/>
              <a:gd name="connsiteY17" fmla="*/ 1289007 h 1289007"/>
              <a:gd name="connsiteX18" fmla="*/ 3622133 w 7632848"/>
              <a:gd name="connsiteY18" fmla="*/ 1289007 h 1289007"/>
              <a:gd name="connsiteX19" fmla="*/ 3004567 w 7632848"/>
              <a:gd name="connsiteY19" fmla="*/ 1289007 h 1289007"/>
              <a:gd name="connsiteX20" fmla="*/ 2158014 w 7632848"/>
              <a:gd name="connsiteY20" fmla="*/ 1289007 h 1289007"/>
              <a:gd name="connsiteX21" fmla="*/ 1311462 w 7632848"/>
              <a:gd name="connsiteY21" fmla="*/ 1289007 h 1289007"/>
              <a:gd name="connsiteX22" fmla="*/ 0 w 7632848"/>
              <a:gd name="connsiteY22" fmla="*/ 1289007 h 1289007"/>
              <a:gd name="connsiteX23" fmla="*/ 0 w 7632848"/>
              <a:gd name="connsiteY23" fmla="*/ 670284 h 1289007"/>
              <a:gd name="connsiteX24" fmla="*/ 0 w 7632848"/>
              <a:gd name="connsiteY24" fmla="*/ 0 h 128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632848" h="1289007" fill="none" extrusionOk="0">
                <a:moveTo>
                  <a:pt x="0" y="0"/>
                </a:moveTo>
                <a:cubicBezTo>
                  <a:pt x="315059" y="25927"/>
                  <a:pt x="520429" y="10160"/>
                  <a:pt x="846552" y="0"/>
                </a:cubicBezTo>
                <a:cubicBezTo>
                  <a:pt x="1172675" y="-10160"/>
                  <a:pt x="1271549" y="-16200"/>
                  <a:pt x="1540448" y="0"/>
                </a:cubicBezTo>
                <a:cubicBezTo>
                  <a:pt x="1809347" y="16200"/>
                  <a:pt x="1918820" y="-19344"/>
                  <a:pt x="2234343" y="0"/>
                </a:cubicBezTo>
                <a:cubicBezTo>
                  <a:pt x="2549866" y="19344"/>
                  <a:pt x="2688188" y="-18093"/>
                  <a:pt x="2851910" y="0"/>
                </a:cubicBezTo>
                <a:cubicBezTo>
                  <a:pt x="3015632" y="18093"/>
                  <a:pt x="3250785" y="-27478"/>
                  <a:pt x="3622133" y="0"/>
                </a:cubicBezTo>
                <a:cubicBezTo>
                  <a:pt x="3993481" y="27478"/>
                  <a:pt x="4004248" y="13988"/>
                  <a:pt x="4316029" y="0"/>
                </a:cubicBezTo>
                <a:cubicBezTo>
                  <a:pt x="4627810" y="-13988"/>
                  <a:pt x="4794322" y="39931"/>
                  <a:pt x="5162581" y="0"/>
                </a:cubicBezTo>
                <a:cubicBezTo>
                  <a:pt x="5530840" y="-39931"/>
                  <a:pt x="5616907" y="-21510"/>
                  <a:pt x="5780148" y="0"/>
                </a:cubicBezTo>
                <a:cubicBezTo>
                  <a:pt x="5943389" y="21510"/>
                  <a:pt x="6221910" y="-20094"/>
                  <a:pt x="6550371" y="0"/>
                </a:cubicBezTo>
                <a:cubicBezTo>
                  <a:pt x="6878832" y="20094"/>
                  <a:pt x="7349788" y="11125"/>
                  <a:pt x="7632848" y="0"/>
                </a:cubicBezTo>
                <a:cubicBezTo>
                  <a:pt x="7650094" y="214634"/>
                  <a:pt x="7620920" y="403533"/>
                  <a:pt x="7632848" y="644504"/>
                </a:cubicBezTo>
                <a:cubicBezTo>
                  <a:pt x="7644776" y="885475"/>
                  <a:pt x="7605910" y="1006855"/>
                  <a:pt x="7632848" y="1289007"/>
                </a:cubicBezTo>
                <a:cubicBezTo>
                  <a:pt x="7334540" y="1278718"/>
                  <a:pt x="7054070" y="1306462"/>
                  <a:pt x="6862624" y="1289007"/>
                </a:cubicBezTo>
                <a:cubicBezTo>
                  <a:pt x="6671178" y="1271552"/>
                  <a:pt x="6499827" y="1303784"/>
                  <a:pt x="6397714" y="1289007"/>
                </a:cubicBezTo>
                <a:cubicBezTo>
                  <a:pt x="6295601" y="1274231"/>
                  <a:pt x="6048843" y="1273267"/>
                  <a:pt x="5703819" y="1289007"/>
                </a:cubicBezTo>
                <a:cubicBezTo>
                  <a:pt x="5358796" y="1304747"/>
                  <a:pt x="5420705" y="1312307"/>
                  <a:pt x="5162581" y="1289007"/>
                </a:cubicBezTo>
                <a:cubicBezTo>
                  <a:pt x="4904457" y="1265707"/>
                  <a:pt x="4656137" y="1266517"/>
                  <a:pt x="4316029" y="1289007"/>
                </a:cubicBezTo>
                <a:cubicBezTo>
                  <a:pt x="3975921" y="1311497"/>
                  <a:pt x="3823864" y="1285521"/>
                  <a:pt x="3622133" y="1289007"/>
                </a:cubicBezTo>
                <a:cubicBezTo>
                  <a:pt x="3420402" y="1292493"/>
                  <a:pt x="3153569" y="1294475"/>
                  <a:pt x="3004567" y="1289007"/>
                </a:cubicBezTo>
                <a:cubicBezTo>
                  <a:pt x="2855565" y="1283539"/>
                  <a:pt x="2495222" y="1287544"/>
                  <a:pt x="2158014" y="1289007"/>
                </a:cubicBezTo>
                <a:cubicBezTo>
                  <a:pt x="1820806" y="1290470"/>
                  <a:pt x="1650115" y="1298314"/>
                  <a:pt x="1311462" y="1289007"/>
                </a:cubicBezTo>
                <a:cubicBezTo>
                  <a:pt x="972809" y="1279700"/>
                  <a:pt x="304313" y="1248521"/>
                  <a:pt x="0" y="1289007"/>
                </a:cubicBezTo>
                <a:cubicBezTo>
                  <a:pt x="-26902" y="1111197"/>
                  <a:pt x="16387" y="905852"/>
                  <a:pt x="0" y="670284"/>
                </a:cubicBezTo>
                <a:cubicBezTo>
                  <a:pt x="-16387" y="434716"/>
                  <a:pt x="2725" y="320403"/>
                  <a:pt x="0" y="0"/>
                </a:cubicBezTo>
                <a:close/>
              </a:path>
              <a:path w="7632848" h="1289007" stroke="0" extrusionOk="0">
                <a:moveTo>
                  <a:pt x="0" y="0"/>
                </a:moveTo>
                <a:cubicBezTo>
                  <a:pt x="207841" y="10878"/>
                  <a:pt x="383978" y="22025"/>
                  <a:pt x="617567" y="0"/>
                </a:cubicBezTo>
                <a:cubicBezTo>
                  <a:pt x="851156" y="-22025"/>
                  <a:pt x="1020902" y="20940"/>
                  <a:pt x="1158805" y="0"/>
                </a:cubicBezTo>
                <a:cubicBezTo>
                  <a:pt x="1296708" y="-20940"/>
                  <a:pt x="1613610" y="-9863"/>
                  <a:pt x="1776372" y="0"/>
                </a:cubicBezTo>
                <a:cubicBezTo>
                  <a:pt x="1939134" y="9863"/>
                  <a:pt x="2219169" y="24076"/>
                  <a:pt x="2470267" y="0"/>
                </a:cubicBezTo>
                <a:cubicBezTo>
                  <a:pt x="2721365" y="-24076"/>
                  <a:pt x="2940904" y="16218"/>
                  <a:pt x="3164162" y="0"/>
                </a:cubicBezTo>
                <a:cubicBezTo>
                  <a:pt x="3387420" y="-16218"/>
                  <a:pt x="3771318" y="-28114"/>
                  <a:pt x="3934386" y="0"/>
                </a:cubicBezTo>
                <a:cubicBezTo>
                  <a:pt x="4097454" y="28114"/>
                  <a:pt x="4272420" y="-21154"/>
                  <a:pt x="4475625" y="0"/>
                </a:cubicBezTo>
                <a:cubicBezTo>
                  <a:pt x="4678830" y="21154"/>
                  <a:pt x="4975645" y="-9212"/>
                  <a:pt x="5245848" y="0"/>
                </a:cubicBezTo>
                <a:cubicBezTo>
                  <a:pt x="5516051" y="9212"/>
                  <a:pt x="5640971" y="22167"/>
                  <a:pt x="5863415" y="0"/>
                </a:cubicBezTo>
                <a:cubicBezTo>
                  <a:pt x="6085859" y="-22167"/>
                  <a:pt x="6509573" y="-23591"/>
                  <a:pt x="6709967" y="0"/>
                </a:cubicBezTo>
                <a:cubicBezTo>
                  <a:pt x="6910361" y="23591"/>
                  <a:pt x="7432192" y="-43222"/>
                  <a:pt x="7632848" y="0"/>
                </a:cubicBezTo>
                <a:cubicBezTo>
                  <a:pt x="7631888" y="221984"/>
                  <a:pt x="7610232" y="360811"/>
                  <a:pt x="7632848" y="657394"/>
                </a:cubicBezTo>
                <a:cubicBezTo>
                  <a:pt x="7655464" y="953977"/>
                  <a:pt x="7663324" y="1065752"/>
                  <a:pt x="7632848" y="1289007"/>
                </a:cubicBezTo>
                <a:cubicBezTo>
                  <a:pt x="7305002" y="1309364"/>
                  <a:pt x="7050325" y="1297025"/>
                  <a:pt x="6862624" y="1289007"/>
                </a:cubicBezTo>
                <a:cubicBezTo>
                  <a:pt x="6674923" y="1280989"/>
                  <a:pt x="6519127" y="1290139"/>
                  <a:pt x="6397714" y="1289007"/>
                </a:cubicBezTo>
                <a:cubicBezTo>
                  <a:pt x="6276301" y="1287876"/>
                  <a:pt x="5822961" y="1277592"/>
                  <a:pt x="5551162" y="1289007"/>
                </a:cubicBezTo>
                <a:cubicBezTo>
                  <a:pt x="5279363" y="1300422"/>
                  <a:pt x="5041191" y="1282519"/>
                  <a:pt x="4857267" y="1289007"/>
                </a:cubicBezTo>
                <a:cubicBezTo>
                  <a:pt x="4673344" y="1295495"/>
                  <a:pt x="4515509" y="1277175"/>
                  <a:pt x="4392357" y="1289007"/>
                </a:cubicBezTo>
                <a:cubicBezTo>
                  <a:pt x="4269205" y="1300840"/>
                  <a:pt x="3943067" y="1260869"/>
                  <a:pt x="3622133" y="1289007"/>
                </a:cubicBezTo>
                <a:cubicBezTo>
                  <a:pt x="3301199" y="1317145"/>
                  <a:pt x="3026965" y="1248449"/>
                  <a:pt x="2775581" y="1289007"/>
                </a:cubicBezTo>
                <a:cubicBezTo>
                  <a:pt x="2524197" y="1329565"/>
                  <a:pt x="2251281" y="1258636"/>
                  <a:pt x="2081686" y="1289007"/>
                </a:cubicBezTo>
                <a:cubicBezTo>
                  <a:pt x="1912092" y="1319378"/>
                  <a:pt x="1682219" y="1286429"/>
                  <a:pt x="1464119" y="1289007"/>
                </a:cubicBezTo>
                <a:cubicBezTo>
                  <a:pt x="1246019" y="1291585"/>
                  <a:pt x="1073544" y="1279814"/>
                  <a:pt x="770224" y="1289007"/>
                </a:cubicBezTo>
                <a:cubicBezTo>
                  <a:pt x="466905" y="1298200"/>
                  <a:pt x="293119" y="1280094"/>
                  <a:pt x="0" y="1289007"/>
                </a:cubicBezTo>
                <a:cubicBezTo>
                  <a:pt x="-15315" y="1020653"/>
                  <a:pt x="-24866" y="877354"/>
                  <a:pt x="0" y="657394"/>
                </a:cubicBezTo>
                <a:cubicBezTo>
                  <a:pt x="24866" y="437434"/>
                  <a:pt x="8787" y="263265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spcBef>
                <a:spcPts val="120"/>
              </a:spcBef>
              <a:spcAft>
                <a:spcPts val="120"/>
              </a:spcAft>
              <a:defRPr/>
            </a:pPr>
            <a:r>
              <a:rPr lang="en-US" altLang="zh-TW" sz="18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 </a:t>
            </a:r>
            <a:r>
              <a:rPr lang="en-US" altLang="zh-TW" sz="1800" kern="100" dirty="0">
                <a:solidFill>
                  <a:srgbClr val="0000FF"/>
                </a:solidFill>
                <a:highlight>
                  <a:srgbClr val="FFFF00"/>
                </a:highlight>
                <a:latin typeface="標楷體" panose="03000509000000000000" pitchFamily="65" charset="-120"/>
                <a:cs typeface="Times New Roman" panose="02020603050405020304" pitchFamily="18" charset="0"/>
              </a:rPr>
              <a:t>MBOM</a:t>
            </a:r>
            <a:r>
              <a:rPr lang="zh-TW" altLang="en-US" sz="1800" kern="100" dirty="0">
                <a:solidFill>
                  <a:srgbClr val="0000FF"/>
                </a:solidFill>
                <a:highlight>
                  <a:srgbClr val="FFFF00"/>
                </a:highlight>
                <a:latin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solidFill>
                  <a:srgbClr val="0000FF"/>
                </a:solidFill>
                <a:highlight>
                  <a:srgbClr val="FFFF00"/>
                </a:highlight>
                <a:latin typeface="標楷體" panose="03000509000000000000" pitchFamily="65" charset="-120"/>
                <a:cs typeface="Times New Roman" panose="02020603050405020304" pitchFamily="18" charset="0"/>
              </a:rPr>
              <a:t>EC</a:t>
            </a:r>
            <a:r>
              <a:rPr lang="zh-TW" altLang="en-US" sz="1800" kern="100" dirty="0">
                <a:solidFill>
                  <a:srgbClr val="0000FF"/>
                </a:solidFill>
                <a:highlight>
                  <a:srgbClr val="FFFF00"/>
                </a:highlight>
                <a:latin typeface="標楷體" panose="03000509000000000000" pitchFamily="65" charset="-120"/>
                <a:cs typeface="Times New Roman" panose="02020603050405020304" pitchFamily="18" charset="0"/>
              </a:rPr>
              <a:t>僅允取機種狀態為</a:t>
            </a:r>
            <a:r>
              <a:rPr lang="en-US" altLang="zh-TW" sz="1800" kern="100" dirty="0">
                <a:solidFill>
                  <a:srgbClr val="0000FF"/>
                </a:solidFill>
                <a:highlight>
                  <a:srgbClr val="FFFF00"/>
                </a:highlight>
                <a:latin typeface="標楷體" panose="03000509000000000000" pitchFamily="65" charset="-120"/>
                <a:cs typeface="Times New Roman" panose="02020603050405020304" pitchFamily="18" charset="0"/>
              </a:rPr>
              <a:t>PVT</a:t>
            </a:r>
            <a:r>
              <a:rPr lang="zh-TW" altLang="en-US" sz="1800" kern="100" dirty="0">
                <a:solidFill>
                  <a:srgbClr val="0000FF"/>
                </a:solidFill>
                <a:highlight>
                  <a:srgbClr val="FFFF00"/>
                </a:highlight>
                <a:latin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1800" kern="100" dirty="0">
                <a:solidFill>
                  <a:srgbClr val="0000FF"/>
                </a:solidFill>
                <a:highlight>
                  <a:srgbClr val="FFFF00"/>
                </a:highlight>
                <a:latin typeface="標楷體" panose="03000509000000000000" pitchFamily="65" charset="-120"/>
                <a:cs typeface="Times New Roman" panose="02020603050405020304" pitchFamily="18" charset="0"/>
              </a:rPr>
              <a:t>Active</a:t>
            </a:r>
          </a:p>
          <a:p>
            <a:pPr>
              <a:lnSpc>
                <a:spcPts val="2200"/>
              </a:lnSpc>
              <a:spcBef>
                <a:spcPts val="120"/>
              </a:spcBef>
              <a:spcAft>
                <a:spcPts val="120"/>
              </a:spcAft>
              <a:defRPr/>
            </a:pP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★上階層料號狀態為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PVT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ID/ME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料號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如下物件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5730A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料號之狀態需為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S4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A 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，其餘料號皆</a:t>
            </a:r>
            <a:endParaRPr lang="en-US" altLang="zh-TW" sz="1600" kern="100" dirty="0">
              <a:solidFill>
                <a:srgbClr val="0000FF"/>
              </a:solidFill>
              <a:latin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2200"/>
              </a:lnSpc>
              <a:spcBef>
                <a:spcPts val="120"/>
              </a:spcBef>
              <a:spcAft>
                <a:spcPts val="120"/>
              </a:spcAft>
              <a:defRPr/>
            </a:pP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  需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PVT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狀態，不符合系統提示卡填寫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如圖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1)</a:t>
            </a:r>
          </a:p>
          <a:p>
            <a:pPr>
              <a:lnSpc>
                <a:spcPts val="2200"/>
              </a:lnSpc>
              <a:spcBef>
                <a:spcPts val="120"/>
              </a:spcBef>
              <a:spcAft>
                <a:spcPts val="120"/>
              </a:spcAft>
              <a:defRPr/>
            </a:pP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★上階層料號狀態為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Active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，所有料號之狀態皆為</a:t>
            </a:r>
            <a:r>
              <a:rPr lang="en-US" altLang="zh-TW" sz="1600" dirty="0" bmk="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Active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，不符合系統提示卡填寫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如圖</a:t>
            </a:r>
            <a:r>
              <a:rPr lang="en-US" altLang="zh-TW" sz="16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2)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  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S2</a:t>
            </a:r>
            <a:r>
              <a:rPr lang="zh-TW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：未承認，無規格書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   </a:t>
            </a:r>
            <a:endParaRPr lang="zh-TW" altLang="zh-TW" sz="1600" kern="100" dirty="0">
              <a:solidFill>
                <a:srgbClr val="CC00CC"/>
              </a:solidFill>
              <a:latin typeface="標楷體" panose="03000509000000000000" pitchFamily="65" charset="-120"/>
            </a:endParaRPr>
          </a:p>
          <a:p>
            <a:pPr>
              <a:lnSpc>
                <a:spcPts val="2200"/>
              </a:lnSpc>
              <a:defRPr/>
            </a:pPr>
            <a:r>
              <a:rPr lang="zh-TW" altLang="en-US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  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S4</a:t>
            </a:r>
            <a:r>
              <a:rPr lang="zh-TW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：未承認，有規格書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  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C </a:t>
            </a:r>
            <a:r>
              <a:rPr lang="zh-TW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：暫承認，有規格書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  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Active</a:t>
            </a:r>
            <a:r>
              <a:rPr lang="zh-TW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：正式承認</a:t>
            </a:r>
          </a:p>
          <a:p>
            <a:pPr>
              <a:lnSpc>
                <a:spcPts val="2200"/>
              </a:lnSpc>
              <a:defRPr/>
            </a:pPr>
            <a:r>
              <a:rPr lang="zh-TW" altLang="en-US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  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P</a:t>
            </a:r>
            <a:r>
              <a:rPr lang="zh-TW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：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phase out (</a:t>
            </a:r>
            <a:r>
              <a:rPr lang="zh-TW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刪除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)</a:t>
            </a:r>
            <a:r>
              <a:rPr lang="zh-TW" altLang="en-US" sz="1600" kern="100" dirty="0">
                <a:solidFill>
                  <a:srgbClr val="CC00CC"/>
                </a:solidFill>
                <a:latin typeface="標楷體" panose="03000509000000000000" pitchFamily="65" charset="-120"/>
              </a:rPr>
              <a:t>，</a:t>
            </a:r>
            <a:r>
              <a:rPr lang="zh-TW" altLang="en-US" sz="1600" kern="100" dirty="0">
                <a:solidFill>
                  <a:srgbClr val="CC00CC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系統提示卡填寫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kern="100" dirty="0">
                <a:solidFill>
                  <a:srgbClr val="CC00CC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如圖</a:t>
            </a:r>
            <a:r>
              <a:rPr lang="en-US" altLang="zh-TW" sz="1600" kern="100" dirty="0">
                <a:solidFill>
                  <a:srgbClr val="CC00CC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3)</a:t>
            </a:r>
            <a:endParaRPr lang="zh-TW" altLang="zh-TW" sz="1600" kern="100" dirty="0">
              <a:solidFill>
                <a:srgbClr val="CC00CC"/>
              </a:solidFill>
              <a:latin typeface="標楷體" panose="03000509000000000000" pitchFamily="65" charset="-120"/>
            </a:endParaRPr>
          </a:p>
        </p:txBody>
      </p:sp>
      <p:pic>
        <p:nvPicPr>
          <p:cNvPr id="28676" name="圖片 272">
            <a:extLst>
              <a:ext uri="{FF2B5EF4-FFF2-40B4-BE49-F238E27FC236}">
                <a16:creationId xmlns:a16="http://schemas.microsoft.com/office/drawing/2014/main" id="{9A28600E-A305-E288-AB23-511DCE9A3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27438"/>
            <a:ext cx="4144963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圖片 5">
            <a:extLst>
              <a:ext uri="{FF2B5EF4-FFF2-40B4-BE49-F238E27FC236}">
                <a16:creationId xmlns:a16="http://schemas.microsoft.com/office/drawing/2014/main" id="{DFC4DDB0-9145-9C04-9885-D6FEFC1CD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4940300"/>
            <a:ext cx="3240087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圖片 7">
            <a:extLst>
              <a:ext uri="{FF2B5EF4-FFF2-40B4-BE49-F238E27FC236}">
                <a16:creationId xmlns:a16="http://schemas.microsoft.com/office/drawing/2014/main" id="{DAD5E97D-A944-6CE1-C933-FBA2CFA28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3627438"/>
            <a:ext cx="3703637" cy="12684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352EACE-6F68-E45B-DF2D-8FA506CA8998}"/>
              </a:ext>
            </a:extLst>
          </p:cNvPr>
          <p:cNvSpPr txBox="1"/>
          <p:nvPr/>
        </p:nvSpPr>
        <p:spPr>
          <a:xfrm>
            <a:off x="2903538" y="3535363"/>
            <a:ext cx="496887" cy="347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200"/>
              </a:lnSpc>
              <a:spcBef>
                <a:spcPts val="120"/>
              </a:spcBef>
              <a:spcAft>
                <a:spcPts val="120"/>
              </a:spcAft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圖</a:t>
            </a:r>
            <a:r>
              <a:rPr lang="en-US" altLang="zh-TW" sz="14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F17C0F-3E7A-70F2-BB96-445FA23AF60E}"/>
              </a:ext>
            </a:extLst>
          </p:cNvPr>
          <p:cNvSpPr txBox="1"/>
          <p:nvPr/>
        </p:nvSpPr>
        <p:spPr>
          <a:xfrm>
            <a:off x="7724775" y="3535363"/>
            <a:ext cx="496888" cy="347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200"/>
              </a:lnSpc>
              <a:spcBef>
                <a:spcPts val="120"/>
              </a:spcBef>
              <a:spcAft>
                <a:spcPts val="120"/>
              </a:spcAft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圖</a:t>
            </a:r>
            <a:r>
              <a:rPr lang="en-US" altLang="zh-TW" sz="14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88DC49-72AD-8628-747D-435FA02F03B4}"/>
              </a:ext>
            </a:extLst>
          </p:cNvPr>
          <p:cNvSpPr txBox="1"/>
          <p:nvPr/>
        </p:nvSpPr>
        <p:spPr>
          <a:xfrm>
            <a:off x="2173288" y="4895850"/>
            <a:ext cx="496887" cy="3476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200"/>
              </a:lnSpc>
              <a:spcBef>
                <a:spcPts val="120"/>
              </a:spcBef>
              <a:spcAft>
                <a:spcPts val="120"/>
              </a:spcAft>
              <a:defRPr/>
            </a:pPr>
            <a:r>
              <a:rPr lang="zh-TW" altLang="en-US" sz="14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圖</a:t>
            </a:r>
            <a:r>
              <a:rPr lang="en-US" altLang="zh-TW" sz="1400" kern="100" dirty="0">
                <a:solidFill>
                  <a:srgbClr val="0000FF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8D008586-EB29-6791-CE17-679A64EA2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631899"/>
              </p:ext>
            </p:extLst>
          </p:nvPr>
        </p:nvGraphicFramePr>
        <p:xfrm>
          <a:off x="7209200" y="2348880"/>
          <a:ext cx="764019" cy="644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400" imgH="771716" progId="Excel.Sheet.12">
                  <p:embed/>
                </p:oleObj>
              </mc:Choice>
              <mc:Fallback>
                <p:oleObj name="Worksheet" showAsIcon="1" r:id="rId5" imgW="914400" imgH="77171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09200" y="2348880"/>
                        <a:ext cx="764019" cy="644641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>
            <a:extLst>
              <a:ext uri="{FF2B5EF4-FFF2-40B4-BE49-F238E27FC236}">
                <a16:creationId xmlns:a16="http://schemas.microsoft.com/office/drawing/2014/main" id="{D3BE64DF-2992-DB08-ACAC-726E978915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表單填寫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料件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(EOL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LOCK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HOLD)</a:t>
            </a:r>
            <a:r>
              <a:rPr lang="zh-TW" altLang="en-US" sz="3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說明</a:t>
            </a:r>
          </a:p>
        </p:txBody>
      </p:sp>
      <p:sp>
        <p:nvSpPr>
          <p:cNvPr id="40963" name="文字方塊 4">
            <a:extLst>
              <a:ext uri="{FF2B5EF4-FFF2-40B4-BE49-F238E27FC236}">
                <a16:creationId xmlns:a16="http://schemas.microsoft.com/office/drawing/2014/main" id="{2650DCC6-271D-B7A2-97A3-0CA7344F5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37674"/>
            <a:ext cx="8640763" cy="3191130"/>
          </a:xfrm>
          <a:prstGeom prst="rect">
            <a:avLst/>
          </a:prstGeom>
          <a:solidFill>
            <a:schemeClr val="accent5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>
              <a:lnSpc>
                <a:spcPts val="2600"/>
              </a:lnSpc>
              <a:defRPr/>
            </a:pPr>
            <a:r>
              <a:rPr lang="en-US" altLang="zh-TW" sz="1800" dirty="0" bmk="">
                <a:solidFill>
                  <a:srgbClr val="0000FF"/>
                </a:solidFill>
                <a:highlight>
                  <a:srgbClr val="FFFF00"/>
                </a:highlight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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00"/>
                </a:highlight>
              </a:rPr>
              <a:t>EOL</a:t>
            </a:r>
            <a:r>
              <a:rPr lang="zh-TW" altLang="en-US" sz="1800" dirty="0">
                <a:solidFill>
                  <a:srgbClr val="0000FF"/>
                </a:solidFill>
                <a:highlight>
                  <a:srgbClr val="FFFF00"/>
                </a:highlight>
              </a:rPr>
              <a:t>、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00"/>
                </a:highlight>
              </a:rPr>
              <a:t>LOCK</a:t>
            </a:r>
            <a:r>
              <a:rPr lang="zh-TW" altLang="en-US" sz="1800" dirty="0">
                <a:solidFill>
                  <a:srgbClr val="0000FF"/>
                </a:solidFill>
                <a:highlight>
                  <a:srgbClr val="FFFF00"/>
                </a:highlight>
              </a:rPr>
              <a:t>、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00"/>
                </a:highlight>
              </a:rPr>
              <a:t>HOLD</a:t>
            </a:r>
            <a:r>
              <a:rPr lang="zh-TW" altLang="en-US" sz="1800" dirty="0">
                <a:solidFill>
                  <a:srgbClr val="0000FF"/>
                </a:solidFill>
                <a:highlight>
                  <a:srgbClr val="FFFF00"/>
                </a:highlight>
              </a:rPr>
              <a:t>：指的是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00"/>
                </a:highlight>
              </a:rPr>
              <a:t>Oracle</a:t>
            </a:r>
            <a:r>
              <a:rPr lang="zh-TW" altLang="en-US" sz="1800" dirty="0">
                <a:solidFill>
                  <a:srgbClr val="0000FF"/>
                </a:solidFill>
                <a:highlight>
                  <a:srgbClr val="FFFF00"/>
                </a:highlight>
              </a:rPr>
              <a:t>系統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00"/>
                </a:highlight>
              </a:rPr>
              <a:t>Phase Out Date </a:t>
            </a:r>
            <a:r>
              <a:rPr lang="zh-TW" altLang="en-US" sz="1800" dirty="0">
                <a:solidFill>
                  <a:srgbClr val="0000FF"/>
                </a:solidFill>
                <a:highlight>
                  <a:srgbClr val="FFFF00"/>
                </a:highlight>
              </a:rPr>
              <a:t>欄位資料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00"/>
                </a:highlight>
              </a:rPr>
              <a:t>(</a:t>
            </a:r>
            <a:r>
              <a:rPr lang="zh-TW" altLang="en-US" sz="1800" dirty="0">
                <a:solidFill>
                  <a:srgbClr val="0000FF"/>
                </a:solidFill>
                <a:highlight>
                  <a:srgbClr val="FFFF00"/>
                </a:highlight>
              </a:rPr>
              <a:t>如下圖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00"/>
                </a:highlight>
              </a:rPr>
              <a:t>)</a:t>
            </a:r>
            <a:endParaRPr lang="zh-TW" altLang="en-US" sz="1800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C0C0C0"/>
                </a:highlight>
              </a:rPr>
              <a:t>EOL</a:t>
            </a:r>
            <a:r>
              <a:rPr lang="zh-TW" altLang="en-US" sz="1600" dirty="0">
                <a:solidFill>
                  <a:srgbClr val="0000FF"/>
                </a:solidFill>
              </a:rPr>
              <a:t>       ： 日期      例 </a:t>
            </a:r>
            <a:r>
              <a:rPr lang="en-US" altLang="zh-TW" sz="1600" dirty="0">
                <a:solidFill>
                  <a:srgbClr val="0000FF"/>
                </a:solidFill>
              </a:rPr>
              <a:t>: 2019/09/30 </a:t>
            </a:r>
            <a:r>
              <a:rPr lang="en-US" altLang="zh-TW" sz="1600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zh-TW" altLang="en-US" sz="1600" dirty="0">
                <a:solidFill>
                  <a:srgbClr val="0000FF"/>
                </a:solidFill>
              </a:rPr>
              <a:t>此為採購</a:t>
            </a:r>
            <a:r>
              <a:rPr lang="en-US" altLang="zh-TW" sz="1600" dirty="0">
                <a:solidFill>
                  <a:srgbClr val="0000FF"/>
                </a:solidFill>
              </a:rPr>
              <a:t>/ </a:t>
            </a:r>
            <a:r>
              <a:rPr lang="en-US" altLang="zh-TW" sz="1600" dirty="0" err="1">
                <a:solidFill>
                  <a:srgbClr val="0000FF"/>
                </a:solidFill>
              </a:rPr>
              <a:t>Sourcer</a:t>
            </a:r>
            <a:r>
              <a:rPr lang="zh-TW" altLang="en-US" sz="1600" dirty="0">
                <a:solidFill>
                  <a:srgbClr val="0000FF"/>
                </a:solidFill>
              </a:rPr>
              <a:t>依材料變更單申請設定</a:t>
            </a:r>
            <a:r>
              <a:rPr lang="en-US" altLang="zh-TW" sz="1600" dirty="0">
                <a:solidFill>
                  <a:srgbClr val="0000FF"/>
                </a:solidFill>
              </a:rPr>
              <a:t>(</a:t>
            </a:r>
            <a:r>
              <a:rPr lang="zh-TW" altLang="en-US" sz="1600" dirty="0">
                <a:solidFill>
                  <a:srgbClr val="0000FF"/>
                </a:solidFill>
              </a:rPr>
              <a:t>不可</a:t>
            </a:r>
            <a:r>
              <a:rPr lang="en-US" altLang="zh-TW" sz="1600" dirty="0">
                <a:solidFill>
                  <a:srgbClr val="0000FF"/>
                </a:solidFill>
              </a:rPr>
              <a:t>EC)</a:t>
            </a:r>
            <a:r>
              <a:rPr lang="zh-TW" altLang="en-US" sz="1600" dirty="0">
                <a:solidFill>
                  <a:srgbClr val="0000FF"/>
                </a:solidFill>
              </a:rPr>
              <a:t> </a:t>
            </a:r>
          </a:p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C0C0C0"/>
                </a:highlight>
              </a:rPr>
              <a:t>LOCK</a:t>
            </a:r>
            <a:r>
              <a:rPr lang="zh-TW" altLang="en-US" sz="1600" dirty="0">
                <a:solidFill>
                  <a:srgbClr val="0000FF"/>
                </a:solidFill>
              </a:rPr>
              <a:t>    ： </a:t>
            </a:r>
            <a:r>
              <a:rPr lang="en-US" altLang="zh-TW" sz="1600" dirty="0">
                <a:solidFill>
                  <a:srgbClr val="0000FF"/>
                </a:solidFill>
              </a:rPr>
              <a:t>L-XXX  </a:t>
            </a:r>
            <a:r>
              <a:rPr lang="zh-TW" altLang="en-US" sz="1600" dirty="0">
                <a:solidFill>
                  <a:srgbClr val="0000FF"/>
                </a:solidFill>
              </a:rPr>
              <a:t> 例 </a:t>
            </a:r>
            <a:r>
              <a:rPr lang="en-US" altLang="zh-TW" sz="1600" dirty="0">
                <a:solidFill>
                  <a:srgbClr val="0000FF"/>
                </a:solidFill>
              </a:rPr>
              <a:t>: L-</a:t>
            </a:r>
            <a:r>
              <a:rPr lang="zh-TW" altLang="en-US" sz="1600" dirty="0">
                <a:solidFill>
                  <a:srgbClr val="0000FF"/>
                </a:solidFill>
              </a:rPr>
              <a:t>三年無</a:t>
            </a:r>
            <a:r>
              <a:rPr lang="en-US" altLang="zh-TW" sz="1600" dirty="0">
                <a:solidFill>
                  <a:srgbClr val="0000FF"/>
                </a:solidFill>
              </a:rPr>
              <a:t>OE </a:t>
            </a:r>
            <a:r>
              <a:rPr lang="en-US" altLang="zh-TW" sz="1600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zh-TW" altLang="en-US" sz="1600" dirty="0">
                <a:solidFill>
                  <a:srgbClr val="0000FF"/>
                </a:solidFill>
              </a:rPr>
              <a:t>此為採購</a:t>
            </a:r>
            <a:r>
              <a:rPr lang="en-US" altLang="zh-TW" sz="1600" dirty="0">
                <a:solidFill>
                  <a:srgbClr val="0000FF"/>
                </a:solidFill>
              </a:rPr>
              <a:t>/ </a:t>
            </a:r>
            <a:r>
              <a:rPr lang="en-US" altLang="zh-TW" sz="1600" dirty="0" err="1">
                <a:solidFill>
                  <a:srgbClr val="0000FF"/>
                </a:solidFill>
              </a:rPr>
              <a:t>Sourcer</a:t>
            </a:r>
            <a:r>
              <a:rPr lang="zh-TW" altLang="en-US" sz="1600" dirty="0">
                <a:solidFill>
                  <a:srgbClr val="0000FF"/>
                </a:solidFill>
              </a:rPr>
              <a:t>依材料變更單申請設定</a:t>
            </a:r>
            <a:r>
              <a:rPr lang="en-US" altLang="zh-TW" sz="1600" dirty="0">
                <a:solidFill>
                  <a:srgbClr val="0000FF"/>
                </a:solidFill>
              </a:rPr>
              <a:t>(</a:t>
            </a:r>
            <a:r>
              <a:rPr lang="zh-TW" altLang="en-US" sz="1600" dirty="0">
                <a:solidFill>
                  <a:srgbClr val="0000FF"/>
                </a:solidFill>
              </a:rPr>
              <a:t>不可</a:t>
            </a:r>
            <a:r>
              <a:rPr lang="en-US" altLang="zh-TW" sz="1600" dirty="0">
                <a:solidFill>
                  <a:srgbClr val="0000FF"/>
                </a:solidFill>
              </a:rPr>
              <a:t>EC)</a:t>
            </a:r>
            <a:endParaRPr lang="zh-TW" altLang="en-US" sz="1600" dirty="0">
              <a:solidFill>
                <a:srgbClr val="0000FF"/>
              </a:solidFill>
            </a:endParaRPr>
          </a:p>
          <a:p>
            <a:pPr>
              <a:lnSpc>
                <a:spcPts val="2600"/>
              </a:lnSpc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C0C0C0"/>
                </a:highlight>
              </a:rPr>
              <a:t>HOLD</a:t>
            </a:r>
            <a:r>
              <a:rPr lang="zh-TW" altLang="en-US" sz="1600" dirty="0">
                <a:solidFill>
                  <a:srgbClr val="0000FF"/>
                </a:solidFill>
              </a:rPr>
              <a:t>    ： </a:t>
            </a:r>
            <a:r>
              <a:rPr lang="en-US" altLang="zh-TW" sz="1600" dirty="0">
                <a:solidFill>
                  <a:srgbClr val="0000FF"/>
                </a:solidFill>
              </a:rPr>
              <a:t>H+</a:t>
            </a:r>
            <a:r>
              <a:rPr lang="zh-TW" altLang="en-US" sz="1600" dirty="0">
                <a:solidFill>
                  <a:srgbClr val="0000FF"/>
                </a:solidFill>
              </a:rPr>
              <a:t>日期  例 </a:t>
            </a:r>
            <a:r>
              <a:rPr lang="en-US" altLang="zh-TW" sz="1600" dirty="0">
                <a:solidFill>
                  <a:srgbClr val="0000FF"/>
                </a:solidFill>
              </a:rPr>
              <a:t>: H-2024/08/01</a:t>
            </a:r>
            <a:r>
              <a:rPr lang="zh-TW" altLang="en-US" sz="1600" dirty="0">
                <a:solidFill>
                  <a:srgbClr val="0000FF"/>
                </a:solidFill>
              </a:rPr>
              <a:t>無機種使用 </a:t>
            </a:r>
            <a:r>
              <a:rPr lang="en-US" altLang="zh-TW" sz="1600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zh-TW" altLang="en-US" sz="1600" dirty="0">
                <a:solidFill>
                  <a:srgbClr val="0000FF"/>
                </a:solidFill>
              </a:rPr>
              <a:t> 依年度 </a:t>
            </a:r>
            <a:r>
              <a:rPr lang="en-US" altLang="zh-TW" sz="1600" dirty="0">
                <a:solidFill>
                  <a:srgbClr val="0000FF"/>
                </a:solidFill>
              </a:rPr>
              <a:t>phase out</a:t>
            </a:r>
            <a:r>
              <a:rPr lang="zh-TW" altLang="en-US" sz="1600" dirty="0">
                <a:solidFill>
                  <a:srgbClr val="0000FF"/>
                </a:solidFill>
              </a:rPr>
              <a:t>規範設定</a:t>
            </a:r>
            <a:r>
              <a:rPr lang="en-US" altLang="zh-TW" sz="1600" dirty="0">
                <a:solidFill>
                  <a:srgbClr val="0000FF"/>
                </a:solidFill>
              </a:rPr>
              <a:t>(</a:t>
            </a:r>
            <a:r>
              <a:rPr lang="zh-TW" altLang="en-US" sz="1600" dirty="0">
                <a:solidFill>
                  <a:srgbClr val="0000FF"/>
                </a:solidFill>
              </a:rPr>
              <a:t>不可</a:t>
            </a:r>
            <a:r>
              <a:rPr lang="en-US" altLang="zh-TW" sz="1600" dirty="0">
                <a:solidFill>
                  <a:srgbClr val="0000FF"/>
                </a:solidFill>
              </a:rPr>
              <a:t>EC)</a:t>
            </a:r>
            <a:endParaRPr lang="zh-TW" altLang="en-US" sz="1600" dirty="0">
              <a:solidFill>
                <a:srgbClr val="0000FF"/>
              </a:solidFill>
            </a:endParaRPr>
          </a:p>
          <a:p>
            <a:pPr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zh-TW" sz="1600" dirty="0">
                <a:solidFill>
                  <a:srgbClr val="0000FF"/>
                </a:solidFill>
              </a:rPr>
              <a:t>   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C0C0C0"/>
                </a:highlight>
              </a:rPr>
              <a:t>H</a:t>
            </a:r>
            <a:r>
              <a:rPr lang="zh-TW" altLang="en-US" sz="1600" dirty="0">
                <a:solidFill>
                  <a:srgbClr val="0000FF"/>
                </a:solidFill>
                <a:highlight>
                  <a:srgbClr val="C0C0C0"/>
                </a:highlight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highlight>
                  <a:srgbClr val="C0C0C0"/>
                </a:highlight>
              </a:rPr>
              <a:t>+</a:t>
            </a:r>
            <a:r>
              <a:rPr lang="zh-TW" altLang="en-US" sz="1600" dirty="0">
                <a:solidFill>
                  <a:srgbClr val="0000FF"/>
                </a:solidFill>
                <a:highlight>
                  <a:srgbClr val="C0C0C0"/>
                </a:highlight>
              </a:rPr>
              <a:t> 說明</a:t>
            </a:r>
            <a:r>
              <a:rPr lang="zh-TW" altLang="en-US" sz="1600" dirty="0">
                <a:solidFill>
                  <a:srgbClr val="0000FF"/>
                </a:solidFill>
              </a:rPr>
              <a:t>：不檢核    例 </a:t>
            </a:r>
            <a:r>
              <a:rPr lang="en-US" altLang="zh-TW" sz="1600" dirty="0">
                <a:solidFill>
                  <a:srgbClr val="0000FF"/>
                </a:solidFill>
              </a:rPr>
              <a:t>: H-</a:t>
            </a:r>
            <a:r>
              <a:rPr lang="zh-TW" altLang="en-US" sz="1600" dirty="0">
                <a:solidFill>
                  <a:srgbClr val="0000FF"/>
                </a:solidFill>
              </a:rPr>
              <a:t>不建議使用的廠商 </a:t>
            </a:r>
            <a:r>
              <a:rPr lang="en-US" altLang="zh-TW" sz="1600" dirty="0">
                <a:solidFill>
                  <a:srgbClr val="0000FF"/>
                </a:solidFill>
              </a:rPr>
              <a:t>(</a:t>
            </a:r>
            <a:r>
              <a:rPr lang="zh-TW" altLang="en-US" sz="1600" dirty="0">
                <a:solidFill>
                  <a:srgbClr val="0000FF"/>
                </a:solidFill>
              </a:rPr>
              <a:t>可</a:t>
            </a:r>
            <a:r>
              <a:rPr lang="en-US" altLang="zh-TW" sz="1600" dirty="0">
                <a:solidFill>
                  <a:srgbClr val="0000FF"/>
                </a:solidFill>
              </a:rPr>
              <a:t>EC)</a:t>
            </a:r>
            <a:r>
              <a:rPr lang="zh-TW" altLang="en-US" sz="1600" dirty="0">
                <a:solidFill>
                  <a:srgbClr val="0000FF"/>
                </a:solidFill>
              </a:rPr>
              <a:t> </a:t>
            </a:r>
          </a:p>
          <a:p>
            <a:pPr>
              <a:lnSpc>
                <a:spcPts val="2600"/>
              </a:lnSpc>
              <a:defRPr/>
            </a:pPr>
            <a:r>
              <a:rPr lang="zh-TW" altLang="en-US" sz="1600" b="0" dirty="0">
                <a:solidFill>
                  <a:srgbClr val="0000FF"/>
                </a:solidFill>
              </a:rPr>
              <a:t>  </a:t>
            </a:r>
            <a:r>
              <a:rPr lang="en-US" altLang="zh-TW" sz="1600" dirty="0">
                <a:solidFill>
                  <a:srgbClr val="FF0000"/>
                </a:solidFill>
              </a:rPr>
              <a:t>※</a:t>
            </a:r>
            <a:r>
              <a:rPr lang="zh-TW" altLang="en-US" sz="1600" dirty="0">
                <a:solidFill>
                  <a:srgbClr val="FF0000"/>
                </a:solidFill>
              </a:rPr>
              <a:t>料件狀態為</a:t>
            </a:r>
            <a:r>
              <a:rPr lang="en-US" altLang="zh-TW" sz="1600" dirty="0">
                <a:solidFill>
                  <a:srgbClr val="FF0000"/>
                </a:solidFill>
              </a:rPr>
              <a:t>EOL/LOCK</a:t>
            </a:r>
            <a:r>
              <a:rPr lang="zh-TW" altLang="en-US" sz="1600" dirty="0">
                <a:solidFill>
                  <a:srgbClr val="FF0000"/>
                </a:solidFill>
              </a:rPr>
              <a:t>時，</a:t>
            </a:r>
            <a:r>
              <a:rPr lang="en-US" altLang="zh-TW" sz="1600" dirty="0">
                <a:solidFill>
                  <a:srgbClr val="FF0000"/>
                </a:solidFill>
              </a:rPr>
              <a:t>EC</a:t>
            </a:r>
            <a:r>
              <a:rPr lang="zh-TW" altLang="en-US" sz="1600" dirty="0">
                <a:solidFill>
                  <a:srgbClr val="FF0000"/>
                </a:solidFill>
              </a:rPr>
              <a:t>僅可做料號刪除不可新增</a:t>
            </a:r>
            <a:r>
              <a:rPr lang="en-US" altLang="zh-TW" sz="1600" dirty="0">
                <a:solidFill>
                  <a:srgbClr val="FF0000"/>
                </a:solidFill>
              </a:rPr>
              <a:t>/</a:t>
            </a:r>
            <a:r>
              <a:rPr lang="zh-TW" altLang="en-US" sz="1600" dirty="0">
                <a:solidFill>
                  <a:srgbClr val="FF0000"/>
                </a:solidFill>
              </a:rPr>
              <a:t>修改，若要新增</a:t>
            </a:r>
            <a:r>
              <a:rPr lang="en-US" altLang="zh-TW" sz="1600" dirty="0">
                <a:solidFill>
                  <a:srgbClr val="FF0000"/>
                </a:solidFill>
              </a:rPr>
              <a:t>/</a:t>
            </a:r>
            <a:r>
              <a:rPr lang="zh-TW" altLang="en-US" sz="1600" dirty="0">
                <a:solidFill>
                  <a:srgbClr val="FF0000"/>
                </a:solidFill>
              </a:rPr>
              <a:t>修改需與採購確 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>
              <a:lnSpc>
                <a:spcPts val="2600"/>
              </a:lnSpc>
              <a:defRPr/>
            </a:pPr>
            <a:r>
              <a:rPr lang="zh-TW" altLang="en-US" sz="1600" dirty="0">
                <a:solidFill>
                  <a:srgbClr val="FF0000"/>
                </a:solidFill>
              </a:rPr>
              <a:t>     認有無替代料可替代，或申請暫解鎖</a:t>
            </a:r>
            <a:r>
              <a:rPr lang="en-US" altLang="zh-TW" sz="1600" dirty="0">
                <a:solidFill>
                  <a:srgbClr val="FF0000"/>
                </a:solidFill>
              </a:rPr>
              <a:t>(</a:t>
            </a:r>
            <a:r>
              <a:rPr lang="zh-TW" altLang="en-US" sz="1600" dirty="0">
                <a:solidFill>
                  <a:srgbClr val="FF0000"/>
                </a:solidFill>
              </a:rPr>
              <a:t>但須收到採購同意暫解鎖的信件才可申請</a:t>
            </a:r>
            <a:r>
              <a:rPr lang="en-US" altLang="zh-TW" sz="1600" dirty="0">
                <a:solidFill>
                  <a:srgbClr val="FF0000"/>
                </a:solidFill>
              </a:rPr>
              <a:t>)</a:t>
            </a:r>
            <a:r>
              <a:rPr lang="zh-TW" altLang="en-US" sz="1600" dirty="0">
                <a:solidFill>
                  <a:srgbClr val="FF0000"/>
                </a:solidFill>
              </a:rPr>
              <a:t>，申請流程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>
              <a:lnSpc>
                <a:spcPts val="2600"/>
              </a:lnSpc>
              <a:spcAft>
                <a:spcPts val="600"/>
              </a:spcAft>
              <a:defRPr/>
            </a:pPr>
            <a:r>
              <a:rPr lang="zh-TW" altLang="en-US" sz="1600" dirty="0">
                <a:solidFill>
                  <a:srgbClr val="FF0000"/>
                </a:solidFill>
              </a:rPr>
              <a:t>     可參考「暫解鎖申請操作手冊」</a:t>
            </a:r>
            <a:endParaRPr lang="en-US" altLang="zh-TW" sz="1600" dirty="0">
              <a:solidFill>
                <a:srgbClr val="FF0000"/>
              </a:solidFill>
            </a:endParaRPr>
          </a:p>
          <a:p>
            <a:pPr>
              <a:lnSpc>
                <a:spcPts val="2400"/>
              </a:lnSpc>
              <a:spcAft>
                <a:spcPts val="600"/>
              </a:spcAft>
              <a:defRPr/>
            </a:pPr>
            <a:endParaRPr lang="en-US" altLang="zh-TW" sz="1600" dirty="0">
              <a:solidFill>
                <a:srgbClr val="0000FF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69DDBDE-A08E-7A1C-0B1C-0413A7112B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72"/>
          <a:stretch/>
        </p:blipFill>
        <p:spPr>
          <a:xfrm>
            <a:off x="3190875" y="4152900"/>
            <a:ext cx="2781300" cy="4905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FAC7960-8F21-C789-FB29-3EA7DE8E8B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510"/>
          <a:stretch/>
        </p:blipFill>
        <p:spPr>
          <a:xfrm>
            <a:off x="187325" y="4129088"/>
            <a:ext cx="2882900" cy="4905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9702" name="圖片 278">
            <a:extLst>
              <a:ext uri="{FF2B5EF4-FFF2-40B4-BE49-F238E27FC236}">
                <a16:creationId xmlns:a16="http://schemas.microsoft.com/office/drawing/2014/main" id="{83E92073-1D89-784F-D75F-DC1116005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5059363"/>
            <a:ext cx="1895475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ABFD0A5-7377-725E-8533-86C6BFEC2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800" y="5059363"/>
            <a:ext cx="3133725" cy="12557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0C7B28C0-3D34-B2F2-43FF-181503573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4088" y="4152900"/>
            <a:ext cx="2825750" cy="50641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3" name="語音泡泡: 矩形 22">
            <a:extLst>
              <a:ext uri="{FF2B5EF4-FFF2-40B4-BE49-F238E27FC236}">
                <a16:creationId xmlns:a16="http://schemas.microsoft.com/office/drawing/2014/main" id="{EEEBC2E1-87F4-A7EB-B27A-6D5A18B8F2AE}"/>
              </a:ext>
            </a:extLst>
          </p:cNvPr>
          <p:cNvSpPr/>
          <p:nvPr/>
        </p:nvSpPr>
        <p:spPr bwMode="auto">
          <a:xfrm>
            <a:off x="2254250" y="4075113"/>
            <a:ext cx="565150" cy="254000"/>
          </a:xfrm>
          <a:prstGeom prst="wedgeRectCallout">
            <a:avLst>
              <a:gd name="adj1" fmla="val -110508"/>
              <a:gd name="adj2" fmla="val 19713"/>
            </a:avLst>
          </a:prstGeom>
          <a:solidFill>
            <a:srgbClr val="FFFF00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TW" sz="1200" dirty="0">
                <a:solidFill>
                  <a:srgbClr val="FF0000"/>
                </a:solidFill>
              </a:rPr>
              <a:t>EOL</a:t>
            </a:r>
            <a:endParaRPr lang="zh-TW" altLang="en-US" sz="120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zh-TW" altLang="en-US" sz="1200" dirty="0">
              <a:solidFill>
                <a:srgbClr val="FF0000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24" name="語音泡泡: 矩形 23">
            <a:extLst>
              <a:ext uri="{FF2B5EF4-FFF2-40B4-BE49-F238E27FC236}">
                <a16:creationId xmlns:a16="http://schemas.microsoft.com/office/drawing/2014/main" id="{8F939D80-C0D4-7413-46E4-585F186BDD6E}"/>
              </a:ext>
            </a:extLst>
          </p:cNvPr>
          <p:cNvSpPr/>
          <p:nvPr/>
        </p:nvSpPr>
        <p:spPr bwMode="auto">
          <a:xfrm>
            <a:off x="5230813" y="4075113"/>
            <a:ext cx="647700" cy="293687"/>
          </a:xfrm>
          <a:prstGeom prst="wedgeRectCallout">
            <a:avLst>
              <a:gd name="adj1" fmla="val -102640"/>
              <a:gd name="adj2" fmla="val 22991"/>
            </a:avLst>
          </a:prstGeom>
          <a:solidFill>
            <a:srgbClr val="FFFF00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TW" sz="1200" dirty="0">
                <a:solidFill>
                  <a:srgbClr val="FF0000"/>
                </a:solidFill>
                <a:latin typeface="Arial" charset="0"/>
                <a:ea typeface="新細明體" pitchFamily="18" charset="-120"/>
              </a:rPr>
              <a:t>LOCK</a:t>
            </a:r>
          </a:p>
        </p:txBody>
      </p:sp>
      <p:sp>
        <p:nvSpPr>
          <p:cNvPr id="25" name="語音泡泡: 矩形 24">
            <a:extLst>
              <a:ext uri="{FF2B5EF4-FFF2-40B4-BE49-F238E27FC236}">
                <a16:creationId xmlns:a16="http://schemas.microsoft.com/office/drawing/2014/main" id="{AE10B37A-64A5-5FE8-A418-B997639BE725}"/>
              </a:ext>
            </a:extLst>
          </p:cNvPr>
          <p:cNvSpPr/>
          <p:nvPr/>
        </p:nvSpPr>
        <p:spPr bwMode="auto">
          <a:xfrm>
            <a:off x="8156575" y="4100513"/>
            <a:ext cx="647700" cy="293687"/>
          </a:xfrm>
          <a:prstGeom prst="wedgeRectCallout">
            <a:avLst>
              <a:gd name="adj1" fmla="val -62539"/>
              <a:gd name="adj2" fmla="val 6601"/>
            </a:avLst>
          </a:prstGeom>
          <a:solidFill>
            <a:srgbClr val="FFFF00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altLang="zh-TW" sz="1200" dirty="0">
                <a:solidFill>
                  <a:srgbClr val="FF0000"/>
                </a:solidFill>
                <a:latin typeface="Arial" charset="0"/>
                <a:ea typeface="新細明體" pitchFamily="18" charset="-120"/>
              </a:rPr>
              <a:t>HOLD</a:t>
            </a:r>
          </a:p>
        </p:txBody>
      </p:sp>
      <p:cxnSp>
        <p:nvCxnSpPr>
          <p:cNvPr id="29708" name="接點: 弧形 16">
            <a:extLst>
              <a:ext uri="{FF2B5EF4-FFF2-40B4-BE49-F238E27FC236}">
                <a16:creationId xmlns:a16="http://schemas.microsoft.com/office/drawing/2014/main" id="{8EC1777C-AD38-15B0-1A47-E5A64DE3868F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1072356" y="4598195"/>
            <a:ext cx="701675" cy="163512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接點: 弧形 16">
            <a:extLst>
              <a:ext uri="{FF2B5EF4-FFF2-40B4-BE49-F238E27FC236}">
                <a16:creationId xmlns:a16="http://schemas.microsoft.com/office/drawing/2014/main" id="{BB3627C9-F1F7-F3C6-936C-3437CAAF3C24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4342606" y="4610894"/>
            <a:ext cx="625475" cy="192088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3" name="圖片 32">
            <a:extLst>
              <a:ext uri="{FF2B5EF4-FFF2-40B4-BE49-F238E27FC236}">
                <a16:creationId xmlns:a16="http://schemas.microsoft.com/office/drawing/2014/main" id="{E7270B77-F30E-2BD9-23C5-42D6C482D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7538" y="5053013"/>
            <a:ext cx="3162300" cy="125571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cxnSp>
        <p:nvCxnSpPr>
          <p:cNvPr id="29711" name="接點: 弧形 16">
            <a:extLst>
              <a:ext uri="{FF2B5EF4-FFF2-40B4-BE49-F238E27FC236}">
                <a16:creationId xmlns:a16="http://schemas.microsoft.com/office/drawing/2014/main" id="{B61370C9-3575-6F10-8F8B-D5BB460C05AD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7591425" y="4584700"/>
            <a:ext cx="623888" cy="192088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直線接點 3">
            <a:extLst>
              <a:ext uri="{FF2B5EF4-FFF2-40B4-BE49-F238E27FC236}">
                <a16:creationId xmlns:a16="http://schemas.microsoft.com/office/drawing/2014/main" id="{D3AD71E7-C694-6D12-ED33-BA18949F4845}"/>
              </a:ext>
            </a:extLst>
          </p:cNvPr>
          <p:cNvCxnSpPr>
            <a:cxnSpLocks/>
          </p:cNvCxnSpPr>
          <p:nvPr/>
        </p:nvCxnSpPr>
        <p:spPr bwMode="auto">
          <a:xfrm>
            <a:off x="1254125" y="4329113"/>
            <a:ext cx="665163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9713" name="直線接點 8">
            <a:extLst>
              <a:ext uri="{FF2B5EF4-FFF2-40B4-BE49-F238E27FC236}">
                <a16:creationId xmlns:a16="http://schemas.microsoft.com/office/drawing/2014/main" id="{F634DF8B-FA0B-7A06-0BCE-AF1FD9B56EFF}"/>
              </a:ext>
            </a:extLst>
          </p:cNvPr>
          <p:cNvCxnSpPr>
            <a:cxnSpLocks/>
          </p:cNvCxnSpPr>
          <p:nvPr/>
        </p:nvCxnSpPr>
        <p:spPr bwMode="auto">
          <a:xfrm>
            <a:off x="4227513" y="4352925"/>
            <a:ext cx="665162" cy="0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9714" name="直線接點 9">
            <a:extLst>
              <a:ext uri="{FF2B5EF4-FFF2-40B4-BE49-F238E27FC236}">
                <a16:creationId xmlns:a16="http://schemas.microsoft.com/office/drawing/2014/main" id="{C7C4EC20-7173-71C6-AC7E-D4A76DB23A55}"/>
              </a:ext>
            </a:extLst>
          </p:cNvPr>
          <p:cNvCxnSpPr>
            <a:cxnSpLocks/>
          </p:cNvCxnSpPr>
          <p:nvPr/>
        </p:nvCxnSpPr>
        <p:spPr bwMode="auto">
          <a:xfrm flipV="1">
            <a:off x="7115175" y="4352925"/>
            <a:ext cx="979488" cy="9525"/>
          </a:xfrm>
          <a:prstGeom prst="line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graphicFrame>
        <p:nvGraphicFramePr>
          <p:cNvPr id="29715" name="物件 14">
            <a:hlinkClick r:id="" action="ppaction://ole?verb=0"/>
            <a:extLst>
              <a:ext uri="{FF2B5EF4-FFF2-40B4-BE49-F238E27FC236}">
                <a16:creationId xmlns:a16="http://schemas.microsoft.com/office/drawing/2014/main" id="{80F552AB-E393-7B61-6C30-3019FDE27C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83260"/>
              </p:ext>
            </p:extLst>
          </p:nvPr>
        </p:nvGraphicFramePr>
        <p:xfrm>
          <a:off x="3675856" y="3325275"/>
          <a:ext cx="7096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8" imgW="858600" imgH="726480" progId="PowerPoint.Show.8">
                  <p:embed/>
                </p:oleObj>
              </mc:Choice>
              <mc:Fallback>
                <p:oleObj name="Presentation" showAsIcon="1" r:id="rId8" imgW="858600" imgH="726480" progId="PowerPoint.Show.8">
                  <p:embed/>
                  <p:pic>
                    <p:nvPicPr>
                      <p:cNvPr id="0" name="物件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5856" y="3325275"/>
                        <a:ext cx="709612" cy="600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A6A6A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>
            <a:extLst>
              <a:ext uri="{FF2B5EF4-FFF2-40B4-BE49-F238E27FC236}">
                <a16:creationId xmlns:a16="http://schemas.microsoft.com/office/drawing/2014/main" id="{28E8258E-746F-8A68-3A0F-57F8B46B55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60325"/>
            <a:ext cx="7832725" cy="70485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表單填寫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附件上傳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&amp;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派送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85A2267-4F5D-9C2E-D595-126B48D1A8EE}"/>
              </a:ext>
            </a:extLst>
          </p:cNvPr>
          <p:cNvSpPr txBox="1"/>
          <p:nvPr/>
        </p:nvSpPr>
        <p:spPr>
          <a:xfrm>
            <a:off x="525138" y="4777186"/>
            <a:ext cx="8093723" cy="1689693"/>
          </a:xfrm>
          <a:custGeom>
            <a:avLst/>
            <a:gdLst>
              <a:gd name="connsiteX0" fmla="*/ 0 w 7632848"/>
              <a:gd name="connsiteY0" fmla="*/ 0 h 979564"/>
              <a:gd name="connsiteX1" fmla="*/ 846552 w 7632848"/>
              <a:gd name="connsiteY1" fmla="*/ 0 h 979564"/>
              <a:gd name="connsiteX2" fmla="*/ 1540448 w 7632848"/>
              <a:gd name="connsiteY2" fmla="*/ 0 h 979564"/>
              <a:gd name="connsiteX3" fmla="*/ 2234343 w 7632848"/>
              <a:gd name="connsiteY3" fmla="*/ 0 h 979564"/>
              <a:gd name="connsiteX4" fmla="*/ 2851910 w 7632848"/>
              <a:gd name="connsiteY4" fmla="*/ 0 h 979564"/>
              <a:gd name="connsiteX5" fmla="*/ 3622133 w 7632848"/>
              <a:gd name="connsiteY5" fmla="*/ 0 h 979564"/>
              <a:gd name="connsiteX6" fmla="*/ 4316029 w 7632848"/>
              <a:gd name="connsiteY6" fmla="*/ 0 h 979564"/>
              <a:gd name="connsiteX7" fmla="*/ 5162581 w 7632848"/>
              <a:gd name="connsiteY7" fmla="*/ 0 h 979564"/>
              <a:gd name="connsiteX8" fmla="*/ 5780148 w 7632848"/>
              <a:gd name="connsiteY8" fmla="*/ 0 h 979564"/>
              <a:gd name="connsiteX9" fmla="*/ 6550371 w 7632848"/>
              <a:gd name="connsiteY9" fmla="*/ 0 h 979564"/>
              <a:gd name="connsiteX10" fmla="*/ 7632848 w 7632848"/>
              <a:gd name="connsiteY10" fmla="*/ 0 h 979564"/>
              <a:gd name="connsiteX11" fmla="*/ 7632848 w 7632848"/>
              <a:gd name="connsiteY11" fmla="*/ 489782 h 979564"/>
              <a:gd name="connsiteX12" fmla="*/ 7632848 w 7632848"/>
              <a:gd name="connsiteY12" fmla="*/ 979564 h 979564"/>
              <a:gd name="connsiteX13" fmla="*/ 6862624 w 7632848"/>
              <a:gd name="connsiteY13" fmla="*/ 979564 h 979564"/>
              <a:gd name="connsiteX14" fmla="*/ 6397714 w 7632848"/>
              <a:gd name="connsiteY14" fmla="*/ 979564 h 979564"/>
              <a:gd name="connsiteX15" fmla="*/ 5703819 w 7632848"/>
              <a:gd name="connsiteY15" fmla="*/ 979564 h 979564"/>
              <a:gd name="connsiteX16" fmla="*/ 5162581 w 7632848"/>
              <a:gd name="connsiteY16" fmla="*/ 979564 h 979564"/>
              <a:gd name="connsiteX17" fmla="*/ 4316029 w 7632848"/>
              <a:gd name="connsiteY17" fmla="*/ 979564 h 979564"/>
              <a:gd name="connsiteX18" fmla="*/ 3622133 w 7632848"/>
              <a:gd name="connsiteY18" fmla="*/ 979564 h 979564"/>
              <a:gd name="connsiteX19" fmla="*/ 3004567 w 7632848"/>
              <a:gd name="connsiteY19" fmla="*/ 979564 h 979564"/>
              <a:gd name="connsiteX20" fmla="*/ 2158014 w 7632848"/>
              <a:gd name="connsiteY20" fmla="*/ 979564 h 979564"/>
              <a:gd name="connsiteX21" fmla="*/ 1311462 w 7632848"/>
              <a:gd name="connsiteY21" fmla="*/ 979564 h 979564"/>
              <a:gd name="connsiteX22" fmla="*/ 0 w 7632848"/>
              <a:gd name="connsiteY22" fmla="*/ 979564 h 979564"/>
              <a:gd name="connsiteX23" fmla="*/ 0 w 7632848"/>
              <a:gd name="connsiteY23" fmla="*/ 509373 h 979564"/>
              <a:gd name="connsiteX24" fmla="*/ 0 w 7632848"/>
              <a:gd name="connsiteY24" fmla="*/ 0 h 979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632848" h="979564" fill="none" extrusionOk="0">
                <a:moveTo>
                  <a:pt x="0" y="0"/>
                </a:moveTo>
                <a:cubicBezTo>
                  <a:pt x="315059" y="25927"/>
                  <a:pt x="520429" y="10160"/>
                  <a:pt x="846552" y="0"/>
                </a:cubicBezTo>
                <a:cubicBezTo>
                  <a:pt x="1172675" y="-10160"/>
                  <a:pt x="1271549" y="-16200"/>
                  <a:pt x="1540448" y="0"/>
                </a:cubicBezTo>
                <a:cubicBezTo>
                  <a:pt x="1809347" y="16200"/>
                  <a:pt x="1918820" y="-19344"/>
                  <a:pt x="2234343" y="0"/>
                </a:cubicBezTo>
                <a:cubicBezTo>
                  <a:pt x="2549866" y="19344"/>
                  <a:pt x="2688188" y="-18093"/>
                  <a:pt x="2851910" y="0"/>
                </a:cubicBezTo>
                <a:cubicBezTo>
                  <a:pt x="3015632" y="18093"/>
                  <a:pt x="3250785" y="-27478"/>
                  <a:pt x="3622133" y="0"/>
                </a:cubicBezTo>
                <a:cubicBezTo>
                  <a:pt x="3993481" y="27478"/>
                  <a:pt x="4004248" y="13988"/>
                  <a:pt x="4316029" y="0"/>
                </a:cubicBezTo>
                <a:cubicBezTo>
                  <a:pt x="4627810" y="-13988"/>
                  <a:pt x="4794322" y="39931"/>
                  <a:pt x="5162581" y="0"/>
                </a:cubicBezTo>
                <a:cubicBezTo>
                  <a:pt x="5530840" y="-39931"/>
                  <a:pt x="5616907" y="-21510"/>
                  <a:pt x="5780148" y="0"/>
                </a:cubicBezTo>
                <a:cubicBezTo>
                  <a:pt x="5943389" y="21510"/>
                  <a:pt x="6221910" y="-20094"/>
                  <a:pt x="6550371" y="0"/>
                </a:cubicBezTo>
                <a:cubicBezTo>
                  <a:pt x="6878832" y="20094"/>
                  <a:pt x="7349788" y="11125"/>
                  <a:pt x="7632848" y="0"/>
                </a:cubicBezTo>
                <a:cubicBezTo>
                  <a:pt x="7636202" y="104498"/>
                  <a:pt x="7629075" y="341425"/>
                  <a:pt x="7632848" y="489782"/>
                </a:cubicBezTo>
                <a:cubicBezTo>
                  <a:pt x="7636621" y="638139"/>
                  <a:pt x="7623689" y="833389"/>
                  <a:pt x="7632848" y="979564"/>
                </a:cubicBezTo>
                <a:cubicBezTo>
                  <a:pt x="7334540" y="969275"/>
                  <a:pt x="7054070" y="997019"/>
                  <a:pt x="6862624" y="979564"/>
                </a:cubicBezTo>
                <a:cubicBezTo>
                  <a:pt x="6671178" y="962109"/>
                  <a:pt x="6499827" y="994341"/>
                  <a:pt x="6397714" y="979564"/>
                </a:cubicBezTo>
                <a:cubicBezTo>
                  <a:pt x="6295601" y="964788"/>
                  <a:pt x="6048843" y="963824"/>
                  <a:pt x="5703819" y="979564"/>
                </a:cubicBezTo>
                <a:cubicBezTo>
                  <a:pt x="5358796" y="995304"/>
                  <a:pt x="5420705" y="1002864"/>
                  <a:pt x="5162581" y="979564"/>
                </a:cubicBezTo>
                <a:cubicBezTo>
                  <a:pt x="4904457" y="956264"/>
                  <a:pt x="4656137" y="957074"/>
                  <a:pt x="4316029" y="979564"/>
                </a:cubicBezTo>
                <a:cubicBezTo>
                  <a:pt x="3975921" y="1002054"/>
                  <a:pt x="3823864" y="976078"/>
                  <a:pt x="3622133" y="979564"/>
                </a:cubicBezTo>
                <a:cubicBezTo>
                  <a:pt x="3420402" y="983050"/>
                  <a:pt x="3153569" y="985032"/>
                  <a:pt x="3004567" y="979564"/>
                </a:cubicBezTo>
                <a:cubicBezTo>
                  <a:pt x="2855565" y="974096"/>
                  <a:pt x="2495222" y="978101"/>
                  <a:pt x="2158014" y="979564"/>
                </a:cubicBezTo>
                <a:cubicBezTo>
                  <a:pt x="1820806" y="981027"/>
                  <a:pt x="1650115" y="988871"/>
                  <a:pt x="1311462" y="979564"/>
                </a:cubicBezTo>
                <a:cubicBezTo>
                  <a:pt x="972809" y="970257"/>
                  <a:pt x="304313" y="939078"/>
                  <a:pt x="0" y="979564"/>
                </a:cubicBezTo>
                <a:cubicBezTo>
                  <a:pt x="19259" y="777219"/>
                  <a:pt x="16369" y="679891"/>
                  <a:pt x="0" y="509373"/>
                </a:cubicBezTo>
                <a:cubicBezTo>
                  <a:pt x="-16369" y="338855"/>
                  <a:pt x="-6467" y="121899"/>
                  <a:pt x="0" y="0"/>
                </a:cubicBezTo>
                <a:close/>
              </a:path>
              <a:path w="7632848" h="979564" stroke="0" extrusionOk="0">
                <a:moveTo>
                  <a:pt x="0" y="0"/>
                </a:moveTo>
                <a:cubicBezTo>
                  <a:pt x="207841" y="10878"/>
                  <a:pt x="383978" y="22025"/>
                  <a:pt x="617567" y="0"/>
                </a:cubicBezTo>
                <a:cubicBezTo>
                  <a:pt x="851156" y="-22025"/>
                  <a:pt x="1020902" y="20940"/>
                  <a:pt x="1158805" y="0"/>
                </a:cubicBezTo>
                <a:cubicBezTo>
                  <a:pt x="1296708" y="-20940"/>
                  <a:pt x="1613610" y="-9863"/>
                  <a:pt x="1776372" y="0"/>
                </a:cubicBezTo>
                <a:cubicBezTo>
                  <a:pt x="1939134" y="9863"/>
                  <a:pt x="2219169" y="24076"/>
                  <a:pt x="2470267" y="0"/>
                </a:cubicBezTo>
                <a:cubicBezTo>
                  <a:pt x="2721365" y="-24076"/>
                  <a:pt x="2940904" y="16218"/>
                  <a:pt x="3164162" y="0"/>
                </a:cubicBezTo>
                <a:cubicBezTo>
                  <a:pt x="3387420" y="-16218"/>
                  <a:pt x="3771318" y="-28114"/>
                  <a:pt x="3934386" y="0"/>
                </a:cubicBezTo>
                <a:cubicBezTo>
                  <a:pt x="4097454" y="28114"/>
                  <a:pt x="4272420" y="-21154"/>
                  <a:pt x="4475625" y="0"/>
                </a:cubicBezTo>
                <a:cubicBezTo>
                  <a:pt x="4678830" y="21154"/>
                  <a:pt x="4975645" y="-9212"/>
                  <a:pt x="5245848" y="0"/>
                </a:cubicBezTo>
                <a:cubicBezTo>
                  <a:pt x="5516051" y="9212"/>
                  <a:pt x="5640971" y="22167"/>
                  <a:pt x="5863415" y="0"/>
                </a:cubicBezTo>
                <a:cubicBezTo>
                  <a:pt x="6085859" y="-22167"/>
                  <a:pt x="6509573" y="-23591"/>
                  <a:pt x="6709967" y="0"/>
                </a:cubicBezTo>
                <a:cubicBezTo>
                  <a:pt x="6910361" y="23591"/>
                  <a:pt x="7432192" y="-43222"/>
                  <a:pt x="7632848" y="0"/>
                </a:cubicBezTo>
                <a:cubicBezTo>
                  <a:pt x="7624480" y="206410"/>
                  <a:pt x="7651792" y="349467"/>
                  <a:pt x="7632848" y="499578"/>
                </a:cubicBezTo>
                <a:cubicBezTo>
                  <a:pt x="7613904" y="649689"/>
                  <a:pt x="7609184" y="849386"/>
                  <a:pt x="7632848" y="979564"/>
                </a:cubicBezTo>
                <a:cubicBezTo>
                  <a:pt x="7305002" y="999921"/>
                  <a:pt x="7050325" y="987582"/>
                  <a:pt x="6862624" y="979564"/>
                </a:cubicBezTo>
                <a:cubicBezTo>
                  <a:pt x="6674923" y="971546"/>
                  <a:pt x="6519127" y="980696"/>
                  <a:pt x="6397714" y="979564"/>
                </a:cubicBezTo>
                <a:cubicBezTo>
                  <a:pt x="6276301" y="978433"/>
                  <a:pt x="5822961" y="968149"/>
                  <a:pt x="5551162" y="979564"/>
                </a:cubicBezTo>
                <a:cubicBezTo>
                  <a:pt x="5279363" y="990979"/>
                  <a:pt x="5041191" y="973076"/>
                  <a:pt x="4857267" y="979564"/>
                </a:cubicBezTo>
                <a:cubicBezTo>
                  <a:pt x="4673344" y="986052"/>
                  <a:pt x="4515509" y="967732"/>
                  <a:pt x="4392357" y="979564"/>
                </a:cubicBezTo>
                <a:cubicBezTo>
                  <a:pt x="4269205" y="991397"/>
                  <a:pt x="3943067" y="951426"/>
                  <a:pt x="3622133" y="979564"/>
                </a:cubicBezTo>
                <a:cubicBezTo>
                  <a:pt x="3301199" y="1007702"/>
                  <a:pt x="3026965" y="939006"/>
                  <a:pt x="2775581" y="979564"/>
                </a:cubicBezTo>
                <a:cubicBezTo>
                  <a:pt x="2524197" y="1020122"/>
                  <a:pt x="2251281" y="949193"/>
                  <a:pt x="2081686" y="979564"/>
                </a:cubicBezTo>
                <a:cubicBezTo>
                  <a:pt x="1912092" y="1009935"/>
                  <a:pt x="1682219" y="976986"/>
                  <a:pt x="1464119" y="979564"/>
                </a:cubicBezTo>
                <a:cubicBezTo>
                  <a:pt x="1246019" y="982142"/>
                  <a:pt x="1073544" y="970371"/>
                  <a:pt x="770224" y="979564"/>
                </a:cubicBezTo>
                <a:cubicBezTo>
                  <a:pt x="466905" y="988757"/>
                  <a:pt x="293119" y="970651"/>
                  <a:pt x="0" y="979564"/>
                </a:cubicBezTo>
                <a:cubicBezTo>
                  <a:pt x="21115" y="824126"/>
                  <a:pt x="21835" y="706909"/>
                  <a:pt x="0" y="499578"/>
                </a:cubicBezTo>
                <a:cubicBezTo>
                  <a:pt x="-21835" y="292247"/>
                  <a:pt x="12731" y="177413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180975" indent="-180975">
              <a:lnSpc>
                <a:spcPts val="2100"/>
              </a:lnSpc>
              <a:buFontTx/>
              <a:buAutoNum type="arabicPeriod"/>
              <a:defRPr/>
            </a:pP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按下申請單上方之附件上傳之按鈕   </a:t>
            </a:r>
            <a:endParaRPr lang="en-US" altLang="zh-TW" sz="1600" dirty="0" bmk="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80975" indent="-180975">
              <a:lnSpc>
                <a:spcPts val="2100"/>
              </a:lnSpc>
              <a:buFontTx/>
              <a:buAutoNum type="arabicPeriod"/>
              <a:defRPr/>
            </a:pP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按“選擇文件”至電腦選取預加入的檔案 </a:t>
            </a:r>
            <a:endParaRPr lang="en-US" altLang="zh-TW" sz="1600" dirty="0" bmk="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80975" indent="-180975">
              <a:lnSpc>
                <a:spcPts val="2100"/>
              </a:lnSpc>
              <a:buFontTx/>
              <a:buAutoNum type="arabicPeriod"/>
              <a:defRPr/>
            </a:pP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上傳附件 </a:t>
            </a:r>
            <a:endParaRPr lang="en-US" altLang="zh-TW" sz="1600" dirty="0" bmk="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ts val="2100"/>
              </a:lnSpc>
              <a:defRPr/>
            </a:pPr>
            <a:r>
              <a:rPr lang="en-US" altLang="zh-TW" sz="1600" dirty="0" bmk="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※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檔案超過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100 MB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以上不建議上傳，因系統限制容量，易造成無法開啟及表單速度變慢</a:t>
            </a:r>
          </a:p>
          <a:p>
            <a:pPr>
              <a:lnSpc>
                <a:spcPts val="2100"/>
              </a:lnSpc>
              <a:defRPr/>
            </a:pP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4.</a:t>
            </a:r>
            <a:r>
              <a:rPr lang="zh-TW" altLang="en-US" sz="1600" dirty="0" bmk="">
                <a:solidFill>
                  <a:srgbClr val="0000FF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主旨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可略述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變更內容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系統預設帶出 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ECR/ECN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申請單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_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申請人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_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機種名稱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100"/>
              </a:lnSpc>
              <a:defRPr/>
            </a:pP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5.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表單填寫完畢按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zh-TW" altLang="en-US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發起</a:t>
            </a:r>
            <a:r>
              <a:rPr lang="en-US" altLang="zh-TW" sz="1600" dirty="0" bmk="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6610FEB-5681-DF4D-5F6A-A5C8EFEC0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838" y="1611313"/>
            <a:ext cx="5902325" cy="15208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30725" name="圖片 8">
            <a:extLst>
              <a:ext uri="{FF2B5EF4-FFF2-40B4-BE49-F238E27FC236}">
                <a16:creationId xmlns:a16="http://schemas.microsoft.com/office/drawing/2014/main" id="{68CB0DF3-2ECF-4D68-4CD0-7112A8735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673350"/>
            <a:ext cx="3573463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流程圖: 程序 10">
            <a:extLst>
              <a:ext uri="{FF2B5EF4-FFF2-40B4-BE49-F238E27FC236}">
                <a16:creationId xmlns:a16="http://schemas.microsoft.com/office/drawing/2014/main" id="{D5AC376E-87AD-F71E-6826-4A45017BB080}"/>
              </a:ext>
            </a:extLst>
          </p:cNvPr>
          <p:cNvSpPr/>
          <p:nvPr/>
        </p:nvSpPr>
        <p:spPr>
          <a:xfrm>
            <a:off x="1668463" y="1908175"/>
            <a:ext cx="769937" cy="223838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30727" name="Text Box 11">
            <a:extLst>
              <a:ext uri="{FF2B5EF4-FFF2-40B4-BE49-F238E27FC236}">
                <a16:creationId xmlns:a16="http://schemas.microsoft.com/office/drawing/2014/main" id="{2C9D29EB-F759-CDCA-6D55-1EDE4104A2E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41563" y="1682750"/>
            <a:ext cx="1905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30728" name="Text Box 11">
            <a:extLst>
              <a:ext uri="{FF2B5EF4-FFF2-40B4-BE49-F238E27FC236}">
                <a16:creationId xmlns:a16="http://schemas.microsoft.com/office/drawing/2014/main" id="{4E4D7055-6B99-C532-CAE2-8009F0BB091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822825" y="4025900"/>
            <a:ext cx="174625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30729" name="Text Box 11">
            <a:extLst>
              <a:ext uri="{FF2B5EF4-FFF2-40B4-BE49-F238E27FC236}">
                <a16:creationId xmlns:a16="http://schemas.microsoft.com/office/drawing/2014/main" id="{0F6D7301-6130-D337-49D5-BDCFE95686A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917950" y="4337050"/>
            <a:ext cx="19526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BC30948-C101-EB2B-6528-B7D42D0469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6154"/>
          <a:stretch/>
        </p:blipFill>
        <p:spPr>
          <a:xfrm>
            <a:off x="179388" y="754063"/>
            <a:ext cx="3600450" cy="7048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流程圖: 程序 4">
            <a:extLst>
              <a:ext uri="{FF2B5EF4-FFF2-40B4-BE49-F238E27FC236}">
                <a16:creationId xmlns:a16="http://schemas.microsoft.com/office/drawing/2014/main" id="{5C6E1F2D-4272-2931-ED46-993D90039572}"/>
              </a:ext>
            </a:extLst>
          </p:cNvPr>
          <p:cNvSpPr/>
          <p:nvPr/>
        </p:nvSpPr>
        <p:spPr>
          <a:xfrm>
            <a:off x="344488" y="1163638"/>
            <a:ext cx="608012" cy="25400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30732" name="Text Box 11">
            <a:extLst>
              <a:ext uri="{FF2B5EF4-FFF2-40B4-BE49-F238E27FC236}">
                <a16:creationId xmlns:a16="http://schemas.microsoft.com/office/drawing/2014/main" id="{892A0DCF-6616-253E-6FB1-0884EFD1C99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38213" y="965200"/>
            <a:ext cx="19367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5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7" name="流程圖: 程序 6">
            <a:extLst>
              <a:ext uri="{FF2B5EF4-FFF2-40B4-BE49-F238E27FC236}">
                <a16:creationId xmlns:a16="http://schemas.microsoft.com/office/drawing/2014/main" id="{3C717F38-A9FD-4289-255C-1D561329F906}"/>
              </a:ext>
            </a:extLst>
          </p:cNvPr>
          <p:cNvSpPr/>
          <p:nvPr/>
        </p:nvSpPr>
        <p:spPr>
          <a:xfrm>
            <a:off x="2459038" y="2136775"/>
            <a:ext cx="3121025" cy="20320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pic>
        <p:nvPicPr>
          <p:cNvPr id="30734" name="圖片 9">
            <a:extLst>
              <a:ext uri="{FF2B5EF4-FFF2-40B4-BE49-F238E27FC236}">
                <a16:creationId xmlns:a16="http://schemas.microsoft.com/office/drawing/2014/main" id="{68D91C79-B4C0-8545-C22E-4678CB9A2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475" y="1209675"/>
            <a:ext cx="2544763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735" name="接點: 弧形 16">
            <a:extLst>
              <a:ext uri="{FF2B5EF4-FFF2-40B4-BE49-F238E27FC236}">
                <a16:creationId xmlns:a16="http://schemas.microsoft.com/office/drawing/2014/main" id="{9A9427DD-A7B5-C95E-EE45-FEA004488626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5351463" y="1687513"/>
            <a:ext cx="673100" cy="215900"/>
          </a:xfrm>
          <a:prstGeom prst="curvedConnector3">
            <a:avLst>
              <a:gd name="adj1" fmla="val 50000"/>
            </a:avLst>
          </a:prstGeom>
          <a:noFill/>
          <a:ln w="19050" algn="ctr">
            <a:solidFill>
              <a:srgbClr val="453CF2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6" name="Text Box 11">
            <a:extLst>
              <a:ext uri="{FF2B5EF4-FFF2-40B4-BE49-F238E27FC236}">
                <a16:creationId xmlns:a16="http://schemas.microsoft.com/office/drawing/2014/main" id="{430ADE12-D4EA-7E9D-EA58-5E082F7B739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273675" y="1919288"/>
            <a:ext cx="17462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C3C5F0-328D-0AC9-11DE-D02D44B867B2}"/>
              </a:ext>
            </a:extLst>
          </p:cNvPr>
          <p:cNvSpPr/>
          <p:nvPr/>
        </p:nvSpPr>
        <p:spPr bwMode="auto">
          <a:xfrm>
            <a:off x="5755481" y="1259681"/>
            <a:ext cx="333375" cy="11112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>
            <a:extLst>
              <a:ext uri="{FF2B5EF4-FFF2-40B4-BE49-F238E27FC236}">
                <a16:creationId xmlns:a16="http://schemas.microsoft.com/office/drawing/2014/main" id="{192C7479-100F-EF0D-BFB7-8532806B2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38100"/>
            <a:ext cx="7777162" cy="649288"/>
          </a:xfrm>
        </p:spPr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CCL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管制料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法規認證單位簽核說明</a:t>
            </a:r>
          </a:p>
        </p:txBody>
      </p:sp>
      <p:pic>
        <p:nvPicPr>
          <p:cNvPr id="31747" name="圖片 5">
            <a:extLst>
              <a:ext uri="{FF2B5EF4-FFF2-40B4-BE49-F238E27FC236}">
                <a16:creationId xmlns:a16="http://schemas.microsoft.com/office/drawing/2014/main" id="{8BB62E5D-369F-693A-C31F-F1C84EEB7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72"/>
          <a:stretch>
            <a:fillRect/>
          </a:stretch>
        </p:blipFill>
        <p:spPr bwMode="auto">
          <a:xfrm>
            <a:off x="1116013" y="771525"/>
            <a:ext cx="6767512" cy="28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0885519-8CDD-EC89-592E-A5E13F34AEA8}"/>
              </a:ext>
            </a:extLst>
          </p:cNvPr>
          <p:cNvSpPr txBox="1"/>
          <p:nvPr/>
        </p:nvSpPr>
        <p:spPr>
          <a:xfrm>
            <a:off x="1331913" y="4941888"/>
            <a:ext cx="6130925" cy="1293812"/>
          </a:xfrm>
          <a:custGeom>
            <a:avLst/>
            <a:gdLst>
              <a:gd name="connsiteX0" fmla="*/ 0 w 6131321"/>
              <a:gd name="connsiteY0" fmla="*/ 0 h 1192827"/>
              <a:gd name="connsiteX1" fmla="*/ 742571 w 6131321"/>
              <a:gd name="connsiteY1" fmla="*/ 0 h 1192827"/>
              <a:gd name="connsiteX2" fmla="*/ 1239889 w 6131321"/>
              <a:gd name="connsiteY2" fmla="*/ 0 h 1192827"/>
              <a:gd name="connsiteX3" fmla="*/ 2043774 w 6131321"/>
              <a:gd name="connsiteY3" fmla="*/ 0 h 1192827"/>
              <a:gd name="connsiteX4" fmla="*/ 2847658 w 6131321"/>
              <a:gd name="connsiteY4" fmla="*/ 0 h 1192827"/>
              <a:gd name="connsiteX5" fmla="*/ 3406289 w 6131321"/>
              <a:gd name="connsiteY5" fmla="*/ 0 h 1192827"/>
              <a:gd name="connsiteX6" fmla="*/ 4087547 w 6131321"/>
              <a:gd name="connsiteY6" fmla="*/ 0 h 1192827"/>
              <a:gd name="connsiteX7" fmla="*/ 4768805 w 6131321"/>
              <a:gd name="connsiteY7" fmla="*/ 0 h 1192827"/>
              <a:gd name="connsiteX8" fmla="*/ 5388750 w 6131321"/>
              <a:gd name="connsiteY8" fmla="*/ 0 h 1192827"/>
              <a:gd name="connsiteX9" fmla="*/ 6131321 w 6131321"/>
              <a:gd name="connsiteY9" fmla="*/ 0 h 1192827"/>
              <a:gd name="connsiteX10" fmla="*/ 6131321 w 6131321"/>
              <a:gd name="connsiteY10" fmla="*/ 596414 h 1192827"/>
              <a:gd name="connsiteX11" fmla="*/ 6131321 w 6131321"/>
              <a:gd name="connsiteY11" fmla="*/ 1192827 h 1192827"/>
              <a:gd name="connsiteX12" fmla="*/ 5450063 w 6131321"/>
              <a:gd name="connsiteY12" fmla="*/ 1192827 h 1192827"/>
              <a:gd name="connsiteX13" fmla="*/ 4768805 w 6131321"/>
              <a:gd name="connsiteY13" fmla="*/ 1192827 h 1192827"/>
              <a:gd name="connsiteX14" fmla="*/ 3964921 w 6131321"/>
              <a:gd name="connsiteY14" fmla="*/ 1192827 h 1192827"/>
              <a:gd name="connsiteX15" fmla="*/ 3283663 w 6131321"/>
              <a:gd name="connsiteY15" fmla="*/ 1192827 h 1192827"/>
              <a:gd name="connsiteX16" fmla="*/ 2725032 w 6131321"/>
              <a:gd name="connsiteY16" fmla="*/ 1192827 h 1192827"/>
              <a:gd name="connsiteX17" fmla="*/ 1921147 w 6131321"/>
              <a:gd name="connsiteY17" fmla="*/ 1192827 h 1192827"/>
              <a:gd name="connsiteX18" fmla="*/ 1423829 w 6131321"/>
              <a:gd name="connsiteY18" fmla="*/ 1192827 h 1192827"/>
              <a:gd name="connsiteX19" fmla="*/ 742571 w 6131321"/>
              <a:gd name="connsiteY19" fmla="*/ 1192827 h 1192827"/>
              <a:gd name="connsiteX20" fmla="*/ 0 w 6131321"/>
              <a:gd name="connsiteY20" fmla="*/ 1192827 h 1192827"/>
              <a:gd name="connsiteX21" fmla="*/ 0 w 6131321"/>
              <a:gd name="connsiteY21" fmla="*/ 572557 h 1192827"/>
              <a:gd name="connsiteX22" fmla="*/ 0 w 6131321"/>
              <a:gd name="connsiteY22" fmla="*/ 0 h 119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131321" h="1192827" fill="none" extrusionOk="0">
                <a:moveTo>
                  <a:pt x="0" y="0"/>
                </a:moveTo>
                <a:cubicBezTo>
                  <a:pt x="292889" y="22355"/>
                  <a:pt x="531763" y="26570"/>
                  <a:pt x="742571" y="0"/>
                </a:cubicBezTo>
                <a:cubicBezTo>
                  <a:pt x="953379" y="-26570"/>
                  <a:pt x="1136099" y="-13481"/>
                  <a:pt x="1239889" y="0"/>
                </a:cubicBezTo>
                <a:cubicBezTo>
                  <a:pt x="1343679" y="13481"/>
                  <a:pt x="1737732" y="-31493"/>
                  <a:pt x="2043774" y="0"/>
                </a:cubicBezTo>
                <a:cubicBezTo>
                  <a:pt x="2349816" y="31493"/>
                  <a:pt x="2651686" y="15269"/>
                  <a:pt x="2847658" y="0"/>
                </a:cubicBezTo>
                <a:cubicBezTo>
                  <a:pt x="3043630" y="-15269"/>
                  <a:pt x="3198500" y="13224"/>
                  <a:pt x="3406289" y="0"/>
                </a:cubicBezTo>
                <a:cubicBezTo>
                  <a:pt x="3614078" y="-13224"/>
                  <a:pt x="3842639" y="-4548"/>
                  <a:pt x="4087547" y="0"/>
                </a:cubicBezTo>
                <a:cubicBezTo>
                  <a:pt x="4332455" y="4548"/>
                  <a:pt x="4612348" y="-17017"/>
                  <a:pt x="4768805" y="0"/>
                </a:cubicBezTo>
                <a:cubicBezTo>
                  <a:pt x="4925262" y="17017"/>
                  <a:pt x="5252793" y="24407"/>
                  <a:pt x="5388750" y="0"/>
                </a:cubicBezTo>
                <a:cubicBezTo>
                  <a:pt x="5524707" y="-24407"/>
                  <a:pt x="5824527" y="-4363"/>
                  <a:pt x="6131321" y="0"/>
                </a:cubicBezTo>
                <a:cubicBezTo>
                  <a:pt x="6148957" y="254675"/>
                  <a:pt x="6150460" y="439461"/>
                  <a:pt x="6131321" y="596414"/>
                </a:cubicBezTo>
                <a:cubicBezTo>
                  <a:pt x="6112182" y="753367"/>
                  <a:pt x="6160251" y="930987"/>
                  <a:pt x="6131321" y="1192827"/>
                </a:cubicBezTo>
                <a:cubicBezTo>
                  <a:pt x="5966499" y="1162694"/>
                  <a:pt x="5635346" y="1161129"/>
                  <a:pt x="5450063" y="1192827"/>
                </a:cubicBezTo>
                <a:cubicBezTo>
                  <a:pt x="5264780" y="1224525"/>
                  <a:pt x="5008289" y="1170845"/>
                  <a:pt x="4768805" y="1192827"/>
                </a:cubicBezTo>
                <a:cubicBezTo>
                  <a:pt x="4529321" y="1214809"/>
                  <a:pt x="4141821" y="1225774"/>
                  <a:pt x="3964921" y="1192827"/>
                </a:cubicBezTo>
                <a:cubicBezTo>
                  <a:pt x="3788021" y="1159880"/>
                  <a:pt x="3589882" y="1200373"/>
                  <a:pt x="3283663" y="1192827"/>
                </a:cubicBezTo>
                <a:cubicBezTo>
                  <a:pt x="2977444" y="1185281"/>
                  <a:pt x="2855674" y="1215629"/>
                  <a:pt x="2725032" y="1192827"/>
                </a:cubicBezTo>
                <a:cubicBezTo>
                  <a:pt x="2594390" y="1170025"/>
                  <a:pt x="2215219" y="1202166"/>
                  <a:pt x="1921147" y="1192827"/>
                </a:cubicBezTo>
                <a:cubicBezTo>
                  <a:pt x="1627075" y="1183488"/>
                  <a:pt x="1552838" y="1193463"/>
                  <a:pt x="1423829" y="1192827"/>
                </a:cubicBezTo>
                <a:cubicBezTo>
                  <a:pt x="1294820" y="1192191"/>
                  <a:pt x="960001" y="1226028"/>
                  <a:pt x="742571" y="1192827"/>
                </a:cubicBezTo>
                <a:cubicBezTo>
                  <a:pt x="525141" y="1159626"/>
                  <a:pt x="327072" y="1163980"/>
                  <a:pt x="0" y="1192827"/>
                </a:cubicBezTo>
                <a:cubicBezTo>
                  <a:pt x="-12461" y="918867"/>
                  <a:pt x="-6299" y="708745"/>
                  <a:pt x="0" y="572557"/>
                </a:cubicBezTo>
                <a:cubicBezTo>
                  <a:pt x="6299" y="436369"/>
                  <a:pt x="-25005" y="185665"/>
                  <a:pt x="0" y="0"/>
                </a:cubicBezTo>
                <a:close/>
              </a:path>
              <a:path w="6131321" h="1192827" stroke="0" extrusionOk="0">
                <a:moveTo>
                  <a:pt x="0" y="0"/>
                </a:moveTo>
                <a:cubicBezTo>
                  <a:pt x="146987" y="28459"/>
                  <a:pt x="461460" y="9452"/>
                  <a:pt x="619945" y="0"/>
                </a:cubicBezTo>
                <a:cubicBezTo>
                  <a:pt x="778430" y="-9452"/>
                  <a:pt x="948798" y="24098"/>
                  <a:pt x="1178576" y="0"/>
                </a:cubicBezTo>
                <a:cubicBezTo>
                  <a:pt x="1408354" y="-24098"/>
                  <a:pt x="1671786" y="-13736"/>
                  <a:pt x="1798521" y="0"/>
                </a:cubicBezTo>
                <a:cubicBezTo>
                  <a:pt x="1925256" y="13736"/>
                  <a:pt x="2321032" y="-1578"/>
                  <a:pt x="2479779" y="0"/>
                </a:cubicBezTo>
                <a:cubicBezTo>
                  <a:pt x="2638526" y="1578"/>
                  <a:pt x="3016831" y="-26351"/>
                  <a:pt x="3161037" y="0"/>
                </a:cubicBezTo>
                <a:cubicBezTo>
                  <a:pt x="3305243" y="26351"/>
                  <a:pt x="3750492" y="14046"/>
                  <a:pt x="3903608" y="0"/>
                </a:cubicBezTo>
                <a:cubicBezTo>
                  <a:pt x="4056724" y="-14046"/>
                  <a:pt x="4287309" y="13525"/>
                  <a:pt x="4462239" y="0"/>
                </a:cubicBezTo>
                <a:cubicBezTo>
                  <a:pt x="4637169" y="-13525"/>
                  <a:pt x="4971276" y="-23536"/>
                  <a:pt x="5204810" y="0"/>
                </a:cubicBezTo>
                <a:cubicBezTo>
                  <a:pt x="5438344" y="23536"/>
                  <a:pt x="5789146" y="891"/>
                  <a:pt x="6131321" y="0"/>
                </a:cubicBezTo>
                <a:cubicBezTo>
                  <a:pt x="6120301" y="172324"/>
                  <a:pt x="6156985" y="379060"/>
                  <a:pt x="6131321" y="620270"/>
                </a:cubicBezTo>
                <a:cubicBezTo>
                  <a:pt x="6105658" y="861480"/>
                  <a:pt x="6131386" y="1009530"/>
                  <a:pt x="6131321" y="1192827"/>
                </a:cubicBezTo>
                <a:cubicBezTo>
                  <a:pt x="5938168" y="1159297"/>
                  <a:pt x="5591607" y="1191388"/>
                  <a:pt x="5450063" y="1192827"/>
                </a:cubicBezTo>
                <a:cubicBezTo>
                  <a:pt x="5308519" y="1194266"/>
                  <a:pt x="5017062" y="1160750"/>
                  <a:pt x="4646179" y="1192827"/>
                </a:cubicBezTo>
                <a:cubicBezTo>
                  <a:pt x="4275296" y="1224904"/>
                  <a:pt x="4212687" y="1214803"/>
                  <a:pt x="3842294" y="1192827"/>
                </a:cubicBezTo>
                <a:cubicBezTo>
                  <a:pt x="3471902" y="1170851"/>
                  <a:pt x="3543717" y="1198436"/>
                  <a:pt x="3344976" y="1192827"/>
                </a:cubicBezTo>
                <a:cubicBezTo>
                  <a:pt x="3146235" y="1187218"/>
                  <a:pt x="2904292" y="1209485"/>
                  <a:pt x="2541092" y="1192827"/>
                </a:cubicBezTo>
                <a:cubicBezTo>
                  <a:pt x="2177892" y="1176169"/>
                  <a:pt x="2095268" y="1218274"/>
                  <a:pt x="1859834" y="1192827"/>
                </a:cubicBezTo>
                <a:cubicBezTo>
                  <a:pt x="1624400" y="1167380"/>
                  <a:pt x="1470276" y="1210318"/>
                  <a:pt x="1362516" y="1192827"/>
                </a:cubicBezTo>
                <a:cubicBezTo>
                  <a:pt x="1254756" y="1175336"/>
                  <a:pt x="961190" y="1158465"/>
                  <a:pt x="619945" y="1192827"/>
                </a:cubicBezTo>
                <a:cubicBezTo>
                  <a:pt x="278700" y="1227189"/>
                  <a:pt x="151741" y="1177663"/>
                  <a:pt x="0" y="1192827"/>
                </a:cubicBezTo>
                <a:cubicBezTo>
                  <a:pt x="-14750" y="1017574"/>
                  <a:pt x="-23607" y="752642"/>
                  <a:pt x="0" y="596414"/>
                </a:cubicBezTo>
                <a:cubicBezTo>
                  <a:pt x="23607" y="440186"/>
                  <a:pt x="-29033" y="194044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180975" indent="-180975">
              <a:lnSpc>
                <a:spcPts val="2400"/>
              </a:lnSpc>
              <a:buFontTx/>
              <a:buAutoNum type="arabicPeriod"/>
              <a:defRPr/>
            </a:pPr>
            <a:r>
              <a:rPr lang="zh-TW" altLang="en-US" sz="16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確認單身資料之新增料號確認管制料勾選是否正確</a:t>
            </a:r>
          </a:p>
          <a:p>
            <a:pPr marL="180975" indent="-180975">
              <a:lnSpc>
                <a:spcPts val="2400"/>
              </a:lnSpc>
              <a:buFontTx/>
              <a:buAutoNum type="arabicPeriod"/>
              <a:defRPr/>
            </a:pPr>
            <a:r>
              <a:rPr lang="zh-TW" altLang="en-US" sz="16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認證課可修改管制料</a:t>
            </a:r>
            <a:r>
              <a:rPr lang="en-US" altLang="zh-TW" sz="16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Y/N</a:t>
            </a:r>
          </a:p>
          <a:p>
            <a:pPr marL="180975" indent="-180975">
              <a:lnSpc>
                <a:spcPts val="2400"/>
              </a:lnSpc>
              <a:buFontTx/>
              <a:buAutoNum type="arabicPeriod"/>
              <a:defRPr/>
            </a:pPr>
            <a:r>
              <a:rPr lang="zh-TW" altLang="en-US" sz="16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若有修改管制料再按”修改”</a:t>
            </a:r>
          </a:p>
          <a:p>
            <a:pPr marL="180975" indent="-180975">
              <a:lnSpc>
                <a:spcPts val="2400"/>
              </a:lnSpc>
              <a:buFontTx/>
              <a:buAutoNum type="arabicPeriod"/>
              <a:defRPr/>
            </a:pPr>
            <a:r>
              <a:rPr lang="zh-TW" altLang="en-US" sz="16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無問題點選”繼續派送”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E6278DC-CA0D-9711-FD94-4B51AAE4E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3" y="3667125"/>
            <a:ext cx="3686175" cy="9810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>
            <a:extLst>
              <a:ext uri="{FF2B5EF4-FFF2-40B4-BE49-F238E27FC236}">
                <a16:creationId xmlns:a16="http://schemas.microsoft.com/office/drawing/2014/main" id="{9A5BE984-0165-ABFF-9696-9C8EB2498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電子機構料加簽機構單位簽核</a:t>
            </a:r>
          </a:p>
        </p:txBody>
      </p:sp>
      <p:pic>
        <p:nvPicPr>
          <p:cNvPr id="32771" name="圖片 3">
            <a:extLst>
              <a:ext uri="{FF2B5EF4-FFF2-40B4-BE49-F238E27FC236}">
                <a16:creationId xmlns:a16="http://schemas.microsoft.com/office/drawing/2014/main" id="{E880E5F3-B79E-5B8F-C56E-838BBE32B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752475"/>
            <a:ext cx="367347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FFCB5F6-E1EC-52DE-73DC-C5DC0BA83E3B}"/>
              </a:ext>
            </a:extLst>
          </p:cNvPr>
          <p:cNvSpPr txBox="1"/>
          <p:nvPr/>
        </p:nvSpPr>
        <p:spPr>
          <a:xfrm>
            <a:off x="719138" y="6021388"/>
            <a:ext cx="7705725" cy="346075"/>
          </a:xfrm>
          <a:custGeom>
            <a:avLst/>
            <a:gdLst>
              <a:gd name="connsiteX0" fmla="*/ 0 w 7704856"/>
              <a:gd name="connsiteY0" fmla="*/ 0 h 346441"/>
              <a:gd name="connsiteX1" fmla="*/ 796168 w 7704856"/>
              <a:gd name="connsiteY1" fmla="*/ 0 h 346441"/>
              <a:gd name="connsiteX2" fmla="*/ 1438240 w 7704856"/>
              <a:gd name="connsiteY2" fmla="*/ 0 h 346441"/>
              <a:gd name="connsiteX3" fmla="*/ 2080311 w 7704856"/>
              <a:gd name="connsiteY3" fmla="*/ 0 h 346441"/>
              <a:gd name="connsiteX4" fmla="*/ 2645334 w 7704856"/>
              <a:gd name="connsiteY4" fmla="*/ 0 h 346441"/>
              <a:gd name="connsiteX5" fmla="*/ 3364454 w 7704856"/>
              <a:gd name="connsiteY5" fmla="*/ 0 h 346441"/>
              <a:gd name="connsiteX6" fmla="*/ 4006525 w 7704856"/>
              <a:gd name="connsiteY6" fmla="*/ 0 h 346441"/>
              <a:gd name="connsiteX7" fmla="*/ 4802694 w 7704856"/>
              <a:gd name="connsiteY7" fmla="*/ 0 h 346441"/>
              <a:gd name="connsiteX8" fmla="*/ 5367716 w 7704856"/>
              <a:gd name="connsiteY8" fmla="*/ 0 h 346441"/>
              <a:gd name="connsiteX9" fmla="*/ 6086836 w 7704856"/>
              <a:gd name="connsiteY9" fmla="*/ 0 h 346441"/>
              <a:gd name="connsiteX10" fmla="*/ 6728908 w 7704856"/>
              <a:gd name="connsiteY10" fmla="*/ 0 h 346441"/>
              <a:gd name="connsiteX11" fmla="*/ 7704856 w 7704856"/>
              <a:gd name="connsiteY11" fmla="*/ 0 h 346441"/>
              <a:gd name="connsiteX12" fmla="*/ 7704856 w 7704856"/>
              <a:gd name="connsiteY12" fmla="*/ 346441 h 346441"/>
              <a:gd name="connsiteX13" fmla="*/ 6985736 w 7704856"/>
              <a:gd name="connsiteY13" fmla="*/ 346441 h 346441"/>
              <a:gd name="connsiteX14" fmla="*/ 6574810 w 7704856"/>
              <a:gd name="connsiteY14" fmla="*/ 346441 h 346441"/>
              <a:gd name="connsiteX15" fmla="*/ 5932739 w 7704856"/>
              <a:gd name="connsiteY15" fmla="*/ 346441 h 346441"/>
              <a:gd name="connsiteX16" fmla="*/ 5444765 w 7704856"/>
              <a:gd name="connsiteY16" fmla="*/ 346441 h 346441"/>
              <a:gd name="connsiteX17" fmla="*/ 4648596 w 7704856"/>
              <a:gd name="connsiteY17" fmla="*/ 346441 h 346441"/>
              <a:gd name="connsiteX18" fmla="*/ 4006525 w 7704856"/>
              <a:gd name="connsiteY18" fmla="*/ 346441 h 346441"/>
              <a:gd name="connsiteX19" fmla="*/ 3441502 w 7704856"/>
              <a:gd name="connsiteY19" fmla="*/ 346441 h 346441"/>
              <a:gd name="connsiteX20" fmla="*/ 2645334 w 7704856"/>
              <a:gd name="connsiteY20" fmla="*/ 346441 h 346441"/>
              <a:gd name="connsiteX21" fmla="*/ 1849165 w 7704856"/>
              <a:gd name="connsiteY21" fmla="*/ 346441 h 346441"/>
              <a:gd name="connsiteX22" fmla="*/ 1052997 w 7704856"/>
              <a:gd name="connsiteY22" fmla="*/ 346441 h 346441"/>
              <a:gd name="connsiteX23" fmla="*/ 565023 w 7704856"/>
              <a:gd name="connsiteY23" fmla="*/ 346441 h 346441"/>
              <a:gd name="connsiteX24" fmla="*/ 0 w 7704856"/>
              <a:gd name="connsiteY24" fmla="*/ 346441 h 346441"/>
              <a:gd name="connsiteX25" fmla="*/ 0 w 7704856"/>
              <a:gd name="connsiteY25" fmla="*/ 0 h 34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7704856" h="346441" fill="none" extrusionOk="0">
                <a:moveTo>
                  <a:pt x="0" y="0"/>
                </a:moveTo>
                <a:cubicBezTo>
                  <a:pt x="161231" y="32241"/>
                  <a:pt x="496354" y="-19811"/>
                  <a:pt x="796168" y="0"/>
                </a:cubicBezTo>
                <a:cubicBezTo>
                  <a:pt x="1095982" y="19811"/>
                  <a:pt x="1245044" y="10544"/>
                  <a:pt x="1438240" y="0"/>
                </a:cubicBezTo>
                <a:cubicBezTo>
                  <a:pt x="1631436" y="-10544"/>
                  <a:pt x="1784307" y="26753"/>
                  <a:pt x="2080311" y="0"/>
                </a:cubicBezTo>
                <a:cubicBezTo>
                  <a:pt x="2376315" y="-26753"/>
                  <a:pt x="2444610" y="-13459"/>
                  <a:pt x="2645334" y="0"/>
                </a:cubicBezTo>
                <a:cubicBezTo>
                  <a:pt x="2846058" y="13459"/>
                  <a:pt x="3119210" y="-35462"/>
                  <a:pt x="3364454" y="0"/>
                </a:cubicBezTo>
                <a:cubicBezTo>
                  <a:pt x="3609698" y="35462"/>
                  <a:pt x="3694881" y="-30311"/>
                  <a:pt x="4006525" y="0"/>
                </a:cubicBezTo>
                <a:cubicBezTo>
                  <a:pt x="4318169" y="30311"/>
                  <a:pt x="4433784" y="-33864"/>
                  <a:pt x="4802694" y="0"/>
                </a:cubicBezTo>
                <a:cubicBezTo>
                  <a:pt x="5171604" y="33864"/>
                  <a:pt x="5147496" y="21917"/>
                  <a:pt x="5367716" y="0"/>
                </a:cubicBezTo>
                <a:cubicBezTo>
                  <a:pt x="5587936" y="-21917"/>
                  <a:pt x="5749899" y="-23296"/>
                  <a:pt x="6086836" y="0"/>
                </a:cubicBezTo>
                <a:cubicBezTo>
                  <a:pt x="6423773" y="23296"/>
                  <a:pt x="6573998" y="8967"/>
                  <a:pt x="6728908" y="0"/>
                </a:cubicBezTo>
                <a:cubicBezTo>
                  <a:pt x="6883818" y="-8967"/>
                  <a:pt x="7234786" y="-9091"/>
                  <a:pt x="7704856" y="0"/>
                </a:cubicBezTo>
                <a:cubicBezTo>
                  <a:pt x="7693882" y="148980"/>
                  <a:pt x="7704989" y="263450"/>
                  <a:pt x="7704856" y="346441"/>
                </a:cubicBezTo>
                <a:cubicBezTo>
                  <a:pt x="7551611" y="344294"/>
                  <a:pt x="7163062" y="351002"/>
                  <a:pt x="6985736" y="346441"/>
                </a:cubicBezTo>
                <a:cubicBezTo>
                  <a:pt x="6808410" y="341880"/>
                  <a:pt x="6667491" y="352893"/>
                  <a:pt x="6574810" y="346441"/>
                </a:cubicBezTo>
                <a:cubicBezTo>
                  <a:pt x="6482129" y="339989"/>
                  <a:pt x="6091075" y="325425"/>
                  <a:pt x="5932739" y="346441"/>
                </a:cubicBezTo>
                <a:cubicBezTo>
                  <a:pt x="5774403" y="367457"/>
                  <a:pt x="5554726" y="365942"/>
                  <a:pt x="5444765" y="346441"/>
                </a:cubicBezTo>
                <a:cubicBezTo>
                  <a:pt x="5334804" y="326940"/>
                  <a:pt x="4877422" y="368313"/>
                  <a:pt x="4648596" y="346441"/>
                </a:cubicBezTo>
                <a:cubicBezTo>
                  <a:pt x="4419770" y="324569"/>
                  <a:pt x="4140568" y="335034"/>
                  <a:pt x="4006525" y="346441"/>
                </a:cubicBezTo>
                <a:cubicBezTo>
                  <a:pt x="3872482" y="357848"/>
                  <a:pt x="3710877" y="363642"/>
                  <a:pt x="3441502" y="346441"/>
                </a:cubicBezTo>
                <a:cubicBezTo>
                  <a:pt x="3172127" y="329240"/>
                  <a:pt x="2822176" y="338715"/>
                  <a:pt x="2645334" y="346441"/>
                </a:cubicBezTo>
                <a:cubicBezTo>
                  <a:pt x="2468492" y="354167"/>
                  <a:pt x="2157346" y="307903"/>
                  <a:pt x="1849165" y="346441"/>
                </a:cubicBezTo>
                <a:cubicBezTo>
                  <a:pt x="1540984" y="384979"/>
                  <a:pt x="1333306" y="373923"/>
                  <a:pt x="1052997" y="346441"/>
                </a:cubicBezTo>
                <a:cubicBezTo>
                  <a:pt x="772688" y="318959"/>
                  <a:pt x="783244" y="369203"/>
                  <a:pt x="565023" y="346441"/>
                </a:cubicBezTo>
                <a:cubicBezTo>
                  <a:pt x="346802" y="323679"/>
                  <a:pt x="213342" y="360967"/>
                  <a:pt x="0" y="346441"/>
                </a:cubicBezTo>
                <a:cubicBezTo>
                  <a:pt x="6628" y="275925"/>
                  <a:pt x="-4494" y="123781"/>
                  <a:pt x="0" y="0"/>
                </a:cubicBezTo>
                <a:close/>
              </a:path>
              <a:path w="7704856" h="346441" stroke="0" extrusionOk="0">
                <a:moveTo>
                  <a:pt x="0" y="0"/>
                </a:moveTo>
                <a:cubicBezTo>
                  <a:pt x="174898" y="5726"/>
                  <a:pt x="295613" y="20887"/>
                  <a:pt x="565023" y="0"/>
                </a:cubicBezTo>
                <a:cubicBezTo>
                  <a:pt x="834433" y="-20887"/>
                  <a:pt x="902649" y="13916"/>
                  <a:pt x="1052997" y="0"/>
                </a:cubicBezTo>
                <a:cubicBezTo>
                  <a:pt x="1203345" y="-13916"/>
                  <a:pt x="1418115" y="-7979"/>
                  <a:pt x="1618020" y="0"/>
                </a:cubicBezTo>
                <a:cubicBezTo>
                  <a:pt x="1817925" y="7979"/>
                  <a:pt x="2130424" y="18786"/>
                  <a:pt x="2260091" y="0"/>
                </a:cubicBezTo>
                <a:cubicBezTo>
                  <a:pt x="2389758" y="-18786"/>
                  <a:pt x="2611101" y="-342"/>
                  <a:pt x="2902162" y="0"/>
                </a:cubicBezTo>
                <a:cubicBezTo>
                  <a:pt x="3193223" y="342"/>
                  <a:pt x="3350649" y="10955"/>
                  <a:pt x="3621282" y="0"/>
                </a:cubicBezTo>
                <a:cubicBezTo>
                  <a:pt x="3891915" y="-10955"/>
                  <a:pt x="3885464" y="3017"/>
                  <a:pt x="4109257" y="0"/>
                </a:cubicBezTo>
                <a:cubicBezTo>
                  <a:pt x="4333051" y="-3017"/>
                  <a:pt x="4640267" y="-13393"/>
                  <a:pt x="4828376" y="0"/>
                </a:cubicBezTo>
                <a:cubicBezTo>
                  <a:pt x="5016485" y="13393"/>
                  <a:pt x="5117198" y="-3609"/>
                  <a:pt x="5393399" y="0"/>
                </a:cubicBezTo>
                <a:cubicBezTo>
                  <a:pt x="5669600" y="3609"/>
                  <a:pt x="5868232" y="10410"/>
                  <a:pt x="6189568" y="0"/>
                </a:cubicBezTo>
                <a:cubicBezTo>
                  <a:pt x="6510904" y="-10410"/>
                  <a:pt x="6530865" y="-720"/>
                  <a:pt x="6677542" y="0"/>
                </a:cubicBezTo>
                <a:cubicBezTo>
                  <a:pt x="6824219" y="720"/>
                  <a:pt x="7319045" y="30779"/>
                  <a:pt x="7704856" y="0"/>
                </a:cubicBezTo>
                <a:cubicBezTo>
                  <a:pt x="7694594" y="154234"/>
                  <a:pt x="7707279" y="203475"/>
                  <a:pt x="7704856" y="346441"/>
                </a:cubicBezTo>
                <a:cubicBezTo>
                  <a:pt x="7390400" y="376616"/>
                  <a:pt x="7148164" y="381969"/>
                  <a:pt x="6985736" y="346441"/>
                </a:cubicBezTo>
                <a:cubicBezTo>
                  <a:pt x="6823308" y="310913"/>
                  <a:pt x="6689527" y="344221"/>
                  <a:pt x="6574810" y="346441"/>
                </a:cubicBezTo>
                <a:cubicBezTo>
                  <a:pt x="6460093" y="348661"/>
                  <a:pt x="5985791" y="378718"/>
                  <a:pt x="5778642" y="346441"/>
                </a:cubicBezTo>
                <a:cubicBezTo>
                  <a:pt x="5571493" y="314164"/>
                  <a:pt x="5272708" y="354147"/>
                  <a:pt x="5136571" y="346441"/>
                </a:cubicBezTo>
                <a:cubicBezTo>
                  <a:pt x="5000434" y="338735"/>
                  <a:pt x="4853233" y="359346"/>
                  <a:pt x="4725645" y="346441"/>
                </a:cubicBezTo>
                <a:cubicBezTo>
                  <a:pt x="4598057" y="333536"/>
                  <a:pt x="4214724" y="337629"/>
                  <a:pt x="4006525" y="346441"/>
                </a:cubicBezTo>
                <a:cubicBezTo>
                  <a:pt x="3798326" y="355253"/>
                  <a:pt x="3582475" y="385706"/>
                  <a:pt x="3210357" y="346441"/>
                </a:cubicBezTo>
                <a:cubicBezTo>
                  <a:pt x="2838239" y="307176"/>
                  <a:pt x="2720206" y="349912"/>
                  <a:pt x="2568285" y="346441"/>
                </a:cubicBezTo>
                <a:cubicBezTo>
                  <a:pt x="2416364" y="342970"/>
                  <a:pt x="2282889" y="372283"/>
                  <a:pt x="2003263" y="346441"/>
                </a:cubicBezTo>
                <a:cubicBezTo>
                  <a:pt x="1723637" y="320599"/>
                  <a:pt x="1544900" y="350000"/>
                  <a:pt x="1361191" y="346441"/>
                </a:cubicBezTo>
                <a:cubicBezTo>
                  <a:pt x="1177482" y="342882"/>
                  <a:pt x="861124" y="337335"/>
                  <a:pt x="565023" y="346441"/>
                </a:cubicBezTo>
                <a:cubicBezTo>
                  <a:pt x="268922" y="355547"/>
                  <a:pt x="203101" y="332090"/>
                  <a:pt x="0" y="346441"/>
                </a:cubicBezTo>
                <a:cubicBezTo>
                  <a:pt x="11423" y="199262"/>
                  <a:pt x="6148" y="115930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申請如有電子機構料件，系統自動加簽機構群組簽核，其中一人接收簽核即可跳下一關簽核</a:t>
            </a:r>
          </a:p>
        </p:txBody>
      </p:sp>
      <p:pic>
        <p:nvPicPr>
          <p:cNvPr id="32773" name="圖片 7">
            <a:extLst>
              <a:ext uri="{FF2B5EF4-FFF2-40B4-BE49-F238E27FC236}">
                <a16:creationId xmlns:a16="http://schemas.microsoft.com/office/drawing/2014/main" id="{4D29CD3C-984D-17A8-7DDD-5D4FC7076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4162425"/>
            <a:ext cx="628967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標題 1">
            <a:extLst>
              <a:ext uri="{FF2B5EF4-FFF2-40B4-BE49-F238E27FC236}">
                <a16:creationId xmlns:a16="http://schemas.microsoft.com/office/drawing/2014/main" id="{D716AE89-D689-E413-ABB6-D3BF59AED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客戶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ECO-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物管填寫起始導入製令單號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1EC9984-771B-0CED-D8CD-C24D40A39661}"/>
              </a:ext>
            </a:extLst>
          </p:cNvPr>
          <p:cNvSpPr txBox="1"/>
          <p:nvPr/>
        </p:nvSpPr>
        <p:spPr>
          <a:xfrm>
            <a:off x="971550" y="5229225"/>
            <a:ext cx="7704138" cy="346075"/>
          </a:xfrm>
          <a:custGeom>
            <a:avLst/>
            <a:gdLst>
              <a:gd name="connsiteX0" fmla="*/ 0 w 7704856"/>
              <a:gd name="connsiteY0" fmla="*/ 0 h 346441"/>
              <a:gd name="connsiteX1" fmla="*/ 642071 w 7704856"/>
              <a:gd name="connsiteY1" fmla="*/ 0 h 346441"/>
              <a:gd name="connsiteX2" fmla="*/ 1130046 w 7704856"/>
              <a:gd name="connsiteY2" fmla="*/ 0 h 346441"/>
              <a:gd name="connsiteX3" fmla="*/ 1618020 w 7704856"/>
              <a:gd name="connsiteY3" fmla="*/ 0 h 346441"/>
              <a:gd name="connsiteX4" fmla="*/ 2337140 w 7704856"/>
              <a:gd name="connsiteY4" fmla="*/ 0 h 346441"/>
              <a:gd name="connsiteX5" fmla="*/ 2748065 w 7704856"/>
              <a:gd name="connsiteY5" fmla="*/ 0 h 346441"/>
              <a:gd name="connsiteX6" fmla="*/ 3313088 w 7704856"/>
              <a:gd name="connsiteY6" fmla="*/ 0 h 346441"/>
              <a:gd name="connsiteX7" fmla="*/ 4032208 w 7704856"/>
              <a:gd name="connsiteY7" fmla="*/ 0 h 346441"/>
              <a:gd name="connsiteX8" fmla="*/ 4443134 w 7704856"/>
              <a:gd name="connsiteY8" fmla="*/ 0 h 346441"/>
              <a:gd name="connsiteX9" fmla="*/ 4854059 w 7704856"/>
              <a:gd name="connsiteY9" fmla="*/ 0 h 346441"/>
              <a:gd name="connsiteX10" fmla="*/ 5573179 w 7704856"/>
              <a:gd name="connsiteY10" fmla="*/ 0 h 346441"/>
              <a:gd name="connsiteX11" fmla="*/ 5984105 w 7704856"/>
              <a:gd name="connsiteY11" fmla="*/ 0 h 346441"/>
              <a:gd name="connsiteX12" fmla="*/ 6626176 w 7704856"/>
              <a:gd name="connsiteY12" fmla="*/ 0 h 346441"/>
              <a:gd name="connsiteX13" fmla="*/ 7704856 w 7704856"/>
              <a:gd name="connsiteY13" fmla="*/ 0 h 346441"/>
              <a:gd name="connsiteX14" fmla="*/ 7704856 w 7704856"/>
              <a:gd name="connsiteY14" fmla="*/ 346441 h 346441"/>
              <a:gd name="connsiteX15" fmla="*/ 6908688 w 7704856"/>
              <a:gd name="connsiteY15" fmla="*/ 346441 h 346441"/>
              <a:gd name="connsiteX16" fmla="*/ 6112519 w 7704856"/>
              <a:gd name="connsiteY16" fmla="*/ 346441 h 346441"/>
              <a:gd name="connsiteX17" fmla="*/ 5470448 w 7704856"/>
              <a:gd name="connsiteY17" fmla="*/ 346441 h 346441"/>
              <a:gd name="connsiteX18" fmla="*/ 4905425 w 7704856"/>
              <a:gd name="connsiteY18" fmla="*/ 346441 h 346441"/>
              <a:gd name="connsiteX19" fmla="*/ 4494499 w 7704856"/>
              <a:gd name="connsiteY19" fmla="*/ 346441 h 346441"/>
              <a:gd name="connsiteX20" fmla="*/ 4083574 w 7704856"/>
              <a:gd name="connsiteY20" fmla="*/ 346441 h 346441"/>
              <a:gd name="connsiteX21" fmla="*/ 3287405 w 7704856"/>
              <a:gd name="connsiteY21" fmla="*/ 346441 h 346441"/>
              <a:gd name="connsiteX22" fmla="*/ 2645334 w 7704856"/>
              <a:gd name="connsiteY22" fmla="*/ 346441 h 346441"/>
              <a:gd name="connsiteX23" fmla="*/ 2234408 w 7704856"/>
              <a:gd name="connsiteY23" fmla="*/ 346441 h 346441"/>
              <a:gd name="connsiteX24" fmla="*/ 1823483 w 7704856"/>
              <a:gd name="connsiteY24" fmla="*/ 346441 h 346441"/>
              <a:gd name="connsiteX25" fmla="*/ 1335508 w 7704856"/>
              <a:gd name="connsiteY25" fmla="*/ 346441 h 346441"/>
              <a:gd name="connsiteX26" fmla="*/ 616388 w 7704856"/>
              <a:gd name="connsiteY26" fmla="*/ 346441 h 346441"/>
              <a:gd name="connsiteX27" fmla="*/ 0 w 7704856"/>
              <a:gd name="connsiteY27" fmla="*/ 346441 h 346441"/>
              <a:gd name="connsiteX28" fmla="*/ 0 w 7704856"/>
              <a:gd name="connsiteY28" fmla="*/ 0 h 34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704856" h="346441" fill="none" extrusionOk="0">
                <a:moveTo>
                  <a:pt x="0" y="0"/>
                </a:moveTo>
                <a:cubicBezTo>
                  <a:pt x="184184" y="21013"/>
                  <a:pt x="335264" y="-10880"/>
                  <a:pt x="642071" y="0"/>
                </a:cubicBezTo>
                <a:cubicBezTo>
                  <a:pt x="948878" y="10880"/>
                  <a:pt x="1004469" y="5749"/>
                  <a:pt x="1130046" y="0"/>
                </a:cubicBezTo>
                <a:cubicBezTo>
                  <a:pt x="1255624" y="-5749"/>
                  <a:pt x="1388348" y="-19177"/>
                  <a:pt x="1618020" y="0"/>
                </a:cubicBezTo>
                <a:cubicBezTo>
                  <a:pt x="1847692" y="19177"/>
                  <a:pt x="1998107" y="-24176"/>
                  <a:pt x="2337140" y="0"/>
                </a:cubicBezTo>
                <a:cubicBezTo>
                  <a:pt x="2676173" y="24176"/>
                  <a:pt x="2624717" y="-14750"/>
                  <a:pt x="2748065" y="0"/>
                </a:cubicBezTo>
                <a:cubicBezTo>
                  <a:pt x="2871413" y="14750"/>
                  <a:pt x="3110521" y="963"/>
                  <a:pt x="3313088" y="0"/>
                </a:cubicBezTo>
                <a:cubicBezTo>
                  <a:pt x="3515655" y="-963"/>
                  <a:pt x="3747137" y="15671"/>
                  <a:pt x="4032208" y="0"/>
                </a:cubicBezTo>
                <a:cubicBezTo>
                  <a:pt x="4317279" y="-15671"/>
                  <a:pt x="4268362" y="-20167"/>
                  <a:pt x="4443134" y="0"/>
                </a:cubicBezTo>
                <a:cubicBezTo>
                  <a:pt x="4617906" y="20167"/>
                  <a:pt x="4679578" y="17724"/>
                  <a:pt x="4854059" y="0"/>
                </a:cubicBezTo>
                <a:cubicBezTo>
                  <a:pt x="5028540" y="-17724"/>
                  <a:pt x="5386600" y="3097"/>
                  <a:pt x="5573179" y="0"/>
                </a:cubicBezTo>
                <a:cubicBezTo>
                  <a:pt x="5759758" y="-3097"/>
                  <a:pt x="5829082" y="-2499"/>
                  <a:pt x="5984105" y="0"/>
                </a:cubicBezTo>
                <a:cubicBezTo>
                  <a:pt x="6139128" y="2499"/>
                  <a:pt x="6367685" y="-65"/>
                  <a:pt x="6626176" y="0"/>
                </a:cubicBezTo>
                <a:cubicBezTo>
                  <a:pt x="6884667" y="65"/>
                  <a:pt x="7223983" y="17221"/>
                  <a:pt x="7704856" y="0"/>
                </a:cubicBezTo>
                <a:cubicBezTo>
                  <a:pt x="7716407" y="151702"/>
                  <a:pt x="7703548" y="233130"/>
                  <a:pt x="7704856" y="346441"/>
                </a:cubicBezTo>
                <a:cubicBezTo>
                  <a:pt x="7489773" y="384077"/>
                  <a:pt x="7078330" y="366937"/>
                  <a:pt x="6908688" y="346441"/>
                </a:cubicBezTo>
                <a:cubicBezTo>
                  <a:pt x="6739046" y="325945"/>
                  <a:pt x="6486123" y="368675"/>
                  <a:pt x="6112519" y="346441"/>
                </a:cubicBezTo>
                <a:cubicBezTo>
                  <a:pt x="5738915" y="324207"/>
                  <a:pt x="5692445" y="319908"/>
                  <a:pt x="5470448" y="346441"/>
                </a:cubicBezTo>
                <a:cubicBezTo>
                  <a:pt x="5248451" y="372974"/>
                  <a:pt x="5114139" y="334387"/>
                  <a:pt x="4905425" y="346441"/>
                </a:cubicBezTo>
                <a:cubicBezTo>
                  <a:pt x="4696711" y="358495"/>
                  <a:pt x="4644348" y="353692"/>
                  <a:pt x="4494499" y="346441"/>
                </a:cubicBezTo>
                <a:cubicBezTo>
                  <a:pt x="4344650" y="339190"/>
                  <a:pt x="4184612" y="333712"/>
                  <a:pt x="4083574" y="346441"/>
                </a:cubicBezTo>
                <a:cubicBezTo>
                  <a:pt x="3982536" y="359170"/>
                  <a:pt x="3552732" y="371752"/>
                  <a:pt x="3287405" y="346441"/>
                </a:cubicBezTo>
                <a:cubicBezTo>
                  <a:pt x="3022078" y="321130"/>
                  <a:pt x="2904925" y="357280"/>
                  <a:pt x="2645334" y="346441"/>
                </a:cubicBezTo>
                <a:cubicBezTo>
                  <a:pt x="2385743" y="335602"/>
                  <a:pt x="2352968" y="331625"/>
                  <a:pt x="2234408" y="346441"/>
                </a:cubicBezTo>
                <a:cubicBezTo>
                  <a:pt x="2115848" y="361257"/>
                  <a:pt x="1931132" y="327181"/>
                  <a:pt x="1823483" y="346441"/>
                </a:cubicBezTo>
                <a:cubicBezTo>
                  <a:pt x="1715835" y="365701"/>
                  <a:pt x="1506743" y="334403"/>
                  <a:pt x="1335508" y="346441"/>
                </a:cubicBezTo>
                <a:cubicBezTo>
                  <a:pt x="1164274" y="358479"/>
                  <a:pt x="907222" y="382077"/>
                  <a:pt x="616388" y="346441"/>
                </a:cubicBezTo>
                <a:cubicBezTo>
                  <a:pt x="325554" y="310805"/>
                  <a:pt x="160142" y="351206"/>
                  <a:pt x="0" y="346441"/>
                </a:cubicBezTo>
                <a:cubicBezTo>
                  <a:pt x="4883" y="230849"/>
                  <a:pt x="-1123" y="161562"/>
                  <a:pt x="0" y="0"/>
                </a:cubicBezTo>
                <a:close/>
              </a:path>
              <a:path w="7704856" h="346441" stroke="0" extrusionOk="0">
                <a:moveTo>
                  <a:pt x="0" y="0"/>
                </a:moveTo>
                <a:cubicBezTo>
                  <a:pt x="177928" y="-8328"/>
                  <a:pt x="253098" y="-15591"/>
                  <a:pt x="410926" y="0"/>
                </a:cubicBezTo>
                <a:cubicBezTo>
                  <a:pt x="568754" y="15591"/>
                  <a:pt x="943952" y="8844"/>
                  <a:pt x="1130046" y="0"/>
                </a:cubicBezTo>
                <a:cubicBezTo>
                  <a:pt x="1316140" y="-8844"/>
                  <a:pt x="1405211" y="2532"/>
                  <a:pt x="1540971" y="0"/>
                </a:cubicBezTo>
                <a:cubicBezTo>
                  <a:pt x="1676731" y="-2532"/>
                  <a:pt x="2007229" y="854"/>
                  <a:pt x="2260091" y="0"/>
                </a:cubicBezTo>
                <a:cubicBezTo>
                  <a:pt x="2512953" y="-854"/>
                  <a:pt x="2657465" y="32586"/>
                  <a:pt x="2979211" y="0"/>
                </a:cubicBezTo>
                <a:cubicBezTo>
                  <a:pt x="3300957" y="-32586"/>
                  <a:pt x="3279839" y="-3548"/>
                  <a:pt x="3390137" y="0"/>
                </a:cubicBezTo>
                <a:cubicBezTo>
                  <a:pt x="3500435" y="3548"/>
                  <a:pt x="3902877" y="5933"/>
                  <a:pt x="4186305" y="0"/>
                </a:cubicBezTo>
                <a:cubicBezTo>
                  <a:pt x="4469733" y="-5933"/>
                  <a:pt x="4645841" y="-17401"/>
                  <a:pt x="4905425" y="0"/>
                </a:cubicBezTo>
                <a:cubicBezTo>
                  <a:pt x="5165009" y="17401"/>
                  <a:pt x="5436085" y="38608"/>
                  <a:pt x="5701593" y="0"/>
                </a:cubicBezTo>
                <a:cubicBezTo>
                  <a:pt x="5967101" y="-38608"/>
                  <a:pt x="6118476" y="-476"/>
                  <a:pt x="6343665" y="0"/>
                </a:cubicBezTo>
                <a:cubicBezTo>
                  <a:pt x="6568854" y="476"/>
                  <a:pt x="6718218" y="16136"/>
                  <a:pt x="7062785" y="0"/>
                </a:cubicBezTo>
                <a:cubicBezTo>
                  <a:pt x="7407352" y="-16136"/>
                  <a:pt x="7548957" y="7759"/>
                  <a:pt x="7704856" y="0"/>
                </a:cubicBezTo>
                <a:cubicBezTo>
                  <a:pt x="7707061" y="162547"/>
                  <a:pt x="7712400" y="269982"/>
                  <a:pt x="7704856" y="346441"/>
                </a:cubicBezTo>
                <a:cubicBezTo>
                  <a:pt x="7397244" y="370557"/>
                  <a:pt x="7196413" y="351148"/>
                  <a:pt x="7062785" y="346441"/>
                </a:cubicBezTo>
                <a:cubicBezTo>
                  <a:pt x="6929157" y="341734"/>
                  <a:pt x="6805461" y="350892"/>
                  <a:pt x="6574810" y="346441"/>
                </a:cubicBezTo>
                <a:cubicBezTo>
                  <a:pt x="6344160" y="341990"/>
                  <a:pt x="6170485" y="361987"/>
                  <a:pt x="5778642" y="346441"/>
                </a:cubicBezTo>
                <a:cubicBezTo>
                  <a:pt x="5386799" y="330895"/>
                  <a:pt x="5448582" y="355888"/>
                  <a:pt x="5213619" y="346441"/>
                </a:cubicBezTo>
                <a:cubicBezTo>
                  <a:pt x="4978656" y="336994"/>
                  <a:pt x="4829399" y="361042"/>
                  <a:pt x="4648596" y="346441"/>
                </a:cubicBezTo>
                <a:cubicBezTo>
                  <a:pt x="4467793" y="331840"/>
                  <a:pt x="4351246" y="355134"/>
                  <a:pt x="4237671" y="346441"/>
                </a:cubicBezTo>
                <a:cubicBezTo>
                  <a:pt x="4124097" y="337748"/>
                  <a:pt x="3912666" y="320603"/>
                  <a:pt x="3672648" y="346441"/>
                </a:cubicBezTo>
                <a:cubicBezTo>
                  <a:pt x="3432630" y="372279"/>
                  <a:pt x="3205202" y="385421"/>
                  <a:pt x="2876480" y="346441"/>
                </a:cubicBezTo>
                <a:cubicBezTo>
                  <a:pt x="2547758" y="307461"/>
                  <a:pt x="2491985" y="326998"/>
                  <a:pt x="2234408" y="346441"/>
                </a:cubicBezTo>
                <a:cubicBezTo>
                  <a:pt x="1976831" y="365884"/>
                  <a:pt x="1878088" y="339852"/>
                  <a:pt x="1746434" y="346441"/>
                </a:cubicBezTo>
                <a:cubicBezTo>
                  <a:pt x="1614780" y="353030"/>
                  <a:pt x="1458293" y="356625"/>
                  <a:pt x="1335508" y="346441"/>
                </a:cubicBezTo>
                <a:cubicBezTo>
                  <a:pt x="1212723" y="336257"/>
                  <a:pt x="657584" y="308808"/>
                  <a:pt x="0" y="346441"/>
                </a:cubicBezTo>
                <a:cubicBezTo>
                  <a:pt x="15407" y="186311"/>
                  <a:pt x="-14393" y="165470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zh-TW" altLang="en-US" sz="1400" dirty="0">
                <a:solidFill>
                  <a:srgbClr val="0000FF"/>
                </a:solidFill>
              </a:rPr>
              <a:t>為客戶</a:t>
            </a:r>
            <a:r>
              <a:rPr lang="en-US" altLang="zh-TW" sz="1400" dirty="0">
                <a:solidFill>
                  <a:srgbClr val="0000FF"/>
                </a:solidFill>
              </a:rPr>
              <a:t>ECO</a:t>
            </a:r>
            <a:r>
              <a:rPr lang="zh-TW" altLang="en-US" sz="1400" dirty="0">
                <a:solidFill>
                  <a:srgbClr val="0000FF"/>
                </a:solidFill>
              </a:rPr>
              <a:t>流程，在物管簽核關卡需填寫”起始導入製令單號”，如圖表</a:t>
            </a:r>
            <a:r>
              <a:rPr lang="en-US" altLang="zh-TW" sz="1400" dirty="0">
                <a:solidFill>
                  <a:srgbClr val="0000FF"/>
                </a:solidFill>
              </a:rPr>
              <a:t>1~3</a:t>
            </a:r>
            <a:r>
              <a:rPr lang="zh-TW" altLang="en-US" sz="1400" dirty="0">
                <a:solidFill>
                  <a:srgbClr val="0000FF"/>
                </a:solidFill>
              </a:rPr>
              <a:t>說明</a:t>
            </a:r>
          </a:p>
        </p:txBody>
      </p:sp>
      <p:pic>
        <p:nvPicPr>
          <p:cNvPr id="33796" name="圖片 2">
            <a:extLst>
              <a:ext uri="{FF2B5EF4-FFF2-40B4-BE49-F238E27FC236}">
                <a16:creationId xmlns:a16="http://schemas.microsoft.com/office/drawing/2014/main" id="{22591F47-FE18-797C-1E27-0465B0AF0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125538"/>
            <a:ext cx="7634287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>
            <a:extLst>
              <a:ext uri="{FF2B5EF4-FFF2-40B4-BE49-F238E27FC236}">
                <a16:creationId xmlns:a16="http://schemas.microsoft.com/office/drawing/2014/main" id="{458DA7D1-9446-2AD1-2261-86AC015CA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廠商先行備料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採購簽核填寫說明</a:t>
            </a:r>
          </a:p>
        </p:txBody>
      </p:sp>
      <p:pic>
        <p:nvPicPr>
          <p:cNvPr id="34819" name="圖片 5">
            <a:extLst>
              <a:ext uri="{FF2B5EF4-FFF2-40B4-BE49-F238E27FC236}">
                <a16:creationId xmlns:a16="http://schemas.microsoft.com/office/drawing/2014/main" id="{74570F32-FBF1-193F-8BC1-2B15947FA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7"/>
          <a:stretch>
            <a:fillRect/>
          </a:stretch>
        </p:blipFill>
        <p:spPr bwMode="auto">
          <a:xfrm>
            <a:off x="900113" y="765175"/>
            <a:ext cx="7254875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BA75CE4-A39A-543C-772B-DAFE4907E7C3}"/>
              </a:ext>
            </a:extLst>
          </p:cNvPr>
          <p:cNvSpPr txBox="1"/>
          <p:nvPr/>
        </p:nvSpPr>
        <p:spPr>
          <a:xfrm>
            <a:off x="908050" y="5638800"/>
            <a:ext cx="7469188" cy="90805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料號刪除用量為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時，系統會自動依料號大分類加簽採購負責人員，採購簽核時必須至刪除料號的廠商先行備料欄位填寫數量，如圖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1~4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說明，若未填寫系統則會發出提示卡傳送</a:t>
            </a:r>
            <a:endParaRPr lang="en-US" altLang="zh-TW" sz="1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00"/>
              </a:lnSpc>
              <a:defRPr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※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採購負責人員異動，需提供明細由</a:t>
            </a:r>
            <a:r>
              <a:rPr lang="en-US" altLang="zh-TW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</a:t>
            </a:r>
            <a:r>
              <a:rPr lang="zh-TW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做修改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標題 1">
            <a:extLst>
              <a:ext uri="{FF2B5EF4-FFF2-40B4-BE49-F238E27FC236}">
                <a16:creationId xmlns:a16="http://schemas.microsoft.com/office/drawing/2014/main" id="{3C687774-9446-A863-551F-C0DD0C11D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表單取回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&amp;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撤銷表單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1918ABB-0D74-C710-2661-AD32E8EEE9A9}"/>
              </a:ext>
            </a:extLst>
          </p:cNvPr>
          <p:cNvSpPr txBox="1"/>
          <p:nvPr/>
        </p:nvSpPr>
        <p:spPr>
          <a:xfrm>
            <a:off x="539750" y="4781550"/>
            <a:ext cx="4392613" cy="1755775"/>
          </a:xfrm>
          <a:custGeom>
            <a:avLst/>
            <a:gdLst>
              <a:gd name="connsiteX0" fmla="*/ 0 w 4392488"/>
              <a:gd name="connsiteY0" fmla="*/ 0 h 1757084"/>
              <a:gd name="connsiteX1" fmla="*/ 583573 w 4392488"/>
              <a:gd name="connsiteY1" fmla="*/ 0 h 1757084"/>
              <a:gd name="connsiteX2" fmla="*/ 1079297 w 4392488"/>
              <a:gd name="connsiteY2" fmla="*/ 0 h 1757084"/>
              <a:gd name="connsiteX3" fmla="*/ 1794645 w 4392488"/>
              <a:gd name="connsiteY3" fmla="*/ 0 h 1757084"/>
              <a:gd name="connsiteX4" fmla="*/ 2290369 w 4392488"/>
              <a:gd name="connsiteY4" fmla="*/ 0 h 1757084"/>
              <a:gd name="connsiteX5" fmla="*/ 3005717 w 4392488"/>
              <a:gd name="connsiteY5" fmla="*/ 0 h 1757084"/>
              <a:gd name="connsiteX6" fmla="*/ 3721065 w 4392488"/>
              <a:gd name="connsiteY6" fmla="*/ 0 h 1757084"/>
              <a:gd name="connsiteX7" fmla="*/ 4392488 w 4392488"/>
              <a:gd name="connsiteY7" fmla="*/ 0 h 1757084"/>
              <a:gd name="connsiteX8" fmla="*/ 4392488 w 4392488"/>
              <a:gd name="connsiteY8" fmla="*/ 585695 h 1757084"/>
              <a:gd name="connsiteX9" fmla="*/ 4392488 w 4392488"/>
              <a:gd name="connsiteY9" fmla="*/ 1171389 h 1757084"/>
              <a:gd name="connsiteX10" fmla="*/ 4392488 w 4392488"/>
              <a:gd name="connsiteY10" fmla="*/ 1757084 h 1757084"/>
              <a:gd name="connsiteX11" fmla="*/ 3896764 w 4392488"/>
              <a:gd name="connsiteY11" fmla="*/ 1757084 h 1757084"/>
              <a:gd name="connsiteX12" fmla="*/ 3225341 w 4392488"/>
              <a:gd name="connsiteY12" fmla="*/ 1757084 h 1757084"/>
              <a:gd name="connsiteX13" fmla="*/ 2641768 w 4392488"/>
              <a:gd name="connsiteY13" fmla="*/ 1757084 h 1757084"/>
              <a:gd name="connsiteX14" fmla="*/ 2146044 w 4392488"/>
              <a:gd name="connsiteY14" fmla="*/ 1757084 h 1757084"/>
              <a:gd name="connsiteX15" fmla="*/ 1518546 w 4392488"/>
              <a:gd name="connsiteY15" fmla="*/ 1757084 h 1757084"/>
              <a:gd name="connsiteX16" fmla="*/ 803198 w 4392488"/>
              <a:gd name="connsiteY16" fmla="*/ 1757084 h 1757084"/>
              <a:gd name="connsiteX17" fmla="*/ 0 w 4392488"/>
              <a:gd name="connsiteY17" fmla="*/ 1757084 h 1757084"/>
              <a:gd name="connsiteX18" fmla="*/ 0 w 4392488"/>
              <a:gd name="connsiteY18" fmla="*/ 1206531 h 1757084"/>
              <a:gd name="connsiteX19" fmla="*/ 0 w 4392488"/>
              <a:gd name="connsiteY19" fmla="*/ 585695 h 1757084"/>
              <a:gd name="connsiteX20" fmla="*/ 0 w 4392488"/>
              <a:gd name="connsiteY20" fmla="*/ 0 h 17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392488" h="1757084" fill="none" extrusionOk="0">
                <a:moveTo>
                  <a:pt x="0" y="0"/>
                </a:moveTo>
                <a:cubicBezTo>
                  <a:pt x="127143" y="24871"/>
                  <a:pt x="452238" y="-3051"/>
                  <a:pt x="583573" y="0"/>
                </a:cubicBezTo>
                <a:cubicBezTo>
                  <a:pt x="714908" y="3051"/>
                  <a:pt x="847273" y="-10874"/>
                  <a:pt x="1079297" y="0"/>
                </a:cubicBezTo>
                <a:cubicBezTo>
                  <a:pt x="1311321" y="10874"/>
                  <a:pt x="1483570" y="33419"/>
                  <a:pt x="1794645" y="0"/>
                </a:cubicBezTo>
                <a:cubicBezTo>
                  <a:pt x="2105720" y="-33419"/>
                  <a:pt x="2064015" y="23180"/>
                  <a:pt x="2290369" y="0"/>
                </a:cubicBezTo>
                <a:cubicBezTo>
                  <a:pt x="2516723" y="-23180"/>
                  <a:pt x="2846154" y="14085"/>
                  <a:pt x="3005717" y="0"/>
                </a:cubicBezTo>
                <a:cubicBezTo>
                  <a:pt x="3165280" y="-14085"/>
                  <a:pt x="3499074" y="1028"/>
                  <a:pt x="3721065" y="0"/>
                </a:cubicBezTo>
                <a:cubicBezTo>
                  <a:pt x="3943056" y="-1028"/>
                  <a:pt x="4242833" y="-31821"/>
                  <a:pt x="4392488" y="0"/>
                </a:cubicBezTo>
                <a:cubicBezTo>
                  <a:pt x="4394543" y="166967"/>
                  <a:pt x="4408432" y="363970"/>
                  <a:pt x="4392488" y="585695"/>
                </a:cubicBezTo>
                <a:cubicBezTo>
                  <a:pt x="4376544" y="807421"/>
                  <a:pt x="4364486" y="1009890"/>
                  <a:pt x="4392488" y="1171389"/>
                </a:cubicBezTo>
                <a:cubicBezTo>
                  <a:pt x="4420490" y="1332888"/>
                  <a:pt x="4378071" y="1584092"/>
                  <a:pt x="4392488" y="1757084"/>
                </a:cubicBezTo>
                <a:cubicBezTo>
                  <a:pt x="4242083" y="1743928"/>
                  <a:pt x="4067696" y="1753319"/>
                  <a:pt x="3896764" y="1757084"/>
                </a:cubicBezTo>
                <a:cubicBezTo>
                  <a:pt x="3725832" y="1760849"/>
                  <a:pt x="3376884" y="1766667"/>
                  <a:pt x="3225341" y="1757084"/>
                </a:cubicBezTo>
                <a:cubicBezTo>
                  <a:pt x="3073798" y="1747501"/>
                  <a:pt x="2775883" y="1780029"/>
                  <a:pt x="2641768" y="1757084"/>
                </a:cubicBezTo>
                <a:cubicBezTo>
                  <a:pt x="2507653" y="1734139"/>
                  <a:pt x="2378214" y="1781832"/>
                  <a:pt x="2146044" y="1757084"/>
                </a:cubicBezTo>
                <a:cubicBezTo>
                  <a:pt x="1913874" y="1732336"/>
                  <a:pt x="1808072" y="1754090"/>
                  <a:pt x="1518546" y="1757084"/>
                </a:cubicBezTo>
                <a:cubicBezTo>
                  <a:pt x="1229020" y="1760078"/>
                  <a:pt x="1091130" y="1723675"/>
                  <a:pt x="803198" y="1757084"/>
                </a:cubicBezTo>
                <a:cubicBezTo>
                  <a:pt x="515266" y="1790493"/>
                  <a:pt x="189977" y="1723655"/>
                  <a:pt x="0" y="1757084"/>
                </a:cubicBezTo>
                <a:cubicBezTo>
                  <a:pt x="21105" y="1515447"/>
                  <a:pt x="26328" y="1327186"/>
                  <a:pt x="0" y="1206531"/>
                </a:cubicBezTo>
                <a:cubicBezTo>
                  <a:pt x="-26328" y="1085876"/>
                  <a:pt x="-7023" y="842117"/>
                  <a:pt x="0" y="585695"/>
                </a:cubicBezTo>
                <a:cubicBezTo>
                  <a:pt x="7023" y="329273"/>
                  <a:pt x="-1120" y="253875"/>
                  <a:pt x="0" y="0"/>
                </a:cubicBezTo>
                <a:close/>
              </a:path>
              <a:path w="4392488" h="1757084" stroke="0" extrusionOk="0">
                <a:moveTo>
                  <a:pt x="0" y="0"/>
                </a:moveTo>
                <a:cubicBezTo>
                  <a:pt x="153977" y="-21868"/>
                  <a:pt x="331452" y="661"/>
                  <a:pt x="583573" y="0"/>
                </a:cubicBezTo>
                <a:cubicBezTo>
                  <a:pt x="835694" y="-661"/>
                  <a:pt x="999966" y="-4577"/>
                  <a:pt x="1123222" y="0"/>
                </a:cubicBezTo>
                <a:cubicBezTo>
                  <a:pt x="1246478" y="4577"/>
                  <a:pt x="1555160" y="-4142"/>
                  <a:pt x="1706795" y="0"/>
                </a:cubicBezTo>
                <a:cubicBezTo>
                  <a:pt x="1858430" y="4142"/>
                  <a:pt x="2106956" y="-23317"/>
                  <a:pt x="2334294" y="0"/>
                </a:cubicBezTo>
                <a:cubicBezTo>
                  <a:pt x="2561632" y="23317"/>
                  <a:pt x="2794842" y="16198"/>
                  <a:pt x="2961792" y="0"/>
                </a:cubicBezTo>
                <a:cubicBezTo>
                  <a:pt x="3128742" y="-16198"/>
                  <a:pt x="3433924" y="13907"/>
                  <a:pt x="3633215" y="0"/>
                </a:cubicBezTo>
                <a:cubicBezTo>
                  <a:pt x="3832506" y="-13907"/>
                  <a:pt x="4060520" y="30447"/>
                  <a:pt x="4392488" y="0"/>
                </a:cubicBezTo>
                <a:cubicBezTo>
                  <a:pt x="4390655" y="268330"/>
                  <a:pt x="4416056" y="406789"/>
                  <a:pt x="4392488" y="603266"/>
                </a:cubicBezTo>
                <a:cubicBezTo>
                  <a:pt x="4368920" y="799743"/>
                  <a:pt x="4420033" y="974613"/>
                  <a:pt x="4392488" y="1224102"/>
                </a:cubicBezTo>
                <a:cubicBezTo>
                  <a:pt x="4364943" y="1473591"/>
                  <a:pt x="4395925" y="1526249"/>
                  <a:pt x="4392488" y="1757084"/>
                </a:cubicBezTo>
                <a:cubicBezTo>
                  <a:pt x="4278924" y="1766417"/>
                  <a:pt x="4081352" y="1781812"/>
                  <a:pt x="3896764" y="1757084"/>
                </a:cubicBezTo>
                <a:cubicBezTo>
                  <a:pt x="3712176" y="1732356"/>
                  <a:pt x="3335803" y="1738496"/>
                  <a:pt x="3181416" y="1757084"/>
                </a:cubicBezTo>
                <a:cubicBezTo>
                  <a:pt x="3027029" y="1775672"/>
                  <a:pt x="2680576" y="1759572"/>
                  <a:pt x="2466068" y="1757084"/>
                </a:cubicBezTo>
                <a:cubicBezTo>
                  <a:pt x="2251560" y="1754596"/>
                  <a:pt x="2041706" y="1765736"/>
                  <a:pt x="1750720" y="1757084"/>
                </a:cubicBezTo>
                <a:cubicBezTo>
                  <a:pt x="1459734" y="1748432"/>
                  <a:pt x="1458781" y="1738049"/>
                  <a:pt x="1254997" y="1757084"/>
                </a:cubicBezTo>
                <a:cubicBezTo>
                  <a:pt x="1051213" y="1776119"/>
                  <a:pt x="826343" y="1782280"/>
                  <a:pt x="539649" y="1757084"/>
                </a:cubicBezTo>
                <a:cubicBezTo>
                  <a:pt x="252955" y="1731888"/>
                  <a:pt x="219781" y="1736938"/>
                  <a:pt x="0" y="1757084"/>
                </a:cubicBezTo>
                <a:cubicBezTo>
                  <a:pt x="6548" y="1514282"/>
                  <a:pt x="15405" y="1481643"/>
                  <a:pt x="0" y="1224102"/>
                </a:cubicBezTo>
                <a:cubicBezTo>
                  <a:pt x="-15405" y="966561"/>
                  <a:pt x="13839" y="802173"/>
                  <a:pt x="0" y="691120"/>
                </a:cubicBezTo>
                <a:cubicBezTo>
                  <a:pt x="-13839" y="580067"/>
                  <a:pt x="51" y="161777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180975" indent="-180975">
              <a:lnSpc>
                <a:spcPts val="2200"/>
              </a:lnSpc>
              <a:buFontTx/>
              <a:buAutoNum type="arabicPeriod"/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點選表單追蹤</a:t>
            </a:r>
            <a:r>
              <a:rPr lang="en-US" altLang="zh-TW" sz="1400" dirty="0" bmk="">
                <a:solidFill>
                  <a:srgbClr val="FF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zh-TW" altLang="en-US" sz="1400" dirty="0" bmk="">
                <a:solidFill>
                  <a:srgbClr val="FF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取回重辦</a:t>
            </a:r>
            <a:r>
              <a:rPr lang="en-US" altLang="zh-TW" sz="1400" dirty="0" bmk="">
                <a:solidFill>
                  <a:srgbClr val="FF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TW" altLang="en-US" sz="1400" dirty="0" bmk="">
              <a:solidFill>
                <a:srgbClr val="FF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80975" indent="-180975">
              <a:lnSpc>
                <a:spcPts val="2200"/>
              </a:lnSpc>
              <a:buFontTx/>
              <a:buAutoNum type="arabicPeriod"/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選取要取回的表單</a:t>
            </a:r>
          </a:p>
          <a:p>
            <a:pPr marL="180975" indent="-180975">
              <a:lnSpc>
                <a:spcPts val="2200"/>
              </a:lnSpc>
              <a:buFontTx/>
              <a:buAutoNum type="arabicPeriod"/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點選”取回重辦”圖式</a:t>
            </a:r>
          </a:p>
          <a:p>
            <a:pPr marL="180975" indent="-180975">
              <a:lnSpc>
                <a:spcPts val="2200"/>
              </a:lnSpc>
              <a:buFontTx/>
              <a:buAutoNum type="arabicPeriod"/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按確定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※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在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DCC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第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次簽核第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500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關卡時，不允許申請人、簽核者取回重辦表單</a:t>
            </a:r>
          </a:p>
        </p:txBody>
      </p:sp>
      <p:pic>
        <p:nvPicPr>
          <p:cNvPr id="35844" name="圖片 3">
            <a:extLst>
              <a:ext uri="{FF2B5EF4-FFF2-40B4-BE49-F238E27FC236}">
                <a16:creationId xmlns:a16="http://schemas.microsoft.com/office/drawing/2014/main" id="{2E2A7987-5675-E2FD-A334-3A5B01828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841375"/>
            <a:ext cx="7720012" cy="153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圖: 程序 4">
            <a:extLst>
              <a:ext uri="{FF2B5EF4-FFF2-40B4-BE49-F238E27FC236}">
                <a16:creationId xmlns:a16="http://schemas.microsoft.com/office/drawing/2014/main" id="{D6A40A88-6A78-53CE-FBD4-2BD574D38B7E}"/>
              </a:ext>
            </a:extLst>
          </p:cNvPr>
          <p:cNvSpPr/>
          <p:nvPr/>
        </p:nvSpPr>
        <p:spPr>
          <a:xfrm>
            <a:off x="611188" y="1978025"/>
            <a:ext cx="7720012" cy="227013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pic>
        <p:nvPicPr>
          <p:cNvPr id="35846" name="圖片 5" descr="一張含有 文字, 螢幕擷取畫面, 軟體, 數字 的圖片&#10;&#10;自動產生的描述">
            <a:extLst>
              <a:ext uri="{FF2B5EF4-FFF2-40B4-BE49-F238E27FC236}">
                <a16:creationId xmlns:a16="http://schemas.microsoft.com/office/drawing/2014/main" id="{C9C339EC-C4CB-5757-CCDA-657482623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2517225"/>
            <a:ext cx="3113087" cy="220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流程圖: 程序 6">
            <a:extLst>
              <a:ext uri="{FF2B5EF4-FFF2-40B4-BE49-F238E27FC236}">
                <a16:creationId xmlns:a16="http://schemas.microsoft.com/office/drawing/2014/main" id="{4306F46F-DE08-863B-C832-4A96CCDED90E}"/>
              </a:ext>
            </a:extLst>
          </p:cNvPr>
          <p:cNvSpPr/>
          <p:nvPr/>
        </p:nvSpPr>
        <p:spPr>
          <a:xfrm>
            <a:off x="1187450" y="2762250"/>
            <a:ext cx="307975" cy="20320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10" name="流程圖: 程序 9">
            <a:extLst>
              <a:ext uri="{FF2B5EF4-FFF2-40B4-BE49-F238E27FC236}">
                <a16:creationId xmlns:a16="http://schemas.microsoft.com/office/drawing/2014/main" id="{7D2E07D3-B0AD-123D-10F7-C6986D44FF58}"/>
              </a:ext>
            </a:extLst>
          </p:cNvPr>
          <p:cNvSpPr/>
          <p:nvPr/>
        </p:nvSpPr>
        <p:spPr>
          <a:xfrm>
            <a:off x="7885113" y="849313"/>
            <a:ext cx="358775" cy="274637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35849" name="Text Box 11">
            <a:extLst>
              <a:ext uri="{FF2B5EF4-FFF2-40B4-BE49-F238E27FC236}">
                <a16:creationId xmlns:a16="http://schemas.microsoft.com/office/drawing/2014/main" id="{688D7ED8-18F2-7EBE-C8DB-8EDDC7C048A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388350" y="1958975"/>
            <a:ext cx="23495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2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35850" name="Text Box 11">
            <a:extLst>
              <a:ext uri="{FF2B5EF4-FFF2-40B4-BE49-F238E27FC236}">
                <a16:creationId xmlns:a16="http://schemas.microsoft.com/office/drawing/2014/main" id="{0FBBD8CC-B7B7-B5A2-ABA2-6B04E855A9B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763713" y="4121150"/>
            <a:ext cx="2190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35851" name="Text Box 11">
            <a:extLst>
              <a:ext uri="{FF2B5EF4-FFF2-40B4-BE49-F238E27FC236}">
                <a16:creationId xmlns:a16="http://schemas.microsoft.com/office/drawing/2014/main" id="{69A4BAA4-940F-C547-024C-1E4974FBB3B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574800" y="3003550"/>
            <a:ext cx="219075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17" name="流程圖: 程序 16">
            <a:extLst>
              <a:ext uri="{FF2B5EF4-FFF2-40B4-BE49-F238E27FC236}">
                <a16:creationId xmlns:a16="http://schemas.microsoft.com/office/drawing/2014/main" id="{F356A858-52B1-3E62-A579-CD85630C36B5}"/>
              </a:ext>
            </a:extLst>
          </p:cNvPr>
          <p:cNvSpPr/>
          <p:nvPr/>
        </p:nvSpPr>
        <p:spPr>
          <a:xfrm>
            <a:off x="1414463" y="4321175"/>
            <a:ext cx="698500" cy="20320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CD5492B-E265-9F01-74BF-C14E5D543744}"/>
              </a:ext>
            </a:extLst>
          </p:cNvPr>
          <p:cNvSpPr txBox="1"/>
          <p:nvPr/>
        </p:nvSpPr>
        <p:spPr>
          <a:xfrm>
            <a:off x="5003800" y="4781550"/>
            <a:ext cx="3690938" cy="1755775"/>
          </a:xfrm>
          <a:custGeom>
            <a:avLst/>
            <a:gdLst>
              <a:gd name="connsiteX0" fmla="*/ 0 w 3690654"/>
              <a:gd name="connsiteY0" fmla="*/ 0 h 1757084"/>
              <a:gd name="connsiteX1" fmla="*/ 504389 w 3690654"/>
              <a:gd name="connsiteY1" fmla="*/ 0 h 1757084"/>
              <a:gd name="connsiteX2" fmla="*/ 1119498 w 3690654"/>
              <a:gd name="connsiteY2" fmla="*/ 0 h 1757084"/>
              <a:gd name="connsiteX3" fmla="*/ 1697701 w 3690654"/>
              <a:gd name="connsiteY3" fmla="*/ 0 h 1757084"/>
              <a:gd name="connsiteX4" fmla="*/ 2202090 w 3690654"/>
              <a:gd name="connsiteY4" fmla="*/ 0 h 1757084"/>
              <a:gd name="connsiteX5" fmla="*/ 2891012 w 3690654"/>
              <a:gd name="connsiteY5" fmla="*/ 0 h 1757084"/>
              <a:gd name="connsiteX6" fmla="*/ 3690654 w 3690654"/>
              <a:gd name="connsiteY6" fmla="*/ 0 h 1757084"/>
              <a:gd name="connsiteX7" fmla="*/ 3690654 w 3690654"/>
              <a:gd name="connsiteY7" fmla="*/ 620836 h 1757084"/>
              <a:gd name="connsiteX8" fmla="*/ 3690654 w 3690654"/>
              <a:gd name="connsiteY8" fmla="*/ 1153818 h 1757084"/>
              <a:gd name="connsiteX9" fmla="*/ 3690654 w 3690654"/>
              <a:gd name="connsiteY9" fmla="*/ 1757084 h 1757084"/>
              <a:gd name="connsiteX10" fmla="*/ 3075545 w 3690654"/>
              <a:gd name="connsiteY10" fmla="*/ 1757084 h 1757084"/>
              <a:gd name="connsiteX11" fmla="*/ 2534249 w 3690654"/>
              <a:gd name="connsiteY11" fmla="*/ 1757084 h 1757084"/>
              <a:gd name="connsiteX12" fmla="*/ 2029860 w 3690654"/>
              <a:gd name="connsiteY12" fmla="*/ 1757084 h 1757084"/>
              <a:gd name="connsiteX13" fmla="*/ 1340938 w 3690654"/>
              <a:gd name="connsiteY13" fmla="*/ 1757084 h 1757084"/>
              <a:gd name="connsiteX14" fmla="*/ 688922 w 3690654"/>
              <a:gd name="connsiteY14" fmla="*/ 1757084 h 1757084"/>
              <a:gd name="connsiteX15" fmla="*/ 0 w 3690654"/>
              <a:gd name="connsiteY15" fmla="*/ 1757084 h 1757084"/>
              <a:gd name="connsiteX16" fmla="*/ 0 w 3690654"/>
              <a:gd name="connsiteY16" fmla="*/ 1224102 h 1757084"/>
              <a:gd name="connsiteX17" fmla="*/ 0 w 3690654"/>
              <a:gd name="connsiteY17" fmla="*/ 638407 h 1757084"/>
              <a:gd name="connsiteX18" fmla="*/ 0 w 3690654"/>
              <a:gd name="connsiteY18" fmla="*/ 0 h 17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90654" h="1757084" fill="none" extrusionOk="0">
                <a:moveTo>
                  <a:pt x="0" y="0"/>
                </a:moveTo>
                <a:cubicBezTo>
                  <a:pt x="240135" y="-7248"/>
                  <a:pt x="351816" y="-15378"/>
                  <a:pt x="504389" y="0"/>
                </a:cubicBezTo>
                <a:cubicBezTo>
                  <a:pt x="656962" y="15378"/>
                  <a:pt x="817881" y="-3378"/>
                  <a:pt x="1119498" y="0"/>
                </a:cubicBezTo>
                <a:cubicBezTo>
                  <a:pt x="1421115" y="3378"/>
                  <a:pt x="1512740" y="8814"/>
                  <a:pt x="1697701" y="0"/>
                </a:cubicBezTo>
                <a:cubicBezTo>
                  <a:pt x="1882662" y="-8814"/>
                  <a:pt x="2092921" y="-10559"/>
                  <a:pt x="2202090" y="0"/>
                </a:cubicBezTo>
                <a:cubicBezTo>
                  <a:pt x="2311259" y="10559"/>
                  <a:pt x="2554913" y="22901"/>
                  <a:pt x="2891012" y="0"/>
                </a:cubicBezTo>
                <a:cubicBezTo>
                  <a:pt x="3227111" y="-22901"/>
                  <a:pt x="3310636" y="11691"/>
                  <a:pt x="3690654" y="0"/>
                </a:cubicBezTo>
                <a:cubicBezTo>
                  <a:pt x="3706409" y="234683"/>
                  <a:pt x="3719444" y="348337"/>
                  <a:pt x="3690654" y="620836"/>
                </a:cubicBezTo>
                <a:cubicBezTo>
                  <a:pt x="3661864" y="893335"/>
                  <a:pt x="3701577" y="1039946"/>
                  <a:pt x="3690654" y="1153818"/>
                </a:cubicBezTo>
                <a:cubicBezTo>
                  <a:pt x="3679731" y="1267690"/>
                  <a:pt x="3701370" y="1614805"/>
                  <a:pt x="3690654" y="1757084"/>
                </a:cubicBezTo>
                <a:cubicBezTo>
                  <a:pt x="3410326" y="1743724"/>
                  <a:pt x="3223821" y="1767195"/>
                  <a:pt x="3075545" y="1757084"/>
                </a:cubicBezTo>
                <a:cubicBezTo>
                  <a:pt x="2927269" y="1746973"/>
                  <a:pt x="2793354" y="1732209"/>
                  <a:pt x="2534249" y="1757084"/>
                </a:cubicBezTo>
                <a:cubicBezTo>
                  <a:pt x="2275144" y="1781959"/>
                  <a:pt x="2251252" y="1781907"/>
                  <a:pt x="2029860" y="1757084"/>
                </a:cubicBezTo>
                <a:cubicBezTo>
                  <a:pt x="1808468" y="1732261"/>
                  <a:pt x="1674668" y="1779773"/>
                  <a:pt x="1340938" y="1757084"/>
                </a:cubicBezTo>
                <a:cubicBezTo>
                  <a:pt x="1007208" y="1734395"/>
                  <a:pt x="897862" y="1725986"/>
                  <a:pt x="688922" y="1757084"/>
                </a:cubicBezTo>
                <a:cubicBezTo>
                  <a:pt x="479982" y="1788182"/>
                  <a:pt x="261993" y="1730815"/>
                  <a:pt x="0" y="1757084"/>
                </a:cubicBezTo>
                <a:cubicBezTo>
                  <a:pt x="11953" y="1537744"/>
                  <a:pt x="16062" y="1471000"/>
                  <a:pt x="0" y="1224102"/>
                </a:cubicBezTo>
                <a:cubicBezTo>
                  <a:pt x="-16062" y="977204"/>
                  <a:pt x="10426" y="911437"/>
                  <a:pt x="0" y="638407"/>
                </a:cubicBezTo>
                <a:cubicBezTo>
                  <a:pt x="-10426" y="365378"/>
                  <a:pt x="-21801" y="260719"/>
                  <a:pt x="0" y="0"/>
                </a:cubicBezTo>
                <a:close/>
              </a:path>
              <a:path w="3690654" h="1757084" stroke="0" extrusionOk="0">
                <a:moveTo>
                  <a:pt x="0" y="0"/>
                </a:moveTo>
                <a:cubicBezTo>
                  <a:pt x="170681" y="-3025"/>
                  <a:pt x="353875" y="-10339"/>
                  <a:pt x="578202" y="0"/>
                </a:cubicBezTo>
                <a:cubicBezTo>
                  <a:pt x="802529" y="10339"/>
                  <a:pt x="933785" y="994"/>
                  <a:pt x="1119498" y="0"/>
                </a:cubicBezTo>
                <a:cubicBezTo>
                  <a:pt x="1305211" y="-994"/>
                  <a:pt x="1490630" y="-10424"/>
                  <a:pt x="1697701" y="0"/>
                </a:cubicBezTo>
                <a:cubicBezTo>
                  <a:pt x="1904772" y="10424"/>
                  <a:pt x="2019551" y="-1090"/>
                  <a:pt x="2312810" y="0"/>
                </a:cubicBezTo>
                <a:cubicBezTo>
                  <a:pt x="2606069" y="1090"/>
                  <a:pt x="2709604" y="-15231"/>
                  <a:pt x="2927919" y="0"/>
                </a:cubicBezTo>
                <a:cubicBezTo>
                  <a:pt x="3146234" y="15231"/>
                  <a:pt x="3347396" y="37997"/>
                  <a:pt x="3690654" y="0"/>
                </a:cubicBezTo>
                <a:cubicBezTo>
                  <a:pt x="3685518" y="114632"/>
                  <a:pt x="3717562" y="436630"/>
                  <a:pt x="3690654" y="550553"/>
                </a:cubicBezTo>
                <a:cubicBezTo>
                  <a:pt x="3663746" y="664476"/>
                  <a:pt x="3701947" y="926733"/>
                  <a:pt x="3690654" y="1101106"/>
                </a:cubicBezTo>
                <a:cubicBezTo>
                  <a:pt x="3679361" y="1275479"/>
                  <a:pt x="3713200" y="1573741"/>
                  <a:pt x="3690654" y="1757084"/>
                </a:cubicBezTo>
                <a:cubicBezTo>
                  <a:pt x="3535308" y="1736687"/>
                  <a:pt x="3264287" y="1773120"/>
                  <a:pt x="3149358" y="1757084"/>
                </a:cubicBezTo>
                <a:cubicBezTo>
                  <a:pt x="3034429" y="1741048"/>
                  <a:pt x="2742540" y="1780037"/>
                  <a:pt x="2608062" y="1757084"/>
                </a:cubicBezTo>
                <a:cubicBezTo>
                  <a:pt x="2473584" y="1734131"/>
                  <a:pt x="2220360" y="1772696"/>
                  <a:pt x="1919140" y="1757084"/>
                </a:cubicBezTo>
                <a:cubicBezTo>
                  <a:pt x="1617920" y="1741472"/>
                  <a:pt x="1545860" y="1738764"/>
                  <a:pt x="1230218" y="1757084"/>
                </a:cubicBezTo>
                <a:cubicBezTo>
                  <a:pt x="914576" y="1775404"/>
                  <a:pt x="798002" y="1777115"/>
                  <a:pt x="541296" y="1757084"/>
                </a:cubicBezTo>
                <a:cubicBezTo>
                  <a:pt x="284590" y="1737053"/>
                  <a:pt x="267580" y="1752320"/>
                  <a:pt x="0" y="1757084"/>
                </a:cubicBezTo>
                <a:cubicBezTo>
                  <a:pt x="6980" y="1560716"/>
                  <a:pt x="13459" y="1403951"/>
                  <a:pt x="0" y="1136248"/>
                </a:cubicBezTo>
                <a:cubicBezTo>
                  <a:pt x="-13459" y="868545"/>
                  <a:pt x="9122" y="727812"/>
                  <a:pt x="0" y="515411"/>
                </a:cubicBezTo>
                <a:cubicBezTo>
                  <a:pt x="-9122" y="303010"/>
                  <a:pt x="-6835" y="253814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180975" indent="-180975">
              <a:lnSpc>
                <a:spcPts val="2200"/>
              </a:lnSpc>
              <a:buFontTx/>
              <a:buAutoNum type="arabicPeriod"/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點選表單追蹤</a:t>
            </a:r>
            <a:r>
              <a:rPr lang="en-US" altLang="zh-TW" sz="1400" dirty="0" bmk="">
                <a:solidFill>
                  <a:srgbClr val="FF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</a:t>
            </a:r>
            <a:r>
              <a:rPr lang="zh-TW" altLang="en-US" sz="1400" dirty="0" bmk="">
                <a:solidFill>
                  <a:srgbClr val="FF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撤銷表單</a:t>
            </a:r>
            <a:r>
              <a:rPr lang="en-US" altLang="zh-TW" sz="1400" dirty="0" bmk="">
                <a:solidFill>
                  <a:srgbClr val="FF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zh-TW" altLang="en-US" sz="1400" dirty="0" bmk="">
              <a:solidFill>
                <a:srgbClr val="FF00FF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80975" indent="-180975">
              <a:lnSpc>
                <a:spcPts val="2200"/>
              </a:lnSpc>
              <a:buFontTx/>
              <a:buAutoNum type="arabicPeriod"/>
              <a:defRPr/>
            </a:pP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選取要撤銷的表單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3-1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點選”撤銷流程”圖式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4-1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需填寫撤銷理由</a:t>
            </a:r>
          </a:p>
          <a:p>
            <a:pPr>
              <a:lnSpc>
                <a:spcPts val="2200"/>
              </a:lnSpc>
              <a:defRPr/>
            </a:pPr>
            <a:r>
              <a:rPr lang="en-US" altLang="zh-TW" sz="1400" dirty="0" bmk="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※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在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DCC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第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次簽核第</a:t>
            </a:r>
            <a:r>
              <a:rPr lang="en-US" altLang="zh-TW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500</a:t>
            </a:r>
            <a:r>
              <a:rPr lang="zh-TW" altLang="en-US" sz="1400" dirty="0" bmk="">
                <a:solidFill>
                  <a:srgbClr val="0000FF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關卡時，不允許申請人、簽核者撤銷表單</a:t>
            </a:r>
          </a:p>
        </p:txBody>
      </p:sp>
      <p:pic>
        <p:nvPicPr>
          <p:cNvPr id="35854" name="圖片 22">
            <a:extLst>
              <a:ext uri="{FF2B5EF4-FFF2-40B4-BE49-F238E27FC236}">
                <a16:creationId xmlns:a16="http://schemas.microsoft.com/office/drawing/2014/main" id="{B2486251-3C51-35FC-E1A8-629BCA0F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50" y="2568575"/>
            <a:ext cx="3287713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流程圖: 程序 23">
            <a:extLst>
              <a:ext uri="{FF2B5EF4-FFF2-40B4-BE49-F238E27FC236}">
                <a16:creationId xmlns:a16="http://schemas.microsoft.com/office/drawing/2014/main" id="{4AD7379C-FCC8-F9C7-3480-D4EE8EA8313E}"/>
              </a:ext>
            </a:extLst>
          </p:cNvPr>
          <p:cNvSpPr/>
          <p:nvPr/>
        </p:nvSpPr>
        <p:spPr>
          <a:xfrm>
            <a:off x="4992688" y="3168650"/>
            <a:ext cx="2027237" cy="173038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25" name="流程圖: 程序 24">
            <a:extLst>
              <a:ext uri="{FF2B5EF4-FFF2-40B4-BE49-F238E27FC236}">
                <a16:creationId xmlns:a16="http://schemas.microsoft.com/office/drawing/2014/main" id="{B2566925-4744-DDEA-C60C-9619C46DEA4F}"/>
              </a:ext>
            </a:extLst>
          </p:cNvPr>
          <p:cNvSpPr/>
          <p:nvPr/>
        </p:nvSpPr>
        <p:spPr>
          <a:xfrm>
            <a:off x="4338638" y="2792413"/>
            <a:ext cx="360362" cy="346075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35857" name="Text Box 11">
            <a:extLst>
              <a:ext uri="{FF2B5EF4-FFF2-40B4-BE49-F238E27FC236}">
                <a16:creationId xmlns:a16="http://schemas.microsoft.com/office/drawing/2014/main" id="{C20055C0-DE2C-2976-CF95-0DB47A748CC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87825" y="2559050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3-1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sp>
        <p:nvSpPr>
          <p:cNvPr id="35858" name="Text Box 11">
            <a:extLst>
              <a:ext uri="{FF2B5EF4-FFF2-40B4-BE49-F238E27FC236}">
                <a16:creationId xmlns:a16="http://schemas.microsoft.com/office/drawing/2014/main" id="{51F04426-5838-C576-DF38-A6BC6ED39C9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762750" y="3375025"/>
            <a:ext cx="33020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US" altLang="zh-TW" sz="1400" b="0">
                <a:solidFill>
                  <a:srgbClr val="FF0000"/>
                </a:solidFill>
                <a:latin typeface="Aptos" panose="020B0004020202020204" pitchFamily="34" charset="0"/>
                <a:ea typeface="標楷體" panose="03000509000000000000" pitchFamily="65" charset="-120"/>
              </a:rPr>
              <a:t>4-1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1">
            <a:extLst>
              <a:ext uri="{FF2B5EF4-FFF2-40B4-BE49-F238E27FC236}">
                <a16:creationId xmlns:a16="http://schemas.microsoft.com/office/drawing/2014/main" id="{FED9A6AF-3C48-1F93-3078-F1BAD6FD3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料號填寫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表單範本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D49A41-0C54-7C78-C3FC-06F912ED6DE7}"/>
              </a:ext>
            </a:extLst>
          </p:cNvPr>
          <p:cNvSpPr txBox="1"/>
          <p:nvPr/>
        </p:nvSpPr>
        <p:spPr>
          <a:xfrm>
            <a:off x="161925" y="920750"/>
            <a:ext cx="2855913" cy="306388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新增主料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新增替代料</a:t>
            </a:r>
          </a:p>
        </p:txBody>
      </p:sp>
      <p:pic>
        <p:nvPicPr>
          <p:cNvPr id="36868" name="圖片 2">
            <a:extLst>
              <a:ext uri="{FF2B5EF4-FFF2-40B4-BE49-F238E27FC236}">
                <a16:creationId xmlns:a16="http://schemas.microsoft.com/office/drawing/2014/main" id="{03B3181B-80DE-33AC-3FC4-A673ABB14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41438"/>
            <a:ext cx="88392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圖片 4">
            <a:extLst>
              <a:ext uri="{FF2B5EF4-FFF2-40B4-BE49-F238E27FC236}">
                <a16:creationId xmlns:a16="http://schemas.microsoft.com/office/drawing/2014/main" id="{3049DCD3-862D-191C-63B7-BE2FF3FC6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50"/>
          <a:stretch>
            <a:fillRect/>
          </a:stretch>
        </p:blipFill>
        <p:spPr bwMode="auto">
          <a:xfrm>
            <a:off x="174625" y="3046413"/>
            <a:ext cx="8816975" cy="77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DB17DA4-8926-5F4D-8182-BC1F5F480FAA}"/>
              </a:ext>
            </a:extLst>
          </p:cNvPr>
          <p:cNvSpPr txBox="1"/>
          <p:nvPr/>
        </p:nvSpPr>
        <p:spPr>
          <a:xfrm>
            <a:off x="174625" y="2695575"/>
            <a:ext cx="1673225" cy="307975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刪除替代料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0949808-B83C-6220-E19D-65411736D7E3}"/>
              </a:ext>
            </a:extLst>
          </p:cNvPr>
          <p:cNvSpPr txBox="1"/>
          <p:nvPr/>
        </p:nvSpPr>
        <p:spPr>
          <a:xfrm>
            <a:off x="174624" y="3980731"/>
            <a:ext cx="3101232" cy="307975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52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階層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成品階層同張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新增料號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60F0CF1-902A-78C8-323D-9D8C33B9F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61" y="4380444"/>
            <a:ext cx="8878539" cy="20767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>
            <a:extLst>
              <a:ext uri="{FF2B5EF4-FFF2-40B4-BE49-F238E27FC236}">
                <a16:creationId xmlns:a16="http://schemas.microsoft.com/office/drawing/2014/main" id="{9B891BD0-3805-A6C9-D5D1-7896070B3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5850" y="-3175"/>
            <a:ext cx="7956550" cy="765175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料號填寫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表單範本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B4D61DE-8986-E7F5-E442-FB21EB7D4CC3}"/>
              </a:ext>
            </a:extLst>
          </p:cNvPr>
          <p:cNvSpPr txBox="1"/>
          <p:nvPr/>
        </p:nvSpPr>
        <p:spPr>
          <a:xfrm>
            <a:off x="131763" y="820738"/>
            <a:ext cx="2855912" cy="306387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59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階層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新增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刪除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修改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料號</a:t>
            </a:r>
          </a:p>
        </p:txBody>
      </p:sp>
      <p:pic>
        <p:nvPicPr>
          <p:cNvPr id="37892" name="圖片 18">
            <a:extLst>
              <a:ext uri="{FF2B5EF4-FFF2-40B4-BE49-F238E27FC236}">
                <a16:creationId xmlns:a16="http://schemas.microsoft.com/office/drawing/2014/main" id="{BE805E39-579D-6AAE-87BF-07216C882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182688"/>
            <a:ext cx="893445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標題 1">
            <a:extLst>
              <a:ext uri="{FF2B5EF4-FFF2-40B4-BE49-F238E27FC236}">
                <a16:creationId xmlns:a16="http://schemas.microsoft.com/office/drawing/2014/main" id="{1D44F10E-64ED-1064-E93F-A25FB2B48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料號填寫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表單範本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EBC151-B0B4-358A-B6F9-6856B4BA7EBE}"/>
              </a:ext>
            </a:extLst>
          </p:cNvPr>
          <p:cNvSpPr txBox="1"/>
          <p:nvPr/>
        </p:nvSpPr>
        <p:spPr>
          <a:xfrm>
            <a:off x="312738" y="874713"/>
            <a:ext cx="2171700" cy="307975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成品階層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料號用量修改</a:t>
            </a:r>
          </a:p>
        </p:txBody>
      </p:sp>
      <p:pic>
        <p:nvPicPr>
          <p:cNvPr id="38916" name="圖片 7">
            <a:extLst>
              <a:ext uri="{FF2B5EF4-FFF2-40B4-BE49-F238E27FC236}">
                <a16:creationId xmlns:a16="http://schemas.microsoft.com/office/drawing/2014/main" id="{9889F977-DF90-62BD-AE7F-9E86E9849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21"/>
          <a:stretch>
            <a:fillRect/>
          </a:stretch>
        </p:blipFill>
        <p:spPr bwMode="auto">
          <a:xfrm>
            <a:off x="156158" y="2415516"/>
            <a:ext cx="87836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FC69E32-DAA0-772F-BD22-0D90B7E87B5F}"/>
              </a:ext>
            </a:extLst>
          </p:cNvPr>
          <p:cNvSpPr txBox="1"/>
          <p:nvPr/>
        </p:nvSpPr>
        <p:spPr>
          <a:xfrm>
            <a:off x="206958" y="2115478"/>
            <a:ext cx="1666875" cy="307975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主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替代料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Change</a:t>
            </a:r>
            <a:endParaRPr lang="zh-TW" altLang="en-US" sz="1400" dirty="0" bmk="">
              <a:solidFill>
                <a:srgbClr val="002060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38918" name="圖片 10">
            <a:extLst>
              <a:ext uri="{FF2B5EF4-FFF2-40B4-BE49-F238E27FC236}">
                <a16:creationId xmlns:a16="http://schemas.microsoft.com/office/drawing/2014/main" id="{422B3088-4ED0-8B30-033A-EABEFC491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87"/>
          <a:stretch>
            <a:fillRect/>
          </a:stretch>
        </p:blipFill>
        <p:spPr bwMode="auto">
          <a:xfrm>
            <a:off x="301625" y="4481513"/>
            <a:ext cx="8666163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D98C9A35-F67F-3F3A-3997-CDA87489C700}"/>
              </a:ext>
            </a:extLst>
          </p:cNvPr>
          <p:cNvSpPr txBox="1"/>
          <p:nvPr/>
        </p:nvSpPr>
        <p:spPr>
          <a:xfrm>
            <a:off x="312738" y="4176713"/>
            <a:ext cx="1666875" cy="307975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58</a:t>
            </a:r>
            <a:r>
              <a:rPr lang="zh-TW" altLang="en-US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階層燒碼階</a:t>
            </a:r>
            <a:r>
              <a:rPr lang="en-US" altLang="zh-TW" sz="1400" dirty="0" bmk="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EC</a:t>
            </a:r>
            <a:endParaRPr lang="zh-TW" altLang="en-US" sz="1400" dirty="0" bmk="">
              <a:solidFill>
                <a:srgbClr val="002060"/>
              </a:solidFill>
              <a:latin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8920" name="圖說文字: 直線 14">
            <a:extLst>
              <a:ext uri="{FF2B5EF4-FFF2-40B4-BE49-F238E27FC236}">
                <a16:creationId xmlns:a16="http://schemas.microsoft.com/office/drawing/2014/main" id="{30956C24-8844-EEF0-4683-13839DAD2EC5}"/>
              </a:ext>
            </a:extLst>
          </p:cNvPr>
          <p:cNvSpPr>
            <a:spLocks/>
          </p:cNvSpPr>
          <p:nvPr/>
        </p:nvSpPr>
        <p:spPr bwMode="auto">
          <a:xfrm>
            <a:off x="6780464" y="3609846"/>
            <a:ext cx="2085975" cy="554038"/>
          </a:xfrm>
          <a:prstGeom prst="borderCallout1">
            <a:avLst>
              <a:gd name="adj1" fmla="val -4376"/>
              <a:gd name="adj2" fmla="val 87824"/>
              <a:gd name="adj3" fmla="val -21438"/>
              <a:gd name="adj4" fmla="val 84373"/>
            </a:avLst>
          </a:prstGeom>
          <a:solidFill>
            <a:schemeClr val="bg1"/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000" b="0">
                <a:solidFill>
                  <a:srgbClr val="0000FF"/>
                </a:solidFill>
              </a:rPr>
              <a:t>ECO Number</a:t>
            </a:r>
            <a:r>
              <a:rPr lang="zh-TW" altLang="en-US" sz="1000" b="0">
                <a:solidFill>
                  <a:srgbClr val="0000FF"/>
                </a:solidFill>
              </a:rPr>
              <a:t>在填表人關卡時預設帶出</a:t>
            </a:r>
            <a:r>
              <a:rPr lang="en-US" altLang="zh-TW" sz="1000" b="0">
                <a:solidFill>
                  <a:srgbClr val="0000FF"/>
                </a:solidFill>
              </a:rPr>
              <a:t>ECO-2</a:t>
            </a:r>
            <a:r>
              <a:rPr lang="zh-TW" altLang="en-US" sz="1000" b="0">
                <a:solidFill>
                  <a:srgbClr val="0000FF"/>
                </a:solidFill>
              </a:rPr>
              <a:t>，在</a:t>
            </a:r>
            <a:r>
              <a:rPr lang="en-US" altLang="zh-TW" sz="1000" b="0">
                <a:solidFill>
                  <a:srgbClr val="0000FF"/>
                </a:solidFill>
              </a:rPr>
              <a:t>DCC</a:t>
            </a:r>
            <a:r>
              <a:rPr lang="zh-TW" altLang="en-US" sz="1000" b="0">
                <a:solidFill>
                  <a:srgbClr val="0000FF"/>
                </a:solidFill>
              </a:rPr>
              <a:t>第</a:t>
            </a:r>
            <a:r>
              <a:rPr lang="en-US" altLang="zh-TW" sz="1000" b="0">
                <a:solidFill>
                  <a:srgbClr val="0000FF"/>
                </a:solidFill>
              </a:rPr>
              <a:t>70</a:t>
            </a:r>
            <a:r>
              <a:rPr lang="zh-TW" altLang="en-US" sz="1000" b="0">
                <a:solidFill>
                  <a:srgbClr val="0000FF"/>
                </a:solidFill>
              </a:rPr>
              <a:t>關卡自動改為序號</a:t>
            </a:r>
            <a:r>
              <a:rPr lang="en-US" altLang="zh-TW" sz="1000" b="0">
                <a:solidFill>
                  <a:srgbClr val="0000FF"/>
                </a:solidFill>
              </a:rPr>
              <a:t>-2</a:t>
            </a:r>
            <a:r>
              <a:rPr lang="zh-TW" altLang="en-US" sz="1000" b="0">
                <a:solidFill>
                  <a:srgbClr val="0000FF"/>
                </a:solidFill>
              </a:rPr>
              <a:t> </a:t>
            </a:r>
            <a:r>
              <a:rPr lang="en-US" altLang="zh-TW" sz="1000" b="0">
                <a:solidFill>
                  <a:srgbClr val="0000FF"/>
                </a:solidFill>
              </a:rPr>
              <a:t>(</a:t>
            </a:r>
            <a:r>
              <a:rPr lang="zh-TW" altLang="en-US" sz="1000" b="0">
                <a:solidFill>
                  <a:srgbClr val="0000FF"/>
                </a:solidFill>
              </a:rPr>
              <a:t>如</a:t>
            </a:r>
            <a:r>
              <a:rPr lang="en-US" altLang="zh-TW" sz="1000" b="0">
                <a:solidFill>
                  <a:srgbClr val="0000FF"/>
                </a:solidFill>
              </a:rPr>
              <a:t>006358-2)</a:t>
            </a:r>
            <a:endParaRPr lang="zh-TW" altLang="en-US" sz="1000" b="0">
              <a:solidFill>
                <a:srgbClr val="0000FF"/>
              </a:solidFill>
            </a:endParaRPr>
          </a:p>
        </p:txBody>
      </p:sp>
      <p:sp>
        <p:nvSpPr>
          <p:cNvPr id="38921" name="圖說文字: 直線 15">
            <a:extLst>
              <a:ext uri="{FF2B5EF4-FFF2-40B4-BE49-F238E27FC236}">
                <a16:creationId xmlns:a16="http://schemas.microsoft.com/office/drawing/2014/main" id="{C341AAB4-7D73-7408-80C8-1615C1F079AC}"/>
              </a:ext>
            </a:extLst>
          </p:cNvPr>
          <p:cNvSpPr>
            <a:spLocks/>
          </p:cNvSpPr>
          <p:nvPr/>
        </p:nvSpPr>
        <p:spPr bwMode="auto">
          <a:xfrm>
            <a:off x="1826208" y="3179103"/>
            <a:ext cx="1066800" cy="241300"/>
          </a:xfrm>
          <a:prstGeom prst="borderCallout1">
            <a:avLst>
              <a:gd name="adj1" fmla="val 55806"/>
              <a:gd name="adj2" fmla="val 99875"/>
              <a:gd name="adj3" fmla="val 57356"/>
              <a:gd name="adj4" fmla="val 9989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sp>
        <p:nvSpPr>
          <p:cNvPr id="38922" name="圖說文字: 直線 12">
            <a:extLst>
              <a:ext uri="{FF2B5EF4-FFF2-40B4-BE49-F238E27FC236}">
                <a16:creationId xmlns:a16="http://schemas.microsoft.com/office/drawing/2014/main" id="{6BAF7FE3-2952-D51F-70B8-313990D90CA4}"/>
              </a:ext>
            </a:extLst>
          </p:cNvPr>
          <p:cNvSpPr>
            <a:spLocks/>
          </p:cNvSpPr>
          <p:nvPr/>
        </p:nvSpPr>
        <p:spPr bwMode="auto">
          <a:xfrm>
            <a:off x="2230665" y="3531097"/>
            <a:ext cx="1666875" cy="277812"/>
          </a:xfrm>
          <a:prstGeom prst="borderCallout1">
            <a:avLst>
              <a:gd name="adj1" fmla="val -5042"/>
              <a:gd name="adj2" fmla="val 32759"/>
              <a:gd name="adj3" fmla="val -74319"/>
              <a:gd name="adj4" fmla="val 26606"/>
            </a:avLst>
          </a:prstGeom>
          <a:solidFill>
            <a:schemeClr val="bg1"/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TW" altLang="en-US" sz="1200" b="0">
                <a:solidFill>
                  <a:srgbClr val="0000FF"/>
                </a:solidFill>
              </a:rPr>
              <a:t>原為替代料改為主料</a:t>
            </a:r>
          </a:p>
        </p:txBody>
      </p:sp>
      <p:sp>
        <p:nvSpPr>
          <p:cNvPr id="38923" name="圖說文字: 直線 16">
            <a:extLst>
              <a:ext uri="{FF2B5EF4-FFF2-40B4-BE49-F238E27FC236}">
                <a16:creationId xmlns:a16="http://schemas.microsoft.com/office/drawing/2014/main" id="{E9A5CFB4-A495-9064-B87F-CA9017151B63}"/>
              </a:ext>
            </a:extLst>
          </p:cNvPr>
          <p:cNvSpPr>
            <a:spLocks/>
          </p:cNvSpPr>
          <p:nvPr/>
        </p:nvSpPr>
        <p:spPr bwMode="auto">
          <a:xfrm>
            <a:off x="8103183" y="3321978"/>
            <a:ext cx="412750" cy="241300"/>
          </a:xfrm>
          <a:prstGeom prst="borderCallout1">
            <a:avLst>
              <a:gd name="adj1" fmla="val 55806"/>
              <a:gd name="adj2" fmla="val 99875"/>
              <a:gd name="adj3" fmla="val 57356"/>
              <a:gd name="adj4" fmla="val 9989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  <p:pic>
        <p:nvPicPr>
          <p:cNvPr id="38924" name="圖片 2">
            <a:extLst>
              <a:ext uri="{FF2B5EF4-FFF2-40B4-BE49-F238E27FC236}">
                <a16:creationId xmlns:a16="http://schemas.microsoft.com/office/drawing/2014/main" id="{F84DF48A-465B-DC5A-7329-AA30721D0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1284288"/>
            <a:ext cx="89344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圖說文字: 直線 14">
            <a:extLst>
              <a:ext uri="{FF2B5EF4-FFF2-40B4-BE49-F238E27FC236}">
                <a16:creationId xmlns:a16="http://schemas.microsoft.com/office/drawing/2014/main" id="{C4BF54B5-78EE-214E-9089-86197FE2D3F7}"/>
              </a:ext>
            </a:extLst>
          </p:cNvPr>
          <p:cNvSpPr>
            <a:spLocks/>
          </p:cNvSpPr>
          <p:nvPr/>
        </p:nvSpPr>
        <p:spPr bwMode="auto">
          <a:xfrm>
            <a:off x="1788505" y="3850186"/>
            <a:ext cx="4439679" cy="731145"/>
          </a:xfrm>
          <a:prstGeom prst="borderCallout1">
            <a:avLst>
              <a:gd name="adj1" fmla="val 103815"/>
              <a:gd name="adj2" fmla="val 4976"/>
              <a:gd name="adj3" fmla="val 239994"/>
              <a:gd name="adj4" fmla="val -6847"/>
            </a:avLst>
          </a:prstGeom>
          <a:solidFill>
            <a:srgbClr val="FFFF00"/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100" b="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※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若要新增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5730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階層是加在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MBOM 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機種內，</a:t>
            </a:r>
            <a:r>
              <a:rPr lang="zh-TW" altLang="en-US" sz="11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請不要在</a:t>
            </a:r>
            <a:r>
              <a:rPr lang="en-US" altLang="zh-TW" sz="11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EBOM EC</a:t>
            </a:r>
            <a:r>
              <a:rPr lang="zh-TW" altLang="en-US" sz="11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作業直接在</a:t>
            </a:r>
            <a:r>
              <a:rPr lang="en-US" altLang="zh-TW" sz="11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MBOM EC</a:t>
            </a:r>
            <a:r>
              <a:rPr lang="zh-TW" altLang="en-US" sz="11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新增</a:t>
            </a:r>
            <a:r>
              <a:rPr lang="en-US" altLang="zh-TW" sz="11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5730</a:t>
            </a:r>
            <a:r>
              <a:rPr lang="zh-TW" altLang="en-US" sz="11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階層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，因在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EBOM EC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作業後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5730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則為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EBOM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狀態，要在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MBOM EC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加入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5730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料號，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EC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會提示料號為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EBOM 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狀態不允取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MBOM EC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加入，需請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DCC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轉成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MBOM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狀態後才能</a:t>
            </a:r>
            <a:r>
              <a:rPr lang="en-US" altLang="zh-TW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EC</a:t>
            </a:r>
            <a:r>
              <a:rPr lang="zh-TW" altLang="en-US" sz="1100" b="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加入，其增加彼此的作業時間</a:t>
            </a:r>
          </a:p>
        </p:txBody>
      </p:sp>
      <p:sp>
        <p:nvSpPr>
          <p:cNvPr id="4" name="圖說文字: 直線 15">
            <a:extLst>
              <a:ext uri="{FF2B5EF4-FFF2-40B4-BE49-F238E27FC236}">
                <a16:creationId xmlns:a16="http://schemas.microsoft.com/office/drawing/2014/main" id="{F5657AB7-4FCE-09B8-2242-3C68705414A6}"/>
              </a:ext>
            </a:extLst>
          </p:cNvPr>
          <p:cNvSpPr>
            <a:spLocks/>
          </p:cNvSpPr>
          <p:nvPr/>
        </p:nvSpPr>
        <p:spPr bwMode="auto">
          <a:xfrm>
            <a:off x="912812" y="5614608"/>
            <a:ext cx="8054975" cy="838728"/>
          </a:xfrm>
          <a:prstGeom prst="borderCallout1">
            <a:avLst>
              <a:gd name="adj1" fmla="val 55806"/>
              <a:gd name="adj2" fmla="val 99875"/>
              <a:gd name="adj3" fmla="val 57356"/>
              <a:gd name="adj4" fmla="val 99898"/>
            </a:avLst>
          </a:prstGeom>
          <a:noFill/>
          <a:ln w="1905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>
            <a:extLst>
              <a:ext uri="{FF2B5EF4-FFF2-40B4-BE49-F238E27FC236}">
                <a16:creationId xmlns:a16="http://schemas.microsoft.com/office/drawing/2014/main" id="{2DFEC2A1-5A0D-1FB8-A612-CF8B94F21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956550" cy="639763"/>
          </a:xfrm>
        </p:spPr>
        <p:txBody>
          <a:bodyPr/>
          <a:lstStyle/>
          <a:p>
            <a:r>
              <a:rPr lang="zh-TW" altLang="en-US"/>
              <a:t>表單提示視窗</a:t>
            </a:r>
            <a:r>
              <a:rPr lang="en-US" altLang="zh-TW"/>
              <a:t>(1)</a:t>
            </a:r>
            <a:endParaRPr lang="zh-TW" altLang="en-US"/>
          </a:p>
        </p:txBody>
      </p:sp>
      <p:pic>
        <p:nvPicPr>
          <p:cNvPr id="40963" name="圖片 274">
            <a:extLst>
              <a:ext uri="{FF2B5EF4-FFF2-40B4-BE49-F238E27FC236}">
                <a16:creationId xmlns:a16="http://schemas.microsoft.com/office/drawing/2014/main" id="{12822063-07AA-AC83-5623-9B9C2C404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246188"/>
            <a:ext cx="3640137" cy="142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圖片 278">
            <a:extLst>
              <a:ext uri="{FF2B5EF4-FFF2-40B4-BE49-F238E27FC236}">
                <a16:creationId xmlns:a16="http://schemas.microsoft.com/office/drawing/2014/main" id="{EE4AE98F-3B74-32DE-DE21-1F212A413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3144838"/>
            <a:ext cx="1895475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圖片 279">
            <a:extLst>
              <a:ext uri="{FF2B5EF4-FFF2-40B4-BE49-F238E27FC236}">
                <a16:creationId xmlns:a16="http://schemas.microsoft.com/office/drawing/2014/main" id="{3AC040C2-FF32-A778-CDD4-71EBE801D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3076575"/>
            <a:ext cx="2795587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17">
            <a:extLst>
              <a:ext uri="{FF2B5EF4-FFF2-40B4-BE49-F238E27FC236}">
                <a16:creationId xmlns:a16="http://schemas.microsoft.com/office/drawing/2014/main" id="{12857F43-82E6-38DD-98A6-D51611C37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773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40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67" name="Rectangle 18">
            <a:extLst>
              <a:ext uri="{FF2B5EF4-FFF2-40B4-BE49-F238E27FC236}">
                <a16:creationId xmlns:a16="http://schemas.microsoft.com/office/drawing/2014/main" id="{D976F29C-0B7E-1494-9770-1A62106CC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049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0968" name="Rectangle 19">
            <a:extLst>
              <a:ext uri="{FF2B5EF4-FFF2-40B4-BE49-F238E27FC236}">
                <a16:creationId xmlns:a16="http://schemas.microsoft.com/office/drawing/2014/main" id="{4BC809E0-417A-E775-F3EF-6782250F1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144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40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69" name="Rectangle 20">
            <a:extLst>
              <a:ext uri="{FF2B5EF4-FFF2-40B4-BE49-F238E27FC236}">
                <a16:creationId xmlns:a16="http://schemas.microsoft.com/office/drawing/2014/main" id="{41623F06-822A-1D7C-ACF2-AE33E9ED0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297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0970" name="Rectangle 21">
            <a:extLst>
              <a:ext uri="{FF2B5EF4-FFF2-40B4-BE49-F238E27FC236}">
                <a16:creationId xmlns:a16="http://schemas.microsoft.com/office/drawing/2014/main" id="{D559BBE6-6BBD-7A46-7FE7-430C445A6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7716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0971" name="Rectangle 22">
            <a:extLst>
              <a:ext uri="{FF2B5EF4-FFF2-40B4-BE49-F238E27FC236}">
                <a16:creationId xmlns:a16="http://schemas.microsoft.com/office/drawing/2014/main" id="{8A5CF04D-A933-4DE3-15A4-D0CDA269C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0669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0972" name="Rectangle 23">
            <a:extLst>
              <a:ext uri="{FF2B5EF4-FFF2-40B4-BE49-F238E27FC236}">
                <a16:creationId xmlns:a16="http://schemas.microsoft.com/office/drawing/2014/main" id="{710FC942-4D09-065A-B961-7F8FEC753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2374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endParaRPr lang="en-US" altLang="zh-TW" sz="240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73" name="Rectangle 24">
            <a:extLst>
              <a:ext uri="{FF2B5EF4-FFF2-40B4-BE49-F238E27FC236}">
                <a16:creationId xmlns:a16="http://schemas.microsoft.com/office/drawing/2014/main" id="{1DBF8921-EBE5-5FFA-388A-3C2208AA1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4079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0974" name="Rectangle 25">
            <a:extLst>
              <a:ext uri="{FF2B5EF4-FFF2-40B4-BE49-F238E27FC236}">
                <a16:creationId xmlns:a16="http://schemas.microsoft.com/office/drawing/2014/main" id="{34ABAF97-D664-BE1E-1502-EB31857B5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5527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40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75" name="Rectangle 26">
            <a:extLst>
              <a:ext uri="{FF2B5EF4-FFF2-40B4-BE49-F238E27FC236}">
                <a16:creationId xmlns:a16="http://schemas.microsoft.com/office/drawing/2014/main" id="{696F5F7E-3445-8584-9422-01829E9B7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7251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0976" name="Rectangle 27">
            <a:extLst>
              <a:ext uri="{FF2B5EF4-FFF2-40B4-BE49-F238E27FC236}">
                <a16:creationId xmlns:a16="http://schemas.microsoft.com/office/drawing/2014/main" id="{044C4536-7813-2605-8395-A6C82A2F8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8861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40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77" name="Rectangle 28">
            <a:extLst>
              <a:ext uri="{FF2B5EF4-FFF2-40B4-BE49-F238E27FC236}">
                <a16:creationId xmlns:a16="http://schemas.microsoft.com/office/drawing/2014/main" id="{08B34377-CA20-B167-E883-8585600AD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0508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40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978" name="Rectangle 29">
            <a:extLst>
              <a:ext uri="{FF2B5EF4-FFF2-40B4-BE49-F238E27FC236}">
                <a16:creationId xmlns:a16="http://schemas.microsoft.com/office/drawing/2014/main" id="{BC6D6E1F-04A3-EF7A-42E5-32E8F48A5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2032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TW" altLang="zh-TW" sz="600">
                <a:ea typeface="標楷體" panose="03000509000000000000" pitchFamily="65" charset="-120"/>
              </a:rPr>
              <a:t> </a:t>
            </a:r>
            <a:endParaRPr lang="zh-TW" altLang="zh-TW" sz="2400">
              <a:ea typeface="標楷體" panose="03000509000000000000" pitchFamily="65" charset="-120"/>
            </a:endParaRPr>
          </a:p>
        </p:txBody>
      </p:sp>
      <p:pic>
        <p:nvPicPr>
          <p:cNvPr id="40979" name="圖片 17">
            <a:extLst>
              <a:ext uri="{FF2B5EF4-FFF2-40B4-BE49-F238E27FC236}">
                <a16:creationId xmlns:a16="http://schemas.microsoft.com/office/drawing/2014/main" id="{C51B7880-EDBD-0E49-8BD3-6E23EE5F1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3090863"/>
            <a:ext cx="164465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0" name="圖片 9">
            <a:extLst>
              <a:ext uri="{FF2B5EF4-FFF2-40B4-BE49-F238E27FC236}">
                <a16:creationId xmlns:a16="http://schemas.microsoft.com/office/drawing/2014/main" id="{CE377DE2-EB9D-D447-DD0A-C492D608F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4986338"/>
            <a:ext cx="3535363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1" name="文字方塊 5">
            <a:extLst>
              <a:ext uri="{FF2B5EF4-FFF2-40B4-BE49-F238E27FC236}">
                <a16:creationId xmlns:a16="http://schemas.microsoft.com/office/drawing/2014/main" id="{44FFA824-21AF-AC61-64EE-D6DA4EFA5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850" y="2773363"/>
            <a:ext cx="1563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插件位置重複</a:t>
            </a:r>
            <a:endParaRPr lang="zh-TW" altLang="en-US" sz="1200">
              <a:latin typeface="標楷體" panose="03000509000000000000" pitchFamily="65" charset="-120"/>
            </a:endParaRPr>
          </a:p>
        </p:txBody>
      </p:sp>
      <p:sp>
        <p:nvSpPr>
          <p:cNvPr id="40982" name="文字方塊 6">
            <a:extLst>
              <a:ext uri="{FF2B5EF4-FFF2-40B4-BE49-F238E27FC236}">
                <a16:creationId xmlns:a16="http://schemas.microsoft.com/office/drawing/2014/main" id="{62F43DA6-CB5A-1EF3-4A80-9538CE949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3" y="2860675"/>
            <a:ext cx="15636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料號為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EOL</a:t>
            </a:r>
            <a:endParaRPr lang="zh-TW" altLang="en-US" sz="1200">
              <a:latin typeface="標楷體" panose="03000509000000000000" pitchFamily="65" charset="-120"/>
            </a:endParaRPr>
          </a:p>
        </p:txBody>
      </p:sp>
      <p:sp>
        <p:nvSpPr>
          <p:cNvPr id="40983" name="文字方塊 7">
            <a:extLst>
              <a:ext uri="{FF2B5EF4-FFF2-40B4-BE49-F238E27FC236}">
                <a16:creationId xmlns:a16="http://schemas.microsoft.com/office/drawing/2014/main" id="{1B5DD94B-58C9-2B8D-B5F4-CB129B1A1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936625"/>
            <a:ext cx="42640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新增料號無用量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,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在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Delete Reference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做刪除故用量為小於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0</a:t>
            </a:r>
            <a:endParaRPr lang="zh-TW" altLang="en-US" sz="1200" b="0">
              <a:solidFill>
                <a:srgbClr val="0000FF"/>
              </a:solidFill>
              <a:latin typeface="標楷體" panose="03000509000000000000" pitchFamily="65" charset="-120"/>
            </a:endParaRPr>
          </a:p>
        </p:txBody>
      </p:sp>
      <p:pic>
        <p:nvPicPr>
          <p:cNvPr id="40984" name="圖片 8">
            <a:extLst>
              <a:ext uri="{FF2B5EF4-FFF2-40B4-BE49-F238E27FC236}">
                <a16:creationId xmlns:a16="http://schemas.microsoft.com/office/drawing/2014/main" id="{271FDA9D-3106-5D31-DB03-96D22FCA0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1157288"/>
            <a:ext cx="359092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5" name="文字方塊 9">
            <a:extLst>
              <a:ext uri="{FF2B5EF4-FFF2-40B4-BE49-F238E27FC236}">
                <a16:creationId xmlns:a16="http://schemas.microsoft.com/office/drawing/2014/main" id="{AA945BA3-A818-6626-C71F-C8317E8A5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884238"/>
            <a:ext cx="29337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上階料號為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EBOM 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狀態不得再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MBOM EC</a:t>
            </a:r>
            <a:endParaRPr lang="zh-TW" altLang="en-US" sz="1200" b="0">
              <a:solidFill>
                <a:srgbClr val="0000FF"/>
              </a:solidFill>
              <a:latin typeface="標楷體" panose="03000509000000000000" pitchFamily="65" charset="-120"/>
            </a:endParaRPr>
          </a:p>
        </p:txBody>
      </p:sp>
      <p:sp>
        <p:nvSpPr>
          <p:cNvPr id="40986" name="文字方塊 10">
            <a:extLst>
              <a:ext uri="{FF2B5EF4-FFF2-40B4-BE49-F238E27FC236}">
                <a16:creationId xmlns:a16="http://schemas.microsoft.com/office/drawing/2014/main" id="{28DFCB65-675D-69E5-18B0-5FE8CE02C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4700588"/>
            <a:ext cx="2794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同上階料號及本階料號已在其他張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EC</a:t>
            </a:r>
            <a:endParaRPr lang="zh-TW" altLang="en-US" sz="1200">
              <a:latin typeface="標楷體" panose="03000509000000000000" pitchFamily="65" charset="-120"/>
            </a:endParaRPr>
          </a:p>
        </p:txBody>
      </p:sp>
      <p:sp>
        <p:nvSpPr>
          <p:cNvPr id="40987" name="文字方塊 11">
            <a:extLst>
              <a:ext uri="{FF2B5EF4-FFF2-40B4-BE49-F238E27FC236}">
                <a16:creationId xmlns:a16="http://schemas.microsoft.com/office/drawing/2014/main" id="{DF047765-D852-81A0-788B-26BBF142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963" y="4711700"/>
            <a:ext cx="3984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機種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BOM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即有替代料號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,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不能在本階欄位刪除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/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新增或修改</a:t>
            </a:r>
            <a:endParaRPr lang="zh-TW" altLang="en-US" sz="1200">
              <a:latin typeface="標楷體" panose="03000509000000000000" pitchFamily="65" charset="-12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0C0257AA-3DCE-8756-4A5E-DEF617B8FE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5963" y="5026025"/>
            <a:ext cx="3927475" cy="13636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>
            <a:extLst>
              <a:ext uri="{FF2B5EF4-FFF2-40B4-BE49-F238E27FC236}">
                <a16:creationId xmlns:a16="http://schemas.microsoft.com/office/drawing/2014/main" id="{95F4F651-D94E-21F8-D5AA-FEF8EEB42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3813"/>
            <a:ext cx="7956550" cy="66675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表單提示視窗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1987" name="圖片 5">
            <a:extLst>
              <a:ext uri="{FF2B5EF4-FFF2-40B4-BE49-F238E27FC236}">
                <a16:creationId xmlns:a16="http://schemas.microsoft.com/office/drawing/2014/main" id="{FCE196F5-E73C-FFFD-C89D-652B3B90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508125"/>
            <a:ext cx="212407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圖片 6">
            <a:extLst>
              <a:ext uri="{FF2B5EF4-FFF2-40B4-BE49-F238E27FC236}">
                <a16:creationId xmlns:a16="http://schemas.microsoft.com/office/drawing/2014/main" id="{EABAD68C-6E05-3B42-132C-6ACD655E5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600" y="1508125"/>
            <a:ext cx="19335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文字方塊 8">
            <a:extLst>
              <a:ext uri="{FF2B5EF4-FFF2-40B4-BE49-F238E27FC236}">
                <a16:creationId xmlns:a16="http://schemas.microsoft.com/office/drawing/2014/main" id="{971B8BC5-6B0F-4FDA-33F0-66EA1BD51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200150"/>
            <a:ext cx="15636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認證單位簽核時提示</a:t>
            </a:r>
            <a:endParaRPr lang="zh-TW" altLang="en-US" sz="1200">
              <a:latin typeface="標楷體" panose="03000509000000000000" pitchFamily="65" charset="-120"/>
            </a:endParaRPr>
          </a:p>
        </p:txBody>
      </p:sp>
      <p:sp>
        <p:nvSpPr>
          <p:cNvPr id="41990" name="文字方塊 9">
            <a:extLst>
              <a:ext uri="{FF2B5EF4-FFF2-40B4-BE49-F238E27FC236}">
                <a16:creationId xmlns:a16="http://schemas.microsoft.com/office/drawing/2014/main" id="{0D073504-51EF-4C00-D316-B03460DC1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63" y="1200150"/>
            <a:ext cx="24844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Sourcer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簽核關卡須填寫簽核意見</a:t>
            </a:r>
            <a:endParaRPr lang="zh-TW" altLang="en-US" sz="1200">
              <a:latin typeface="標楷體" panose="03000509000000000000" pitchFamily="65" charset="-120"/>
            </a:endParaRPr>
          </a:p>
        </p:txBody>
      </p:sp>
      <p:pic>
        <p:nvPicPr>
          <p:cNvPr id="41991" name="圖片 10">
            <a:extLst>
              <a:ext uri="{FF2B5EF4-FFF2-40B4-BE49-F238E27FC236}">
                <a16:creationId xmlns:a16="http://schemas.microsoft.com/office/drawing/2014/main" id="{3FD9CFF0-08AD-7CA0-A3D0-9BD95D18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4184650"/>
            <a:ext cx="38671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2" name="文字方塊 12">
            <a:extLst>
              <a:ext uri="{FF2B5EF4-FFF2-40B4-BE49-F238E27FC236}">
                <a16:creationId xmlns:a16="http://schemas.microsoft.com/office/drawing/2014/main" id="{D12BE5C6-31A5-E7A5-C441-1F2E1A7D4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3944938"/>
            <a:ext cx="18510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採購未填廠商先行備料</a:t>
            </a:r>
            <a:r>
              <a:rPr lang="zh-TW" altLang="en-US" sz="1200">
                <a:latin typeface="標楷體" panose="03000509000000000000" pitchFamily="65" charset="-120"/>
              </a:rPr>
              <a:t> </a:t>
            </a:r>
          </a:p>
        </p:txBody>
      </p:sp>
      <p:pic>
        <p:nvPicPr>
          <p:cNvPr id="41993" name="圖片 13">
            <a:extLst>
              <a:ext uri="{FF2B5EF4-FFF2-40B4-BE49-F238E27FC236}">
                <a16:creationId xmlns:a16="http://schemas.microsoft.com/office/drawing/2014/main" id="{8DD2BEBF-10E9-380A-0065-A3B3083EE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1490663"/>
            <a:ext cx="382905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4" name="文字方塊 17">
            <a:extLst>
              <a:ext uri="{FF2B5EF4-FFF2-40B4-BE49-F238E27FC236}">
                <a16:creationId xmlns:a16="http://schemas.microsoft.com/office/drawing/2014/main" id="{8BAE3D0E-F854-5E81-75C3-7CA443C24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1200150"/>
            <a:ext cx="19939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</a:rPr>
              <a:t>替代料已存在機種</a:t>
            </a:r>
            <a:r>
              <a:rPr lang="en-US" altLang="zh-TW" sz="1200" b="0">
                <a:solidFill>
                  <a:srgbClr val="0000FF"/>
                </a:solidFill>
              </a:rPr>
              <a:t>BOM</a:t>
            </a:r>
            <a:endParaRPr lang="zh-TW" altLang="en-US" sz="1200" b="0">
              <a:solidFill>
                <a:srgbClr val="0000FF"/>
              </a:solidFill>
            </a:endParaRPr>
          </a:p>
        </p:txBody>
      </p:sp>
      <p:pic>
        <p:nvPicPr>
          <p:cNvPr id="41995" name="圖片 18">
            <a:extLst>
              <a:ext uri="{FF2B5EF4-FFF2-40B4-BE49-F238E27FC236}">
                <a16:creationId xmlns:a16="http://schemas.microsoft.com/office/drawing/2014/main" id="{988BB12A-B4B0-7EC3-3506-52D4F3551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313" y="4214813"/>
            <a:ext cx="38290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6" name="文字方塊 21">
            <a:extLst>
              <a:ext uri="{FF2B5EF4-FFF2-40B4-BE49-F238E27FC236}">
                <a16:creationId xmlns:a16="http://schemas.microsoft.com/office/drawing/2014/main" id="{F4BD77CC-69AD-56D4-9EC0-7806A9F19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313" y="3944938"/>
            <a:ext cx="31178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依</a:t>
            </a:r>
            <a:r>
              <a:rPr lang="en-US" altLang="zh-TW" sz="1200" b="0">
                <a:solidFill>
                  <a:srgbClr val="0000FF"/>
                </a:solidFill>
                <a:latin typeface="標楷體" panose="03000509000000000000" pitchFamily="65" charset="-120"/>
              </a:rPr>
              <a:t>OE/</a:t>
            </a:r>
            <a:r>
              <a:rPr lang="zh-TW" altLang="en-US" sz="1200" b="0">
                <a:solidFill>
                  <a:srgbClr val="0000FF"/>
                </a:solidFill>
                <a:latin typeface="標楷體" panose="03000509000000000000" pitchFamily="65" charset="-120"/>
              </a:rPr>
              <a:t>工單變更物管關卡提示填寫製令</a:t>
            </a:r>
            <a:endParaRPr lang="zh-TW" altLang="en-US" sz="1200">
              <a:latin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標題 1">
            <a:extLst>
              <a:ext uri="{FF2B5EF4-FFF2-40B4-BE49-F238E27FC236}">
                <a16:creationId xmlns:a16="http://schemas.microsoft.com/office/drawing/2014/main" id="{B39DBA32-1532-94FB-F67B-F87D28C76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表單填寫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錯誤範例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3011" name="圖片 1">
            <a:extLst>
              <a:ext uri="{FF2B5EF4-FFF2-40B4-BE49-F238E27FC236}">
                <a16:creationId xmlns:a16="http://schemas.microsoft.com/office/drawing/2014/main" id="{1832CC94-BCAC-1BE8-72CC-87E88A79E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49"/>
          <a:stretch>
            <a:fillRect/>
          </a:stretch>
        </p:blipFill>
        <p:spPr bwMode="auto">
          <a:xfrm>
            <a:off x="320675" y="1663700"/>
            <a:ext cx="843915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1">
            <a:extLst>
              <a:ext uri="{FF2B5EF4-FFF2-40B4-BE49-F238E27FC236}">
                <a16:creationId xmlns:a16="http://schemas.microsoft.com/office/drawing/2014/main" id="{3CAC0ED5-E781-0444-D49E-5614DE384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41"/>
          <a:stretch>
            <a:fillRect/>
          </a:stretch>
        </p:blipFill>
        <p:spPr bwMode="auto">
          <a:xfrm>
            <a:off x="282575" y="4108450"/>
            <a:ext cx="8577263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3">
            <a:extLst>
              <a:ext uri="{FF2B5EF4-FFF2-40B4-BE49-F238E27FC236}">
                <a16:creationId xmlns:a16="http://schemas.microsoft.com/office/drawing/2014/main" id="{C980EE78-0383-90AF-61E4-104172229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2449513"/>
            <a:ext cx="1692275" cy="22225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75F3A-BBBD-C611-821E-E870FBCF7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1027113"/>
            <a:ext cx="6921500" cy="338137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TW" altLang="zh-TW" sz="1600" dirty="0">
                <a:solidFill>
                  <a:srgbClr val="FF000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此錯誤範例是</a:t>
            </a:r>
            <a:r>
              <a:rPr lang="en-US" altLang="zh-TW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5731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階層新增欄位應要填寫插件位置，但申請人填寫</a:t>
            </a:r>
            <a:r>
              <a:rPr lang="zh-TW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1600" dirty="0"/>
          </a:p>
        </p:txBody>
      </p:sp>
      <p:sp>
        <p:nvSpPr>
          <p:cNvPr id="43015" name="Rectangle 5">
            <a:extLst>
              <a:ext uri="{FF2B5EF4-FFF2-40B4-BE49-F238E27FC236}">
                <a16:creationId xmlns:a16="http://schemas.microsoft.com/office/drawing/2014/main" id="{4D5EE789-99FC-68C3-1DB3-E843B73AE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FECA18-940D-10F7-F6BA-64F9CCCCB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525838"/>
            <a:ext cx="8248650" cy="322262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TW" altLang="zh-TW" sz="1500" dirty="0">
                <a:solidFill>
                  <a:srgbClr val="FF000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lang="en-US" altLang="zh-TW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15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第一筆是新增替代料，但處理欄位未勾選</a:t>
            </a:r>
            <a:r>
              <a:rPr lang="zh-TW" altLang="en-US" sz="1500" dirty="0">
                <a:solidFill>
                  <a:srgbClr val="002060"/>
                </a:solidFill>
                <a:cs typeface="Times New Roman" panose="02020603050405020304" pitchFamily="18" charset="0"/>
              </a:rPr>
              <a:t>”</a:t>
            </a:r>
            <a:r>
              <a:rPr lang="zh-TW" altLang="en-US" sz="15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替代料</a:t>
            </a:r>
            <a:r>
              <a:rPr lang="zh-TW" altLang="en-US" sz="1500" dirty="0">
                <a:solidFill>
                  <a:srgbClr val="002060"/>
                </a:solidFill>
                <a:cs typeface="Times New Roman" panose="02020603050405020304" pitchFamily="18" charset="0"/>
              </a:rPr>
              <a:t>”</a:t>
            </a:r>
            <a:r>
              <a:rPr lang="zh-TW" altLang="en-US" sz="15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，變成新增插件位置變更後用量增加</a:t>
            </a:r>
            <a:r>
              <a:rPr lang="zh-TW" altLang="en-US" sz="1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1500" dirty="0">
              <a:solidFill>
                <a:srgbClr val="002060"/>
              </a:solidFill>
            </a:endParaRPr>
          </a:p>
        </p:txBody>
      </p:sp>
      <p:sp>
        <p:nvSpPr>
          <p:cNvPr id="43017" name="Rectangle 7">
            <a:extLst>
              <a:ext uri="{FF2B5EF4-FFF2-40B4-BE49-F238E27FC236}">
                <a16:creationId xmlns:a16="http://schemas.microsoft.com/office/drawing/2014/main" id="{104C5E75-E8D8-A862-9EBC-BF9EAB5D4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29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3018" name="Rectangle 3">
            <a:extLst>
              <a:ext uri="{FF2B5EF4-FFF2-40B4-BE49-F238E27FC236}">
                <a16:creationId xmlns:a16="http://schemas.microsoft.com/office/drawing/2014/main" id="{D20C844B-8F74-7C93-814A-8C69E05EC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25" y="4521200"/>
            <a:ext cx="571500" cy="5461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3019" name="Rectangle 3">
            <a:extLst>
              <a:ext uri="{FF2B5EF4-FFF2-40B4-BE49-F238E27FC236}">
                <a16:creationId xmlns:a16="http://schemas.microsoft.com/office/drawing/2014/main" id="{CEF627BB-2BAD-C2DF-CE3B-5CE4DC60F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4518025"/>
            <a:ext cx="1800225" cy="23971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>
            <a:extLst>
              <a:ext uri="{FF2B5EF4-FFF2-40B4-BE49-F238E27FC236}">
                <a16:creationId xmlns:a16="http://schemas.microsoft.com/office/drawing/2014/main" id="{2B11AF08-28BD-EF67-019C-D5F73400A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表單填寫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錯誤範例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B83995-DA4B-BBAC-0E28-999EF000C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1279525"/>
            <a:ext cx="8151813" cy="338138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TW" altLang="zh-TW" sz="1600" dirty="0">
                <a:solidFill>
                  <a:srgbClr val="FF000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新增用量，增加數和變更後數量因系統問題帶出錯誤，正常新增*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，應帶出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不是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en-US" altLang="zh-TW" sz="1600" dirty="0"/>
          </a:p>
        </p:txBody>
      </p:sp>
      <p:sp>
        <p:nvSpPr>
          <p:cNvPr id="44036" name="Rectangle 5">
            <a:extLst>
              <a:ext uri="{FF2B5EF4-FFF2-40B4-BE49-F238E27FC236}">
                <a16:creationId xmlns:a16="http://schemas.microsoft.com/office/drawing/2014/main" id="{01273293-41D7-2A76-5909-8B49E7CE8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7F7F92ED-110B-1FB0-3E75-C24FCEB82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29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pic>
        <p:nvPicPr>
          <p:cNvPr id="44038" name="圖片 1">
            <a:extLst>
              <a:ext uri="{FF2B5EF4-FFF2-40B4-BE49-F238E27FC236}">
                <a16:creationId xmlns:a16="http://schemas.microsoft.com/office/drawing/2014/main" id="{F5CB7B33-EC1D-C109-C1A5-7490FB804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2133600"/>
            <a:ext cx="8577263" cy="3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9" name="Rectangle 3">
            <a:extLst>
              <a:ext uri="{FF2B5EF4-FFF2-40B4-BE49-F238E27FC236}">
                <a16:creationId xmlns:a16="http://schemas.microsoft.com/office/drawing/2014/main" id="{62D3BA06-8A3F-2E93-54EA-C2EAC0D3F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03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標題 1">
            <a:extLst>
              <a:ext uri="{FF2B5EF4-FFF2-40B4-BE49-F238E27FC236}">
                <a16:creationId xmlns:a16="http://schemas.microsoft.com/office/drawing/2014/main" id="{314AA830-8945-2233-0FF5-94DD91722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表單填寫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錯誤範例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451A2-DC6A-3954-50C8-A2E8D7B1B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1049338"/>
            <a:ext cx="8553450" cy="679450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anchor="ctr">
            <a:spAutoFit/>
          </a:bodyPr>
          <a:lstStyle/>
          <a:p>
            <a:pPr>
              <a:lnSpc>
                <a:spcPts val="2400"/>
              </a:lnSpc>
              <a:defRPr/>
            </a:pPr>
            <a:r>
              <a:rPr lang="zh-TW" altLang="zh-TW" sz="1600" dirty="0">
                <a:solidFill>
                  <a:srgbClr val="FF000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範例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上階料號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尚未建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BOM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，不允取透過 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MBOM EC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拋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BOM</a:t>
            </a:r>
          </a:p>
          <a:p>
            <a:pPr>
              <a:lnSpc>
                <a:spcPts val="2400"/>
              </a:lnSpc>
              <a:defRPr/>
            </a:pPr>
            <a:r>
              <a:rPr lang="en-US" altLang="zh-TW" sz="1600" dirty="0">
                <a:solidFill>
                  <a:srgbClr val="FF000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系統帶出上階層料號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OP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值為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，代表尚未建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cs typeface="Times New Roman" panose="02020603050405020304" pitchFamily="18" charset="0"/>
              </a:rPr>
              <a:t>BOM</a:t>
            </a:r>
            <a:endParaRPr lang="en-US" altLang="zh-TW" sz="1600" dirty="0"/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D8EC3FF7-DBE0-41CE-56F2-AC8954DD6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5061" name="Rectangle 7">
            <a:extLst>
              <a:ext uri="{FF2B5EF4-FFF2-40B4-BE49-F238E27FC236}">
                <a16:creationId xmlns:a16="http://schemas.microsoft.com/office/drawing/2014/main" id="{D14E513F-2B6C-5958-5093-3F6FB9E23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29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EB8321BC-51D5-5E9D-C68C-1C39753FB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03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B47D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TW" altLang="en-US" sz="2400">
              <a:ea typeface="標楷體" panose="03000509000000000000" pitchFamily="65" charset="-120"/>
            </a:endParaRPr>
          </a:p>
        </p:txBody>
      </p:sp>
      <p:pic>
        <p:nvPicPr>
          <p:cNvPr id="45063" name="圖片 3">
            <a:extLst>
              <a:ext uri="{FF2B5EF4-FFF2-40B4-BE49-F238E27FC236}">
                <a16:creationId xmlns:a16="http://schemas.microsoft.com/office/drawing/2014/main" id="{D460F986-93C3-1DF7-7ABE-9A460E9C1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043113"/>
            <a:ext cx="8553450" cy="395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4" name="矩形 6">
            <a:extLst>
              <a:ext uri="{FF2B5EF4-FFF2-40B4-BE49-F238E27FC236}">
                <a16:creationId xmlns:a16="http://schemas.microsoft.com/office/drawing/2014/main" id="{E5BB8FA2-ED24-DB3E-703C-8B85D2FB5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2282825"/>
            <a:ext cx="431800" cy="3716338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 b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標題 1">
            <a:extLst>
              <a:ext uri="{FF2B5EF4-FFF2-40B4-BE49-F238E27FC236}">
                <a16:creationId xmlns:a16="http://schemas.microsoft.com/office/drawing/2014/main" id="{0ACB1F5E-7A7A-6AC2-FD61-36691A95A5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退件原因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List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6083" name="物件 25">
            <a:extLst>
              <a:ext uri="{FF2B5EF4-FFF2-40B4-BE49-F238E27FC236}">
                <a16:creationId xmlns:a16="http://schemas.microsoft.com/office/drawing/2014/main" id="{9BC45D73-1A6E-7C1D-A56B-297D13983B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500" y="773113"/>
          <a:ext cx="7065963" cy="582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619719" imgH="5457846" progId="Excel.Sheet.12">
                  <p:embed/>
                </p:oleObj>
              </mc:Choice>
              <mc:Fallback>
                <p:oleObj name="Worksheet" r:id="rId2" imgW="6619719" imgH="5457846" progId="Excel.Sheet.12">
                  <p:embed/>
                  <p:pic>
                    <p:nvPicPr>
                      <p:cNvPr id="0" name="物件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773113"/>
                        <a:ext cx="7065963" cy="582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>
            <a:extLst>
              <a:ext uri="{FF2B5EF4-FFF2-40B4-BE49-F238E27FC236}">
                <a16:creationId xmlns:a16="http://schemas.microsoft.com/office/drawing/2014/main" id="{B468EF81-D3C8-33B2-7892-8523364BC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58738"/>
            <a:ext cx="7662863" cy="630237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表單簽核流程圖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(1)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3B4FEF-B915-AB08-FC59-BBE60269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825961"/>
            <a:ext cx="3941281" cy="57123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447F0C7-0F57-D482-82C5-567B1930D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688" y="825961"/>
            <a:ext cx="4320480" cy="57123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997C27F-3923-1178-E5C6-611A6C3A80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763688" y="3501008"/>
            <a:ext cx="2880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087DF7-D5AC-ED72-C77F-D528B67221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6337920" y="3547457"/>
            <a:ext cx="2880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>
            <a:extLst>
              <a:ext uri="{FF2B5EF4-FFF2-40B4-BE49-F238E27FC236}">
                <a16:creationId xmlns:a16="http://schemas.microsoft.com/office/drawing/2014/main" id="{B468EF81-D3C8-33B2-7892-8523364BC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58738"/>
            <a:ext cx="7662863" cy="630237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表單簽核流程圖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(2)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F8F608F-BC94-BCE1-C3F5-7A89B398D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764704"/>
            <a:ext cx="3951046" cy="57830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730D059-91EE-F49A-4B00-6F9F59D3E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955" y="764704"/>
            <a:ext cx="4344006" cy="51845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07581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>
            <a:extLst>
              <a:ext uri="{FF2B5EF4-FFF2-40B4-BE49-F238E27FC236}">
                <a16:creationId xmlns:a16="http://schemas.microsoft.com/office/drawing/2014/main" id="{25C92275-6DA1-6048-84FE-8E8F8A1A3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513" y="1989138"/>
            <a:ext cx="6659562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en-US" altLang="zh-TW" sz="3200" b="0">
                <a:solidFill>
                  <a:schemeClr val="bg1"/>
                </a:solidFill>
                <a:ea typeface="新細明體" panose="02020500000000000000" pitchFamily="18" charset="-120"/>
              </a:rPr>
              <a:t>Thanks !</a:t>
            </a:r>
            <a:br>
              <a:rPr lang="en-US" altLang="zh-TW" sz="3200" b="0">
                <a:solidFill>
                  <a:schemeClr val="bg1"/>
                </a:solidFill>
                <a:ea typeface="新細明體" panose="02020500000000000000" pitchFamily="18" charset="-120"/>
              </a:rPr>
            </a:br>
            <a:r>
              <a:rPr lang="en-US" altLang="zh-TW" sz="3200" b="0">
                <a:solidFill>
                  <a:schemeClr val="bg1"/>
                </a:solidFill>
                <a:ea typeface="新細明體" panose="02020500000000000000" pitchFamily="18" charset="-120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預設簡報設計">
  <a:themeElements>
    <a:clrScheme name="1_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1_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26345</TotalTime>
  <Words>4702</Words>
  <Application>Microsoft Office PowerPoint</Application>
  <PresentationFormat>如螢幕大小 (4:3)</PresentationFormat>
  <Paragraphs>401</Paragraphs>
  <Slides>43</Slides>
  <Notes>7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43</vt:i4>
      </vt:variant>
    </vt:vector>
  </HeadingPairs>
  <TitlesOfParts>
    <vt:vector size="55" baseType="lpstr">
      <vt:lpstr>新細明體</vt:lpstr>
      <vt:lpstr>標楷體</vt:lpstr>
      <vt:lpstr>Aptos</vt:lpstr>
      <vt:lpstr>Arial</vt:lpstr>
      <vt:lpstr>Calibri</vt:lpstr>
      <vt:lpstr>Cambria</vt:lpstr>
      <vt:lpstr>Times New Roman</vt:lpstr>
      <vt:lpstr>Wingdings</vt:lpstr>
      <vt:lpstr>自訂設計</vt:lpstr>
      <vt:lpstr>1_預設簡報設計</vt:lpstr>
      <vt:lpstr>Worksheet</vt:lpstr>
      <vt:lpstr>Presentation</vt:lpstr>
      <vt:lpstr>PowerPoint 簡報</vt:lpstr>
      <vt:lpstr>進入表單</vt:lpstr>
      <vt:lpstr>表單填寫-機種名稱</vt:lpstr>
      <vt:lpstr>表單填寫-客戶ECO Number 填寫</vt:lpstr>
      <vt:lpstr>表單填寫-勾選急件&amp;一般件</vt:lpstr>
      <vt:lpstr>表單填寫-其他流程&amp;品牌勾選</vt:lpstr>
      <vt:lpstr>表單填寫-變更原因&amp;備註說明</vt:lpstr>
      <vt:lpstr>表單填寫-變更方式勾選</vt:lpstr>
      <vt:lpstr>表單填寫-上階&amp;本階欄位料號說明</vt:lpstr>
      <vt:lpstr>表單填寫(成品/51階層)新增料號</vt:lpstr>
      <vt:lpstr>表單填寫(成品/51階層)刪除料號(1)</vt:lpstr>
      <vt:lpstr>表單填寫(成品/51階層)刪除料號(2)</vt:lpstr>
      <vt:lpstr>表單填寫(成品/51階層)修改用量</vt:lpstr>
      <vt:lpstr>表單填寫(成品/51階層) COMMENT 修改</vt:lpstr>
      <vt:lpstr>表單填寫(52、57、58、59階層)新增料號</vt:lpstr>
      <vt:lpstr>表單填寫(52、57、58、59階層)料號用量修改</vt:lpstr>
      <vt:lpstr>表單填寫(52、57、58、59階層)刪除料號</vt:lpstr>
      <vt:lpstr>表單填寫(52、57、58、59階層)用量為點數</vt:lpstr>
      <vt:lpstr>表單填寫-插件位置字元限制</vt:lpstr>
      <vt:lpstr>表單填寫-主料(新增/刪除)替代料</vt:lpstr>
      <vt:lpstr>表單填寫-新增主料及替代料</vt:lpstr>
      <vt:lpstr>表單填寫-同張表單主/替代料Change</vt:lpstr>
      <vt:lpstr>表單填寫-電子料EC上傳附檔說明</vt:lpstr>
      <vt:lpstr>表單填寫-未承認料件卡控說明</vt:lpstr>
      <vt:lpstr>表單填寫-料件(EOL、LOCK、HOLD)說明</vt:lpstr>
      <vt:lpstr>表單填寫-附件上傳&amp;派送</vt:lpstr>
      <vt:lpstr>CCL管制料-法規認證單位簽核說明</vt:lpstr>
      <vt:lpstr>電子機構料加簽機構單位簽核</vt:lpstr>
      <vt:lpstr>客戶ECO-物管填寫起始導入製令單號</vt:lpstr>
      <vt:lpstr>廠商先行備料-採購簽核填寫說明</vt:lpstr>
      <vt:lpstr>表單取回&amp;撤銷表單</vt:lpstr>
      <vt:lpstr>料號填寫-表單範本(1)</vt:lpstr>
      <vt:lpstr>料號填寫-表單範本(2)</vt:lpstr>
      <vt:lpstr>料號填寫-表單範本(3)</vt:lpstr>
      <vt:lpstr>表單提示視窗(1)</vt:lpstr>
      <vt:lpstr>表單提示視窗(2)</vt:lpstr>
      <vt:lpstr>表單填寫-錯誤範例(1)</vt:lpstr>
      <vt:lpstr>表單填寫-錯誤範例(2)</vt:lpstr>
      <vt:lpstr>表單填寫-錯誤範例(3)</vt:lpstr>
      <vt:lpstr>退件原因List</vt:lpstr>
      <vt:lpstr>表單簽核流程圖(1)</vt:lpstr>
      <vt:lpstr>表單簽核流程圖(2)</vt:lpstr>
      <vt:lpstr>PowerPoint 簡報</vt:lpstr>
    </vt:vector>
  </TitlesOfParts>
  <Company>IM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100391</dc:creator>
  <cp:lastModifiedBy>Betty.Yu(俞素芬)</cp:lastModifiedBy>
  <cp:revision>697</cp:revision>
  <dcterms:created xsi:type="dcterms:W3CDTF">2006-11-10T02:24:53Z</dcterms:created>
  <dcterms:modified xsi:type="dcterms:W3CDTF">2024-12-03T03:50:38Z</dcterms:modified>
</cp:coreProperties>
</file>